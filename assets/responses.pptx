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  <p:sldId id="414" r:id="rId164"/>
    <p:sldId id="415" r:id="rId165"/>
    <p:sldId id="416" r:id="rId166"/>
    <p:sldId id="417" r:id="rId167"/>
    <p:sldId id="418" r:id="rId168"/>
    <p:sldId id="419" r:id="rId169"/>
    <p:sldId id="420" r:id="rId170"/>
    <p:sldId id="421" r:id="rId171"/>
    <p:sldId id="422" r:id="rId172"/>
    <p:sldId id="423" r:id="rId173"/>
    <p:sldId id="424" r:id="rId174"/>
    <p:sldId id="425" r:id="rId175"/>
    <p:sldId id="426" r:id="rId176"/>
    <p:sldId id="427" r:id="rId177"/>
    <p:sldId id="428" r:id="rId178"/>
    <p:sldId id="429" r:id="rId179"/>
    <p:sldId id="430" r:id="rId180"/>
    <p:sldId id="431" r:id="rId181"/>
    <p:sldId id="432" r:id="rId182"/>
    <p:sldId id="433" r:id="rId183"/>
    <p:sldId id="434" r:id="rId184"/>
    <p:sldId id="435" r:id="rId185"/>
    <p:sldId id="436" r:id="rId186"/>
    <p:sldId id="437" r:id="rId187"/>
    <p:sldId id="438" r:id="rId188"/>
    <p:sldId id="439" r:id="rId18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0" Type="http://schemas.openxmlformats.org/officeDocument/2006/relationships/slide" Target="slides/slide105.xml"/><Relationship Id="rId111" Type="http://schemas.openxmlformats.org/officeDocument/2006/relationships/slide" Target="slides/slide106.xml"/><Relationship Id="rId112" Type="http://schemas.openxmlformats.org/officeDocument/2006/relationships/slide" Target="slides/slide107.xml"/><Relationship Id="rId113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slide" Target="slides/slide111.xml"/><Relationship Id="rId117" Type="http://schemas.openxmlformats.org/officeDocument/2006/relationships/slide" Target="slides/slide112.xml"/><Relationship Id="rId118" Type="http://schemas.openxmlformats.org/officeDocument/2006/relationships/slide" Target="slides/slide113.xml"/><Relationship Id="rId119" Type="http://schemas.openxmlformats.org/officeDocument/2006/relationships/slide" Target="slides/slide114.xml"/><Relationship Id="rId120" Type="http://schemas.openxmlformats.org/officeDocument/2006/relationships/slide" Target="slides/slide115.xml"/><Relationship Id="rId121" Type="http://schemas.openxmlformats.org/officeDocument/2006/relationships/slide" Target="slides/slide116.xml"/><Relationship Id="rId122" Type="http://schemas.openxmlformats.org/officeDocument/2006/relationships/slide" Target="slides/slide117.xml"/><Relationship Id="rId123" Type="http://schemas.openxmlformats.org/officeDocument/2006/relationships/slide" Target="slides/slide118.xml"/><Relationship Id="rId124" Type="http://schemas.openxmlformats.org/officeDocument/2006/relationships/slide" Target="slides/slide119.xml"/><Relationship Id="rId125" Type="http://schemas.openxmlformats.org/officeDocument/2006/relationships/slide" Target="slides/slide120.xml"/><Relationship Id="rId126" Type="http://schemas.openxmlformats.org/officeDocument/2006/relationships/slide" Target="slides/slide121.xml"/><Relationship Id="rId127" Type="http://schemas.openxmlformats.org/officeDocument/2006/relationships/slide" Target="slides/slide122.xml"/><Relationship Id="rId128" Type="http://schemas.openxmlformats.org/officeDocument/2006/relationships/slide" Target="slides/slide123.xml"/><Relationship Id="rId129" Type="http://schemas.openxmlformats.org/officeDocument/2006/relationships/slide" Target="slides/slide124.xml"/><Relationship Id="rId130" Type="http://schemas.openxmlformats.org/officeDocument/2006/relationships/slide" Target="slides/slide125.xml"/><Relationship Id="rId131" Type="http://schemas.openxmlformats.org/officeDocument/2006/relationships/slide" Target="slides/slide126.xml"/><Relationship Id="rId132" Type="http://schemas.openxmlformats.org/officeDocument/2006/relationships/slide" Target="slides/slide127.xml"/><Relationship Id="rId133" Type="http://schemas.openxmlformats.org/officeDocument/2006/relationships/slide" Target="slides/slide128.xml"/><Relationship Id="rId134" Type="http://schemas.openxmlformats.org/officeDocument/2006/relationships/slide" Target="slides/slide129.xml"/><Relationship Id="rId135" Type="http://schemas.openxmlformats.org/officeDocument/2006/relationships/slide" Target="slides/slide130.xml"/><Relationship Id="rId136" Type="http://schemas.openxmlformats.org/officeDocument/2006/relationships/slide" Target="slides/slide131.xml"/><Relationship Id="rId137" Type="http://schemas.openxmlformats.org/officeDocument/2006/relationships/slide" Target="slides/slide132.xml"/><Relationship Id="rId138" Type="http://schemas.openxmlformats.org/officeDocument/2006/relationships/slide" Target="slides/slide133.xml"/><Relationship Id="rId139" Type="http://schemas.openxmlformats.org/officeDocument/2006/relationships/slide" Target="slides/slide134.xml"/><Relationship Id="rId140" Type="http://schemas.openxmlformats.org/officeDocument/2006/relationships/slide" Target="slides/slide135.xml"/><Relationship Id="rId141" Type="http://schemas.openxmlformats.org/officeDocument/2006/relationships/slide" Target="slides/slide136.xml"/><Relationship Id="rId142" Type="http://schemas.openxmlformats.org/officeDocument/2006/relationships/slide" Target="slides/slide137.xml"/><Relationship Id="rId143" Type="http://schemas.openxmlformats.org/officeDocument/2006/relationships/slide" Target="slides/slide138.xml"/><Relationship Id="rId144" Type="http://schemas.openxmlformats.org/officeDocument/2006/relationships/slide" Target="slides/slide139.xml"/><Relationship Id="rId145" Type="http://schemas.openxmlformats.org/officeDocument/2006/relationships/slide" Target="slides/slide140.xml"/><Relationship Id="rId146" Type="http://schemas.openxmlformats.org/officeDocument/2006/relationships/slide" Target="slides/slide141.xml"/><Relationship Id="rId147" Type="http://schemas.openxmlformats.org/officeDocument/2006/relationships/slide" Target="slides/slide142.xml"/><Relationship Id="rId148" Type="http://schemas.openxmlformats.org/officeDocument/2006/relationships/slide" Target="slides/slide143.xml"/><Relationship Id="rId149" Type="http://schemas.openxmlformats.org/officeDocument/2006/relationships/slide" Target="slides/slide144.xml"/><Relationship Id="rId150" Type="http://schemas.openxmlformats.org/officeDocument/2006/relationships/slide" Target="slides/slide145.xml"/><Relationship Id="rId151" Type="http://schemas.openxmlformats.org/officeDocument/2006/relationships/slide" Target="slides/slide146.xml"/><Relationship Id="rId152" Type="http://schemas.openxmlformats.org/officeDocument/2006/relationships/slide" Target="slides/slide147.xml"/><Relationship Id="rId153" Type="http://schemas.openxmlformats.org/officeDocument/2006/relationships/slide" Target="slides/slide148.xml"/><Relationship Id="rId154" Type="http://schemas.openxmlformats.org/officeDocument/2006/relationships/slide" Target="slides/slide149.xml"/><Relationship Id="rId155" Type="http://schemas.openxmlformats.org/officeDocument/2006/relationships/slide" Target="slides/slide150.xml"/><Relationship Id="rId156" Type="http://schemas.openxmlformats.org/officeDocument/2006/relationships/slide" Target="slides/slide151.xml"/><Relationship Id="rId157" Type="http://schemas.openxmlformats.org/officeDocument/2006/relationships/slide" Target="slides/slide152.xml"/><Relationship Id="rId158" Type="http://schemas.openxmlformats.org/officeDocument/2006/relationships/slide" Target="slides/slide153.xml"/><Relationship Id="rId159" Type="http://schemas.openxmlformats.org/officeDocument/2006/relationships/slide" Target="slides/slide154.xml"/><Relationship Id="rId160" Type="http://schemas.openxmlformats.org/officeDocument/2006/relationships/slide" Target="slides/slide155.xml"/><Relationship Id="rId161" Type="http://schemas.openxmlformats.org/officeDocument/2006/relationships/slide" Target="slides/slide156.xml"/><Relationship Id="rId162" Type="http://schemas.openxmlformats.org/officeDocument/2006/relationships/slide" Target="slides/slide157.xml"/><Relationship Id="rId163" Type="http://schemas.openxmlformats.org/officeDocument/2006/relationships/slide" Target="slides/slide158.xml"/><Relationship Id="rId164" Type="http://schemas.openxmlformats.org/officeDocument/2006/relationships/slide" Target="slides/slide159.xml"/><Relationship Id="rId165" Type="http://schemas.openxmlformats.org/officeDocument/2006/relationships/slide" Target="slides/slide160.xml"/><Relationship Id="rId166" Type="http://schemas.openxmlformats.org/officeDocument/2006/relationships/slide" Target="slides/slide161.xml"/><Relationship Id="rId167" Type="http://schemas.openxmlformats.org/officeDocument/2006/relationships/slide" Target="slides/slide162.xml"/><Relationship Id="rId168" Type="http://schemas.openxmlformats.org/officeDocument/2006/relationships/slide" Target="slides/slide163.xml"/><Relationship Id="rId169" Type="http://schemas.openxmlformats.org/officeDocument/2006/relationships/slide" Target="slides/slide164.xml"/><Relationship Id="rId170" Type="http://schemas.openxmlformats.org/officeDocument/2006/relationships/slide" Target="slides/slide165.xml"/><Relationship Id="rId171" Type="http://schemas.openxmlformats.org/officeDocument/2006/relationships/slide" Target="slides/slide166.xml"/><Relationship Id="rId172" Type="http://schemas.openxmlformats.org/officeDocument/2006/relationships/slide" Target="slides/slide167.xml"/><Relationship Id="rId173" Type="http://schemas.openxmlformats.org/officeDocument/2006/relationships/slide" Target="slides/slide168.xml"/><Relationship Id="rId174" Type="http://schemas.openxmlformats.org/officeDocument/2006/relationships/slide" Target="slides/slide169.xml"/><Relationship Id="rId175" Type="http://schemas.openxmlformats.org/officeDocument/2006/relationships/slide" Target="slides/slide170.xml"/><Relationship Id="rId176" Type="http://schemas.openxmlformats.org/officeDocument/2006/relationships/slide" Target="slides/slide171.xml"/><Relationship Id="rId177" Type="http://schemas.openxmlformats.org/officeDocument/2006/relationships/slide" Target="slides/slide172.xml"/><Relationship Id="rId178" Type="http://schemas.openxmlformats.org/officeDocument/2006/relationships/slide" Target="slides/slide173.xml"/><Relationship Id="rId179" Type="http://schemas.openxmlformats.org/officeDocument/2006/relationships/slide" Target="slides/slide174.xml"/><Relationship Id="rId180" Type="http://schemas.openxmlformats.org/officeDocument/2006/relationships/slide" Target="slides/slide175.xml"/><Relationship Id="rId181" Type="http://schemas.openxmlformats.org/officeDocument/2006/relationships/slide" Target="slides/slide176.xml"/><Relationship Id="rId182" Type="http://schemas.openxmlformats.org/officeDocument/2006/relationships/slide" Target="slides/slide177.xml"/><Relationship Id="rId183" Type="http://schemas.openxmlformats.org/officeDocument/2006/relationships/slide" Target="slides/slide178.xml"/><Relationship Id="rId184" Type="http://schemas.openxmlformats.org/officeDocument/2006/relationships/slide" Target="slides/slide179.xml"/><Relationship Id="rId185" Type="http://schemas.openxmlformats.org/officeDocument/2006/relationships/slide" Target="slides/slide180.xml"/><Relationship Id="rId186" Type="http://schemas.openxmlformats.org/officeDocument/2006/relationships/slide" Target="slides/slide181.xml"/><Relationship Id="rId187" Type="http://schemas.openxmlformats.org/officeDocument/2006/relationships/slide" Target="slides/slide182.xml"/><Relationship Id="rId188" Type="http://schemas.openxmlformats.org/officeDocument/2006/relationships/slide" Target="slides/slide183.xml"/><Relationship Id="rId189" Type="http://schemas.openxmlformats.org/officeDocument/2006/relationships/slide" Target="slides/slide18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1st July, Wednesday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To the upright I will show the saving power of God.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2nd July, Thursday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judgments of the Lord are true, and all of them are just.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3rd July, Friday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Go out to all the world and tell the Good News.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4th July, Saturday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speaks of peace to his people.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5th July, Sunday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is gracious and merciful.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6th July, Monday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is gracious and merciful.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7th July, Tuesday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Responsorial Psalm Ps 115.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8th July, Wednesday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Seek always the face of the Lord.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9th July, Thursday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Let us see your face, Lord, and we shall be saved.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10th July, Friday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Responsorial Psalm Ps 115.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11th July, Saturday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is king; he is robed in majesty.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12th July, Sunday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seed that falls on good ground will yield a fruitful harvest.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13th July, Monday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To the upright I will show the saving power of God.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14th July, Tuesday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God upholds his city for ever.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15th July, Wednesday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will not abandon his people.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16th July, Thursday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Seek always the face of the Lord.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17th July, Friday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Seek always the face of the Lord.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18th July, Saturday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Responsorial Psalm Ps 10.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19th July, Sunday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Responsorial Psalm Ps 15.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20th July, Monday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To the upright I will show the saving power of God.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21st July, Tuesday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Responsorial Psalm Ps 10.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22nd July, Wednesday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speaks of peace to his people.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23rd July, Thursday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Lord, teach me your statutes.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24th July, Friday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Seek always the face of the Lord.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25th July, Saturday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Responsorial Psalm Ps 126.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26th July, Sunday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Lord, teach me your statutes.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27th July, Monday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Responsorial Psalm Dt 32.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28th July, Tuesday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Responsorial Psalm Ps 79.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29th July, Wednesday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Responsorial Psalm Ps 59.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30th July, Thursday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Blessed is he whose help is the God of Jacob.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31st July, Friday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Lord, in your great love, answer me.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1st August, Saturday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Lord, in your great love, answer me.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2nd August, Sunday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is gracious and merciful.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3rd August, Monday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Lord, teach me your statutes.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4th August, Tuesday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is kind and merciful.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5th August, Wednesday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Responsorial Psalm Jer 31.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6th August, Thursday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is king, the most high over all the earth.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7th August, Friday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Responsorial Psalm Dt 32.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8th August, Saturday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Responsorial Psalm Ps 9.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9th August, Sunday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speaks of peace to his people.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10th August, Monday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Blessed the man who greatly delights in the Lord's commands.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11th August, Tuesday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Lord, teach me your statutes.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12th August, Wednesday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Praise the Lord, who lifts up the poor.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13th August, Thursday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Responsorial Psalm Ps 78.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14th August, Friday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Responsorial Psalm Is 12.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15th August, Saturday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Lord, go up to your resting place, you and the ark of your holiness.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16th August, Sunday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Responsorial Psalm Ps 45.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17th August, Monday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O God, let all the nations praise you!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18th August, Tuesday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Responsorial Psalm Dt 32.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19th August, Wednesday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Responsorial Psalm Dt 32.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20th August, Thursday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is my shepherd; there is nothing I shall want.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21st August, Friday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Create a clean heart in me, O God.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22nd August, Saturday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Give thanks to the Lord; his mercy endures forever.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23rd August, Sunday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speaks of peace to his people.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24th August, Monday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Lord, your mercy is eternal; do not forsake the work of your hands.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25th August, Tuesday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is gracious and merciful.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26th August, Wednesday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comes to judge the earth.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27th August, Thursday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Blessed are those who fear the Lord.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28th August, Friday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is gracious and merciful.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29th August, Saturday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Blessed the people the Lord has chosen to be his own.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30th August, Sunday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Blessed the people the Lord has chosen to be his own.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31st August, Monday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is gracious and merciful.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1st September, Tuesday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Blessed the people the Lord has chosen to be his own.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2nd September, Wednesday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Lord's are the earth and its fullness.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3rd September, Thursday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salvation of the just comes from the Lord.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4th September, Friday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is gracious and merciful.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5th September, Saturday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judgments of the Lord are true, and all of them are just.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6th September, Sunday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Lord, teach me your statutes.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7th September, Monday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Lord, teach me your statutes.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8th September, Tuesday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In every age, O Lord, you have been our refuge.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9th September, Wednesday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Blessed be the Lord, my Rock!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10th September, Thursday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Blessed is he whose help is the God of Jacob.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11th September, Friday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Lord, teach me your statutes.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12th September, Saturday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is gracious and merciful.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13th September, Sunday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is my light and my salvation.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14th September, Monday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In every age, O Lord, you have been our refuge.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15th September, Tuesday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Lord, teach me your statutes.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16th September, Wednesday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Lord, teach me your statutes.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17th September, Thursday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Lord, teach me your statutes.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18th September, Friday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is gracious and merciful.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19th September, Saturday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judgments of the Lord are true, and all of them are just.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20th September, Sunday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Lord, teach me your statutes.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21st September, Monday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Blessed is he whose help is the God of Jacob.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22nd September, Tuesday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Lord, teach me your statutes.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23rd September, Wednesday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is gracious and merciful.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24th September, Thursday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Lord, teach me your statutes.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25th September, Friday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Blessed is he whose help is the God of Jacob.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26th September, Saturday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Lord, your mercy is eternal; do not forsake the work of your hands.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27th September, Sunday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judgments of the Lord are true, and all of them are just.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28th September, Monday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Responsorial Psalm Ps 79.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29th September, Tuesday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In every age, O Lord, you have been our refuge.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30th September, Wednesday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Lord, teach me your statutes.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1st October, Thursday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Responsorial Psalm Ps 137.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2nd October, Friday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Lord, teach me your statutes.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3rd October, Saturday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is gracious and merciful.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4th October, Sunday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Responsorial Psalm Ps 137.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5th October, Monday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is gracious and merciful.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6th October, Tuesday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Responsorial Psalm Ps 137.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7th October, Wednesday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has revealed to the nations his saving power.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8th October, Thursday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Blessed be the Lord, my Rock!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9th October, Friday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Responsorial Psalm Ps 103.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10th October, Saturday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judgments of the Lord are true, and all of them are just.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11th October, Sunday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is gracious and merciful.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12th October, Monday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judgments of the Lord are true, and all of them are just.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13th October, Tuesday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is gracious and merciful.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14th October, Wednesday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Responsorial Psalm Ps 121.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15th October, Thursday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Lord, teach me your statutes.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16th October, Friday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Blessed the people the Lord has chosen to be his own.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17th October, Saturday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is gracious and merciful.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18th October, Sunday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has revealed to the nations his saving power.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19th October, Monday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Responsorial Psalm Ps 126.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20th October, Tuesday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Lord, teach me your statutes.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21st October, Wednesday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Blessed the people the Lord has chosen to be his own.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22nd October, Thursday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Blessed be the Lord, my Rock!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23rd October, Friday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is gracious and merciful.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24th October, Saturday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Lord, teach me your statutes.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25th October, Sunday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has revealed to the nations his saving power.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26th October, Monday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Blessed the people the Lord has chosen to be his own.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27th October, Tuesday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is gracious and merciful.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28th October, Wednesday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Responsorial Psalm Ps 32.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29th October, Thursday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is gracious and merciful.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30th October, Friday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Responsorial Psalm Ps 126.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31st October, Saturday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has revealed to the nations his saving power.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1st November, Sunday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Lord's are the earth and its fullness.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2nd November, Monday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is my shepherd; there is nothing I shall want.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3rd November, Tuesday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is my shepherd; there is nothing I shall want.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4th November, Wednesday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is my light and my salvation.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5th November, Thursday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Seek always the face of the Lord.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6th November, Friday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Let us go rejoicing to the house of the Lord.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7th November, Saturday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Blessed the man who greatly delights in the Lord's commands.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8th November, Sunday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My soul is thirsting for you, O my God.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9th November, Monday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waters of a river gladden the city of God.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10th November, Tuesday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salvation of the just comes from the Lord.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11th November, Wednesday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is my shepherd; there is nothing I shall want.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12th November, Thursday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Blessed is he whose help is the God of Jacob.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13th November, Friday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Lord, teach me your statutes.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14th November, Saturday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Blessed the man who greatly delights in the Lord's commands.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15th November, Sunday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has revealed to the nations his saving power.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16th November, Monday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takes delight in his people.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17th November, Tuesday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Lord, teach me your statutes.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18th November, Wednesday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Blessed be the Lord, my Rock!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19th November, Thursday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is my shepherd; there is nothing I shall want.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20th November, Friday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Lord's are the earth and its fullness.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21st November, Saturday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comes to judge the earth.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22nd November, Sunday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has revealed to the nations his saving power.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23rd November, Monday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Bless the Lord, all you his angels.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24th November, Tuesday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How lovely is your dwelling place, Lord, mighty God!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25th November, Wednesday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Come, let us sing joyfully to the Lord.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26th November, Thursday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Let us see your face, Lord, and we shall be saved.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27th November, Friday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judgments of the Lord are true, and all of them are just.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28th November, Saturday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Lord, every nation on earth will adore you.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29th November, Sunday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is my shepherd; there is nothing I shall want.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30th November, Monday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This is the day the Lord has made; let us rejoice in it and be glad.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1st December, Tuesday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is my light and my salvation.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2nd December, Wednesday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Responsorial Psalm Ps 147.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3rd December, Thursday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comes to judge the earth.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4th December, Friday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speaks of peace to his people.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5th December, Saturday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Let us see your face, Lord, and we shall be saved.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6th December, Sunday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speaks of peace to his people.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7th December, Monday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The Lord is gracious and merciful.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8th December, Tuesday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Blessed is he whose help is the God of Jacob.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9th December, Wednesday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Responsorial Psalm Ps 126.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10th December, Thursday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Let us see your face, Lord, and we shall be saved.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11th December, Friday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Let us see your face, Lord, and we shall be saved.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12th December, Saturday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Let us see your face, Lord, and we shall be saved.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13th December, Sunday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Let us see your face, Lord, and we shall be saved.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14th December, Monday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Let us see your face, Lord, and we shall be saved.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15th December, Tuesday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Let us see your face, Lord, and we shall be saved.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16th December, Wednesday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Let us see your face, Lord, and we shall be saved.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17th December, Thursday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Let us see your face, Lord, and we shall be saved.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18th December, Friday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Let us see your face, Lord, and we shall be saved.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19th December, Saturday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Let us see your face, Lord, and we shall be saved.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20th December, Sunday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Let us see your face, Lord, and we shall be saved.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21st December, Monday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Let us see your face, Lord, and we shall be saved.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22nd December, Tuesday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Let us see your face, Lord, and we shall be saved.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23rd December, Wednesday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Let us see your face, Lord, and we shall be saved.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24th December, Thursday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Let us see your face, Lord, and we shall be saved.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25th December, Friday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Let us see your face, Lord, and we shall be saved.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26th December, Saturday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Let us see your face, Lord, and we shall be saved.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27th December, Sunday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Let us see your face, Lord, and we shall be saved.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28th December, Monday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Let us see your face, Lord, and we shall be saved.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29th December, Tuesday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Alleluia.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30th December, Wednesday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Alleluia.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" name="Google Shape;54;p13"/>
          <p:cNvSpPr txBox="1"/>
          <p:nvPr>
            <p:ph type="ctrTitle"/>
          </p:nvPr>
        </p:nvSpPr>
        <p:spPr>
          <a:xfrm>
            <a:off x="1864975" y="97050"/>
            <a:ext cx="5712900" cy="10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algn="ctr"/>
            <a:r>
              <a:rPr sz="3800"/>
              <a:t>31st December, Thursday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2600" y="1795125"/>
            <a:ext cx="8964600" cy="18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algn="ctr"/>
          </a:p>
          <a:p>
            <a:pPr algn="ctr"/>
            <a:r>
              <a:rPr sz="5800"/>
              <a:t>Alleluia.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