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slides/slide1063.xml" ContentType="application/vnd.openxmlformats-officedocument.presentationml.slide+xml"/>
  <Override PartName="/ppt/slides/slide1064.xml" ContentType="application/vnd.openxmlformats-officedocument.presentationml.slide+xml"/>
  <Override PartName="/ppt/slides/slide1065.xml" ContentType="application/vnd.openxmlformats-officedocument.presentationml.slide+xml"/>
  <Override PartName="/ppt/slides/slide1066.xml" ContentType="application/vnd.openxmlformats-officedocument.presentationml.slide+xml"/>
  <Override PartName="/ppt/slides/slide1067.xml" ContentType="application/vnd.openxmlformats-officedocument.presentationml.slide+xml"/>
  <Override PartName="/ppt/slides/slide1068.xml" ContentType="application/vnd.openxmlformats-officedocument.presentationml.slide+xml"/>
  <Override PartName="/ppt/slides/slide1069.xml" ContentType="application/vnd.openxmlformats-officedocument.presentationml.slide+xml"/>
  <Override PartName="/ppt/slides/slide1070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073.xml" ContentType="application/vnd.openxmlformats-officedocument.presentationml.slide+xml"/>
  <Override PartName="/ppt/slides/slide1074.xml" ContentType="application/vnd.openxmlformats-officedocument.presentationml.slide+xml"/>
  <Override PartName="/ppt/slides/slide1075.xml" ContentType="application/vnd.openxmlformats-officedocument.presentationml.slide+xml"/>
  <Override PartName="/ppt/slides/slide1076.xml" ContentType="application/vnd.openxmlformats-officedocument.presentationml.slide+xml"/>
  <Override PartName="/ppt/slides/slide1077.xml" ContentType="application/vnd.openxmlformats-officedocument.presentationml.slide+xml"/>
  <Override PartName="/ppt/slides/slide1078.xml" ContentType="application/vnd.openxmlformats-officedocument.presentationml.slide+xml"/>
  <Override PartName="/ppt/slides/slide1079.xml" ContentType="application/vnd.openxmlformats-officedocument.presentationml.slide+xml"/>
  <Override PartName="/ppt/slides/slide1080.xml" ContentType="application/vnd.openxmlformats-officedocument.presentationml.slide+xml"/>
  <Override PartName="/ppt/slides/slide1081.xml" ContentType="application/vnd.openxmlformats-officedocument.presentationml.slide+xml"/>
  <Override PartName="/ppt/slides/slide1082.xml" ContentType="application/vnd.openxmlformats-officedocument.presentationml.slide+xml"/>
  <Override PartName="/ppt/slides/slide1083.xml" ContentType="application/vnd.openxmlformats-officedocument.presentationml.slide+xml"/>
  <Override PartName="/ppt/slides/slide1084.xml" ContentType="application/vnd.openxmlformats-officedocument.presentationml.slide+xml"/>
  <Override PartName="/ppt/slides/slide1085.xml" ContentType="application/vnd.openxmlformats-officedocument.presentationml.slide+xml"/>
  <Override PartName="/ppt/slides/slide1086.xml" ContentType="application/vnd.openxmlformats-officedocument.presentationml.slide+xml"/>
  <Override PartName="/ppt/slides/slide1087.xml" ContentType="application/vnd.openxmlformats-officedocument.presentationml.slide+xml"/>
  <Override PartName="/ppt/slides/slide1088.xml" ContentType="application/vnd.openxmlformats-officedocument.presentationml.slide+xml"/>
  <Override PartName="/ppt/slides/slide1089.xml" ContentType="application/vnd.openxmlformats-officedocument.presentationml.slide+xml"/>
  <Override PartName="/ppt/slides/slide1090.xml" ContentType="application/vnd.openxmlformats-officedocument.presentationml.slide+xml"/>
  <Override PartName="/ppt/slides/slide1091.xml" ContentType="application/vnd.openxmlformats-officedocument.presentationml.slide+xml"/>
  <Override PartName="/ppt/slides/slide1092.xml" ContentType="application/vnd.openxmlformats-officedocument.presentationml.slide+xml"/>
  <Override PartName="/ppt/slides/slide1093.xml" ContentType="application/vnd.openxmlformats-officedocument.presentationml.slide+xml"/>
  <Override PartName="/ppt/slides/slide1094.xml" ContentType="application/vnd.openxmlformats-officedocument.presentationml.slide+xml"/>
  <Override PartName="/ppt/slides/slide1095.xml" ContentType="application/vnd.openxmlformats-officedocument.presentationml.slide+xml"/>
  <Override PartName="/ppt/slides/slide1096.xml" ContentType="application/vnd.openxmlformats-officedocument.presentationml.slide+xml"/>
  <Override PartName="/ppt/slides/slide1097.xml" ContentType="application/vnd.openxmlformats-officedocument.presentationml.slide+xml"/>
  <Override PartName="/ppt/slides/slide1098.xml" ContentType="application/vnd.openxmlformats-officedocument.presentationml.slide+xml"/>
  <Override PartName="/ppt/slides/slide1099.xml" ContentType="application/vnd.openxmlformats-officedocument.presentationml.slide+xml"/>
  <Override PartName="/ppt/slides/slide1100.xml" ContentType="application/vnd.openxmlformats-officedocument.presentationml.slide+xml"/>
  <Override PartName="/ppt/slides/slide1101.xml" ContentType="application/vnd.openxmlformats-officedocument.presentationml.slide+xml"/>
  <Override PartName="/ppt/slides/slide1102.xml" ContentType="application/vnd.openxmlformats-officedocument.presentationml.slide+xml"/>
  <Override PartName="/ppt/slides/slide1103.xml" ContentType="application/vnd.openxmlformats-officedocument.presentationml.slide+xml"/>
  <Override PartName="/ppt/slides/slide1104.xml" ContentType="application/vnd.openxmlformats-officedocument.presentationml.slide+xml"/>
  <Override PartName="/ppt/slides/slide1105.xml" ContentType="application/vnd.openxmlformats-officedocument.presentationml.slide+xml"/>
  <Override PartName="/ppt/slides/slide1106.xml" ContentType="application/vnd.openxmlformats-officedocument.presentationml.slide+xml"/>
  <Override PartName="/ppt/slides/slide1107.xml" ContentType="application/vnd.openxmlformats-officedocument.presentationml.slide+xml"/>
  <Override PartName="/ppt/slides/slide1108.xml" ContentType="application/vnd.openxmlformats-officedocument.presentationml.slide+xml"/>
  <Override PartName="/ppt/slides/slide1109.xml" ContentType="application/vnd.openxmlformats-officedocument.presentationml.slide+xml"/>
  <Override PartName="/ppt/slides/slide1110.xml" ContentType="application/vnd.openxmlformats-officedocument.presentationml.slide+xml"/>
  <Override PartName="/ppt/slides/slide1111.xml" ContentType="application/vnd.openxmlformats-officedocument.presentationml.slide+xml"/>
  <Override PartName="/ppt/slides/slide1112.xml" ContentType="application/vnd.openxmlformats-officedocument.presentationml.slide+xml"/>
  <Override PartName="/ppt/slides/slide1113.xml" ContentType="application/vnd.openxmlformats-officedocument.presentationml.slide+xml"/>
  <Override PartName="/ppt/slides/slide1114.xml" ContentType="application/vnd.openxmlformats-officedocument.presentationml.slide+xml"/>
  <Override PartName="/ppt/slides/slide1115.xml" ContentType="application/vnd.openxmlformats-officedocument.presentationml.slide+xml"/>
  <Override PartName="/ppt/slides/slide1116.xml" ContentType="application/vnd.openxmlformats-officedocument.presentationml.slide+xml"/>
  <Override PartName="/ppt/slides/slide1117.xml" ContentType="application/vnd.openxmlformats-officedocument.presentationml.slide+xml"/>
  <Override PartName="/ppt/slides/slide1118.xml" ContentType="application/vnd.openxmlformats-officedocument.presentationml.slide+xml"/>
  <Override PartName="/ppt/slides/slide1119.xml" ContentType="application/vnd.openxmlformats-officedocument.presentationml.slide+xml"/>
  <Override PartName="/ppt/slides/slide1120.xml" ContentType="application/vnd.openxmlformats-officedocument.presentationml.slide+xml"/>
  <Override PartName="/ppt/slides/slide1121.xml" ContentType="application/vnd.openxmlformats-officedocument.presentationml.slide+xml"/>
  <Override PartName="/ppt/slides/slide1122.xml" ContentType="application/vnd.openxmlformats-officedocument.presentationml.slide+xml"/>
  <Override PartName="/ppt/slides/slide1123.xml" ContentType="application/vnd.openxmlformats-officedocument.presentationml.slide+xml"/>
  <Override PartName="/ppt/slides/slide1124.xml" ContentType="application/vnd.openxmlformats-officedocument.presentationml.slide+xml"/>
  <Override PartName="/ppt/slides/slide1125.xml" ContentType="application/vnd.openxmlformats-officedocument.presentationml.slide+xml"/>
  <Override PartName="/ppt/slides/slide1126.xml" ContentType="application/vnd.openxmlformats-officedocument.presentationml.slide+xml"/>
  <Override PartName="/ppt/slides/slide1127.xml" ContentType="application/vnd.openxmlformats-officedocument.presentationml.slide+xml"/>
  <Override PartName="/ppt/slides/slide1128.xml" ContentType="application/vnd.openxmlformats-officedocument.presentationml.slide+xml"/>
  <Override PartName="/ppt/slides/slide1129.xml" ContentType="application/vnd.openxmlformats-officedocument.presentationml.slide+xml"/>
  <Override PartName="/ppt/slides/slide1130.xml" ContentType="application/vnd.openxmlformats-officedocument.presentationml.slide+xml"/>
  <Override PartName="/ppt/slides/slide1131.xml" ContentType="application/vnd.openxmlformats-officedocument.presentationml.slide+xml"/>
  <Override PartName="/ppt/slides/slide1132.xml" ContentType="application/vnd.openxmlformats-officedocument.presentationml.slide+xml"/>
  <Override PartName="/ppt/slides/slide1133.xml" ContentType="application/vnd.openxmlformats-officedocument.presentationml.slide+xml"/>
  <Override PartName="/ppt/slides/slide1134.xml" ContentType="application/vnd.openxmlformats-officedocument.presentationml.slide+xml"/>
  <Override PartName="/ppt/slides/slide1135.xml" ContentType="application/vnd.openxmlformats-officedocument.presentationml.slide+xml"/>
  <Override PartName="/ppt/slides/slide1136.xml" ContentType="application/vnd.openxmlformats-officedocument.presentationml.slide+xml"/>
  <Override PartName="/ppt/slides/slide1137.xml" ContentType="application/vnd.openxmlformats-officedocument.presentationml.slide+xml"/>
  <Override PartName="/ppt/slides/slide1138.xml" ContentType="application/vnd.openxmlformats-officedocument.presentationml.slide+xml"/>
  <Override PartName="/ppt/slides/slide1139.xml" ContentType="application/vnd.openxmlformats-officedocument.presentationml.slide+xml"/>
  <Override PartName="/ppt/slides/slide1140.xml" ContentType="application/vnd.openxmlformats-officedocument.presentationml.slide+xml"/>
  <Override PartName="/ppt/slides/slide1141.xml" ContentType="application/vnd.openxmlformats-officedocument.presentationml.slide+xml"/>
  <Override PartName="/ppt/slides/slide1142.xml" ContentType="application/vnd.openxmlformats-officedocument.presentationml.slide+xml"/>
  <Override PartName="/ppt/slides/slide1143.xml" ContentType="application/vnd.openxmlformats-officedocument.presentationml.slide+xml"/>
  <Override PartName="/ppt/slides/slide1144.xml" ContentType="application/vnd.openxmlformats-officedocument.presentationml.slide+xml"/>
  <Override PartName="/ppt/slides/slide1145.xml" ContentType="application/vnd.openxmlformats-officedocument.presentationml.slide+xml"/>
  <Override PartName="/ppt/slides/slide1146.xml" ContentType="application/vnd.openxmlformats-officedocument.presentationml.slide+xml"/>
  <Override PartName="/ppt/slides/slide1147.xml" ContentType="application/vnd.openxmlformats-officedocument.presentationml.slide+xml"/>
  <Override PartName="/ppt/slides/slide1148.xml" ContentType="application/vnd.openxmlformats-officedocument.presentationml.slide+xml"/>
  <Override PartName="/ppt/slides/slide1149.xml" ContentType="application/vnd.openxmlformats-officedocument.presentationml.slide+xml"/>
  <Override PartName="/ppt/slides/slide1150.xml" ContentType="application/vnd.openxmlformats-officedocument.presentationml.slide+xml"/>
  <Override PartName="/ppt/slides/slide1151.xml" ContentType="application/vnd.openxmlformats-officedocument.presentationml.slide+xml"/>
  <Override PartName="/ppt/slides/slide1152.xml" ContentType="application/vnd.openxmlformats-officedocument.presentationml.slide+xml"/>
  <Override PartName="/ppt/slides/slide1153.xml" ContentType="application/vnd.openxmlformats-officedocument.presentationml.slide+xml"/>
  <Override PartName="/ppt/slides/slide1154.xml" ContentType="application/vnd.openxmlformats-officedocument.presentationml.slide+xml"/>
  <Override PartName="/ppt/slides/slide1155.xml" ContentType="application/vnd.openxmlformats-officedocument.presentationml.slide+xml"/>
  <Override PartName="/ppt/slides/slide1156.xml" ContentType="application/vnd.openxmlformats-officedocument.presentationml.slide+xml"/>
  <Override PartName="/ppt/slides/slide1157.xml" ContentType="application/vnd.openxmlformats-officedocument.presentationml.slide+xml"/>
  <Override PartName="/ppt/slides/slide1158.xml" ContentType="application/vnd.openxmlformats-officedocument.presentationml.slide+xml"/>
  <Override PartName="/ppt/slides/slide1159.xml" ContentType="application/vnd.openxmlformats-officedocument.presentationml.slide+xml"/>
  <Override PartName="/ppt/slides/slide1160.xml" ContentType="application/vnd.openxmlformats-officedocument.presentationml.slide+xml"/>
  <Override PartName="/ppt/slides/slide1161.xml" ContentType="application/vnd.openxmlformats-officedocument.presentationml.slide+xml"/>
  <Override PartName="/ppt/slides/slide1162.xml" ContentType="application/vnd.openxmlformats-officedocument.presentationml.slide+xml"/>
  <Override PartName="/ppt/slides/slide1163.xml" ContentType="application/vnd.openxmlformats-officedocument.presentationml.slide+xml"/>
  <Override PartName="/ppt/slides/slide1164.xml" ContentType="application/vnd.openxmlformats-officedocument.presentationml.slide+xml"/>
  <Override PartName="/ppt/slides/slide1165.xml" ContentType="application/vnd.openxmlformats-officedocument.presentationml.slide+xml"/>
  <Override PartName="/ppt/slides/slide1166.xml" ContentType="application/vnd.openxmlformats-officedocument.presentationml.slide+xml"/>
  <Override PartName="/ppt/slides/slide1167.xml" ContentType="application/vnd.openxmlformats-officedocument.presentationml.slide+xml"/>
  <Override PartName="/ppt/slides/slide1168.xml" ContentType="application/vnd.openxmlformats-officedocument.presentationml.slide+xml"/>
  <Override PartName="/ppt/slides/slide1169.xml" ContentType="application/vnd.openxmlformats-officedocument.presentationml.slide+xml"/>
  <Override PartName="/ppt/slides/slide1170.xml" ContentType="application/vnd.openxmlformats-officedocument.presentationml.slide+xml"/>
  <Override PartName="/ppt/slides/slide1171.xml" ContentType="application/vnd.openxmlformats-officedocument.presentationml.slide+xml"/>
  <Override PartName="/ppt/slides/slide1172.xml" ContentType="application/vnd.openxmlformats-officedocument.presentationml.slide+xml"/>
  <Override PartName="/ppt/slides/slide1173.xml" ContentType="application/vnd.openxmlformats-officedocument.presentationml.slide+xml"/>
  <Override PartName="/ppt/slides/slide1174.xml" ContentType="application/vnd.openxmlformats-officedocument.presentationml.slide+xml"/>
  <Override PartName="/ppt/slides/slide1175.xml" ContentType="application/vnd.openxmlformats-officedocument.presentationml.slide+xml"/>
  <Override PartName="/ppt/slides/slide1176.xml" ContentType="application/vnd.openxmlformats-officedocument.presentationml.slide+xml"/>
  <Override PartName="/ppt/slides/slide1177.xml" ContentType="application/vnd.openxmlformats-officedocument.presentationml.slide+xml"/>
  <Override PartName="/ppt/slides/slide1178.xml" ContentType="application/vnd.openxmlformats-officedocument.presentationml.slide+xml"/>
  <Override PartName="/ppt/slides/slide1179.xml" ContentType="application/vnd.openxmlformats-officedocument.presentationml.slide+xml"/>
  <Override PartName="/ppt/slides/slide1180.xml" ContentType="application/vnd.openxmlformats-officedocument.presentationml.slide+xml"/>
  <Override PartName="/ppt/slides/slide1181.xml" ContentType="application/vnd.openxmlformats-officedocument.presentationml.slide+xml"/>
  <Override PartName="/ppt/slides/slide1182.xml" ContentType="application/vnd.openxmlformats-officedocument.presentationml.slide+xml"/>
  <Override PartName="/ppt/slides/slide1183.xml" ContentType="application/vnd.openxmlformats-officedocument.presentationml.slide+xml"/>
  <Override PartName="/ppt/slides/slide1184.xml" ContentType="application/vnd.openxmlformats-officedocument.presentationml.slide+xml"/>
  <Override PartName="/ppt/slides/slide1185.xml" ContentType="application/vnd.openxmlformats-officedocument.presentationml.slide+xml"/>
  <Override PartName="/ppt/slides/slide1186.xml" ContentType="application/vnd.openxmlformats-officedocument.presentationml.slide+xml"/>
  <Override PartName="/ppt/slides/slide1187.xml" ContentType="application/vnd.openxmlformats-officedocument.presentationml.slide+xml"/>
  <Override PartName="/ppt/slides/slide1188.xml" ContentType="application/vnd.openxmlformats-officedocument.presentationml.slide+xml"/>
  <Override PartName="/ppt/slides/slide1189.xml" ContentType="application/vnd.openxmlformats-officedocument.presentationml.slide+xml"/>
  <Override PartName="/ppt/slides/slide1190.xml" ContentType="application/vnd.openxmlformats-officedocument.presentationml.slide+xml"/>
  <Override PartName="/ppt/slides/slide1191.xml" ContentType="application/vnd.openxmlformats-officedocument.presentationml.slide+xml"/>
  <Override PartName="/ppt/slides/slide1192.xml" ContentType="application/vnd.openxmlformats-officedocument.presentationml.slide+xml"/>
  <Override PartName="/ppt/slides/slide1193.xml" ContentType="application/vnd.openxmlformats-officedocument.presentationml.slide+xml"/>
  <Override PartName="/ppt/slides/slide1194.xml" ContentType="application/vnd.openxmlformats-officedocument.presentationml.slide+xml"/>
  <Override PartName="/ppt/slides/slide1195.xml" ContentType="application/vnd.openxmlformats-officedocument.presentationml.slide+xml"/>
  <Override PartName="/ppt/slides/slide1196.xml" ContentType="application/vnd.openxmlformats-officedocument.presentationml.slide+xml"/>
  <Override PartName="/ppt/slides/slide1197.xml" ContentType="application/vnd.openxmlformats-officedocument.presentationml.slide+xml"/>
  <Override PartName="/ppt/slides/slide1198.xml" ContentType="application/vnd.openxmlformats-officedocument.presentationml.slide+xml"/>
  <Override PartName="/ppt/slides/slide1199.xml" ContentType="application/vnd.openxmlformats-officedocument.presentationml.slide+xml"/>
  <Override PartName="/ppt/slides/slide1200.xml" ContentType="application/vnd.openxmlformats-officedocument.presentationml.slide+xml"/>
  <Override PartName="/ppt/slides/slide1201.xml" ContentType="application/vnd.openxmlformats-officedocument.presentationml.slide+xml"/>
  <Override PartName="/ppt/slides/slide1202.xml" ContentType="application/vnd.openxmlformats-officedocument.presentationml.slide+xml"/>
  <Override PartName="/ppt/slides/slide1203.xml" ContentType="application/vnd.openxmlformats-officedocument.presentationml.slide+xml"/>
  <Override PartName="/ppt/slides/slide1204.xml" ContentType="application/vnd.openxmlformats-officedocument.presentationml.slide+xml"/>
  <Override PartName="/ppt/slides/slide1205.xml" ContentType="application/vnd.openxmlformats-officedocument.presentationml.slide+xml"/>
  <Override PartName="/ppt/slides/slide1206.xml" ContentType="application/vnd.openxmlformats-officedocument.presentationml.slide+xml"/>
  <Override PartName="/ppt/slides/slide1207.xml" ContentType="application/vnd.openxmlformats-officedocument.presentationml.slide+xml"/>
  <Override PartName="/ppt/slides/slide1208.xml" ContentType="application/vnd.openxmlformats-officedocument.presentationml.slide+xml"/>
  <Override PartName="/ppt/slides/slide1209.xml" ContentType="application/vnd.openxmlformats-officedocument.presentationml.slide+xml"/>
  <Override PartName="/ppt/slides/slide1210.xml" ContentType="application/vnd.openxmlformats-officedocument.presentationml.slide+xml"/>
  <Override PartName="/ppt/slides/slide1211.xml" ContentType="application/vnd.openxmlformats-officedocument.presentationml.slide+xml"/>
  <Override PartName="/ppt/slides/slide1212.xml" ContentType="application/vnd.openxmlformats-officedocument.presentationml.slide+xml"/>
  <Override PartName="/ppt/slides/slide1213.xml" ContentType="application/vnd.openxmlformats-officedocument.presentationml.slide+xml"/>
  <Override PartName="/ppt/slides/slide1214.xml" ContentType="application/vnd.openxmlformats-officedocument.presentationml.slide+xml"/>
  <Override PartName="/ppt/slides/slide1215.xml" ContentType="application/vnd.openxmlformats-officedocument.presentationml.slide+xml"/>
  <Override PartName="/ppt/slides/slide1216.xml" ContentType="application/vnd.openxmlformats-officedocument.presentationml.slide+xml"/>
  <Override PartName="/ppt/slides/slide1217.xml" ContentType="application/vnd.openxmlformats-officedocument.presentationml.slide+xml"/>
  <Override PartName="/ppt/slides/slide1218.xml" ContentType="application/vnd.openxmlformats-officedocument.presentationml.slide+xml"/>
  <Override PartName="/ppt/slides/slide1219.xml" ContentType="application/vnd.openxmlformats-officedocument.presentationml.slide+xml"/>
  <Override PartName="/ppt/slides/slide1220.xml" ContentType="application/vnd.openxmlformats-officedocument.presentationml.slide+xml"/>
  <Override PartName="/ppt/slides/slide1221.xml" ContentType="application/vnd.openxmlformats-officedocument.presentationml.slide+xml"/>
  <Override PartName="/ppt/slides/slide1222.xml" ContentType="application/vnd.openxmlformats-officedocument.presentationml.slide+xml"/>
  <Override PartName="/ppt/slides/slide1223.xml" ContentType="application/vnd.openxmlformats-officedocument.presentationml.slide+xml"/>
  <Override PartName="/ppt/slides/slide1224.xml" ContentType="application/vnd.openxmlformats-officedocument.presentationml.slide+xml"/>
  <Override PartName="/ppt/slides/slide1225.xml" ContentType="application/vnd.openxmlformats-officedocument.presentationml.slide+xml"/>
  <Override PartName="/ppt/slides/slide1226.xml" ContentType="application/vnd.openxmlformats-officedocument.presentationml.slide+xml"/>
  <Override PartName="/ppt/slides/slide1227.xml" ContentType="application/vnd.openxmlformats-officedocument.presentationml.slide+xml"/>
  <Override PartName="/ppt/slides/slide1228.xml" ContentType="application/vnd.openxmlformats-officedocument.presentationml.slide+xml"/>
  <Override PartName="/ppt/slides/slide1229.xml" ContentType="application/vnd.openxmlformats-officedocument.presentationml.slide+xml"/>
  <Override PartName="/ppt/slides/slide1230.xml" ContentType="application/vnd.openxmlformats-officedocument.presentationml.slide+xml"/>
  <Override PartName="/ppt/slides/slide1231.xml" ContentType="application/vnd.openxmlformats-officedocument.presentationml.slide+xml"/>
  <Override PartName="/ppt/slides/slide1232.xml" ContentType="application/vnd.openxmlformats-officedocument.presentationml.slide+xml"/>
  <Override PartName="/ppt/slides/slide1233.xml" ContentType="application/vnd.openxmlformats-officedocument.presentationml.slide+xml"/>
  <Override PartName="/ppt/slides/slide1234.xml" ContentType="application/vnd.openxmlformats-officedocument.presentationml.slide+xml"/>
  <Override PartName="/ppt/slides/slide1235.xml" ContentType="application/vnd.openxmlformats-officedocument.presentationml.slide+xml"/>
  <Override PartName="/ppt/slides/slide1236.xml" ContentType="application/vnd.openxmlformats-officedocument.presentationml.slide+xml"/>
  <Override PartName="/ppt/slides/slide1237.xml" ContentType="application/vnd.openxmlformats-officedocument.presentationml.slide+xml"/>
  <Override PartName="/ppt/slides/slide1238.xml" ContentType="application/vnd.openxmlformats-officedocument.presentationml.slide+xml"/>
  <Override PartName="/ppt/slides/slide1239.xml" ContentType="application/vnd.openxmlformats-officedocument.presentationml.slide+xml"/>
  <Override PartName="/ppt/slides/slide1240.xml" ContentType="application/vnd.openxmlformats-officedocument.presentationml.slide+xml"/>
  <Override PartName="/ppt/slides/slide1241.xml" ContentType="application/vnd.openxmlformats-officedocument.presentationml.slide+xml"/>
  <Override PartName="/ppt/slides/slide1242.xml" ContentType="application/vnd.openxmlformats-officedocument.presentationml.slide+xml"/>
  <Override PartName="/ppt/slides/slide1243.xml" ContentType="application/vnd.openxmlformats-officedocument.presentationml.slide+xml"/>
  <Override PartName="/ppt/slides/slide1244.xml" ContentType="application/vnd.openxmlformats-officedocument.presentationml.slide+xml"/>
  <Override PartName="/ppt/slides/slide1245.xml" ContentType="application/vnd.openxmlformats-officedocument.presentationml.slide+xml"/>
  <Override PartName="/ppt/slides/slide1246.xml" ContentType="application/vnd.openxmlformats-officedocument.presentationml.slide+xml"/>
  <Override PartName="/ppt/slides/slide1247.xml" ContentType="application/vnd.openxmlformats-officedocument.presentationml.slide+xml"/>
  <Override PartName="/ppt/slides/slide1248.xml" ContentType="application/vnd.openxmlformats-officedocument.presentationml.slide+xml"/>
  <Override PartName="/ppt/slides/slide1249.xml" ContentType="application/vnd.openxmlformats-officedocument.presentationml.slide+xml"/>
  <Override PartName="/ppt/slides/slide1250.xml" ContentType="application/vnd.openxmlformats-officedocument.presentationml.slide+xml"/>
  <Override PartName="/ppt/slides/slide1251.xml" ContentType="application/vnd.openxmlformats-officedocument.presentationml.slide+xml"/>
  <Override PartName="/ppt/slides/slide1252.xml" ContentType="application/vnd.openxmlformats-officedocument.presentationml.slide+xml"/>
  <Override PartName="/ppt/slides/slide1253.xml" ContentType="application/vnd.openxmlformats-officedocument.presentationml.slide+xml"/>
  <Override PartName="/ppt/slides/slide1254.xml" ContentType="application/vnd.openxmlformats-officedocument.presentationml.slide+xml"/>
  <Override PartName="/ppt/slides/slide1255.xml" ContentType="application/vnd.openxmlformats-officedocument.presentationml.slide+xml"/>
  <Override PartName="/ppt/slides/slide1256.xml" ContentType="application/vnd.openxmlformats-officedocument.presentationml.slide+xml"/>
  <Override PartName="/ppt/slides/slide1257.xml" ContentType="application/vnd.openxmlformats-officedocument.presentationml.slide+xml"/>
  <Override PartName="/ppt/slides/slide1258.xml" ContentType="application/vnd.openxmlformats-officedocument.presentationml.slide+xml"/>
  <Override PartName="/ppt/slides/slide1259.xml" ContentType="application/vnd.openxmlformats-officedocument.presentationml.slide+xml"/>
  <Override PartName="/ppt/slides/slide1260.xml" ContentType="application/vnd.openxmlformats-officedocument.presentationml.slide+xml"/>
  <Override PartName="/ppt/slides/slide1261.xml" ContentType="application/vnd.openxmlformats-officedocument.presentationml.slide+xml"/>
  <Override PartName="/ppt/slides/slide1262.xml" ContentType="application/vnd.openxmlformats-officedocument.presentationml.slide+xml"/>
  <Override PartName="/ppt/slides/slide1263.xml" ContentType="application/vnd.openxmlformats-officedocument.presentationml.slide+xml"/>
  <Override PartName="/ppt/slides/slide1264.xml" ContentType="application/vnd.openxmlformats-officedocument.presentationml.slide+xml"/>
  <Override PartName="/ppt/slides/slide1265.xml" ContentType="application/vnd.openxmlformats-officedocument.presentationml.slide+xml"/>
  <Override PartName="/ppt/slides/slide1266.xml" ContentType="application/vnd.openxmlformats-officedocument.presentationml.slide+xml"/>
  <Override PartName="/ppt/slides/slide1267.xml" ContentType="application/vnd.openxmlformats-officedocument.presentationml.slide+xml"/>
  <Override PartName="/ppt/slides/slide1268.xml" ContentType="application/vnd.openxmlformats-officedocument.presentationml.slide+xml"/>
  <Override PartName="/ppt/slides/slide1269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272.xml" ContentType="application/vnd.openxmlformats-officedocument.presentationml.slide+xml"/>
  <Override PartName="/ppt/slides/slide1273.xml" ContentType="application/vnd.openxmlformats-officedocument.presentationml.slide+xml"/>
  <Override PartName="/ppt/slides/slide1274.xml" ContentType="application/vnd.openxmlformats-officedocument.presentationml.slide+xml"/>
  <Override PartName="/ppt/slides/slide1275.xml" ContentType="application/vnd.openxmlformats-officedocument.presentationml.slide+xml"/>
  <Override PartName="/ppt/slides/slide1276.xml" ContentType="application/vnd.openxmlformats-officedocument.presentationml.slide+xml"/>
  <Override PartName="/ppt/slides/slide1277.xml" ContentType="application/vnd.openxmlformats-officedocument.presentationml.slide+xml"/>
  <Override PartName="/ppt/slides/slide1278.xml" ContentType="application/vnd.openxmlformats-officedocument.presentationml.slide+xml"/>
  <Override PartName="/ppt/slides/slide1279.xml" ContentType="application/vnd.openxmlformats-officedocument.presentationml.slide+xml"/>
  <Override PartName="/ppt/slides/slide1280.xml" ContentType="application/vnd.openxmlformats-officedocument.presentationml.slide+xml"/>
  <Override PartName="/ppt/slides/slide1281.xml" ContentType="application/vnd.openxmlformats-officedocument.presentationml.slide+xml"/>
  <Override PartName="/ppt/slides/slide1282.xml" ContentType="application/vnd.openxmlformats-officedocument.presentationml.slide+xml"/>
  <Override PartName="/ppt/slides/slide1283.xml" ContentType="application/vnd.openxmlformats-officedocument.presentationml.slide+xml"/>
  <Override PartName="/ppt/slides/slide1284.xml" ContentType="application/vnd.openxmlformats-officedocument.presentationml.slide+xml"/>
  <Override PartName="/ppt/slides/slide1285.xml" ContentType="application/vnd.openxmlformats-officedocument.presentationml.slide+xml"/>
  <Override PartName="/ppt/slides/slide1286.xml" ContentType="application/vnd.openxmlformats-officedocument.presentationml.slide+xml"/>
  <Override PartName="/ppt/slides/slide1287.xml" ContentType="application/vnd.openxmlformats-officedocument.presentationml.slide+xml"/>
  <Override PartName="/ppt/slides/slide1288.xml" ContentType="application/vnd.openxmlformats-officedocument.presentationml.slide+xml"/>
  <Override PartName="/ppt/slides/slide1289.xml" ContentType="application/vnd.openxmlformats-officedocument.presentationml.slide+xml"/>
  <Override PartName="/ppt/slides/slide1290.xml" ContentType="application/vnd.openxmlformats-officedocument.presentationml.slide+xml"/>
  <Override PartName="/ppt/slides/slide1291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294.xml" ContentType="application/vnd.openxmlformats-officedocument.presentationml.slide+xml"/>
  <Override PartName="/ppt/slides/slide1295.xml" ContentType="application/vnd.openxmlformats-officedocument.presentationml.slide+xml"/>
  <Override PartName="/ppt/slides/slide1296.xml" ContentType="application/vnd.openxmlformats-officedocument.presentationml.slide+xml"/>
  <Override PartName="/ppt/slides/slide1297.xml" ContentType="application/vnd.openxmlformats-officedocument.presentationml.slide+xml"/>
  <Override PartName="/ppt/slides/slide1298.xml" ContentType="application/vnd.openxmlformats-officedocument.presentationml.slide+xml"/>
  <Override PartName="/ppt/slides/slide1299.xml" ContentType="application/vnd.openxmlformats-officedocument.presentationml.slide+xml"/>
  <Override PartName="/ppt/slides/slide1300.xml" ContentType="application/vnd.openxmlformats-officedocument.presentationml.slide+xml"/>
  <Override PartName="/ppt/slides/slide1301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1304.xml" ContentType="application/vnd.openxmlformats-officedocument.presentationml.slide+xml"/>
  <Override PartName="/ppt/slides/slide1305.xml" ContentType="application/vnd.openxmlformats-officedocument.presentationml.slide+xml"/>
  <Override PartName="/ppt/slides/slide1306.xml" ContentType="application/vnd.openxmlformats-officedocument.presentationml.slide+xml"/>
  <Override PartName="/ppt/slides/slide1307.xml" ContentType="application/vnd.openxmlformats-officedocument.presentationml.slide+xml"/>
  <Override PartName="/ppt/slides/slide1308.xml" ContentType="application/vnd.openxmlformats-officedocument.presentationml.slide+xml"/>
  <Override PartName="/ppt/slides/slide1309.xml" ContentType="application/vnd.openxmlformats-officedocument.presentationml.slide+xml"/>
  <Override PartName="/ppt/slides/slide1310.xml" ContentType="application/vnd.openxmlformats-officedocument.presentationml.slide+xml"/>
  <Override PartName="/ppt/slides/slide1311.xml" ContentType="application/vnd.openxmlformats-officedocument.presentationml.slide+xml"/>
  <Override PartName="/ppt/slides/slide1312.xml" ContentType="application/vnd.openxmlformats-officedocument.presentationml.slide+xml"/>
  <Override PartName="/ppt/slides/slide1313.xml" ContentType="application/vnd.openxmlformats-officedocument.presentationml.slide+xml"/>
  <Override PartName="/ppt/slides/slide1314.xml" ContentType="application/vnd.openxmlformats-officedocument.presentationml.slide+xml"/>
  <Override PartName="/ppt/slides/slide1315.xml" ContentType="application/vnd.openxmlformats-officedocument.presentationml.slide+xml"/>
  <Override PartName="/ppt/slides/slide1316.xml" ContentType="application/vnd.openxmlformats-officedocument.presentationml.slide+xml"/>
  <Override PartName="/ppt/slides/slide1317.xml" ContentType="application/vnd.openxmlformats-officedocument.presentationml.slide+xml"/>
  <Override PartName="/ppt/slides/slide1318.xml" ContentType="application/vnd.openxmlformats-officedocument.presentationml.slide+xml"/>
  <Override PartName="/ppt/slides/slide1319.xml" ContentType="application/vnd.openxmlformats-officedocument.presentationml.slide+xml"/>
  <Override PartName="/ppt/slides/slide1320.xml" ContentType="application/vnd.openxmlformats-officedocument.presentationml.slide+xml"/>
  <Override PartName="/ppt/slides/slide1321.xml" ContentType="application/vnd.openxmlformats-officedocument.presentationml.slide+xml"/>
  <Override PartName="/ppt/slides/slide1322.xml" ContentType="application/vnd.openxmlformats-officedocument.presentationml.slide+xml"/>
  <Override PartName="/ppt/slides/slide1323.xml" ContentType="application/vnd.openxmlformats-officedocument.presentationml.slide+xml"/>
  <Override PartName="/ppt/slides/slide1324.xml" ContentType="application/vnd.openxmlformats-officedocument.presentationml.slide+xml"/>
  <Override PartName="/ppt/slides/slide1325.xml" ContentType="application/vnd.openxmlformats-officedocument.presentationml.slide+xml"/>
  <Override PartName="/ppt/slides/slide1326.xml" ContentType="application/vnd.openxmlformats-officedocument.presentationml.slide+xml"/>
  <Override PartName="/ppt/slides/slide1327.xml" ContentType="application/vnd.openxmlformats-officedocument.presentationml.slide+xml"/>
  <Override PartName="/ppt/slides/slide1328.xml" ContentType="application/vnd.openxmlformats-officedocument.presentationml.slide+xml"/>
  <Override PartName="/ppt/slides/slide1329.xml" ContentType="application/vnd.openxmlformats-officedocument.presentationml.slide+xml"/>
  <Override PartName="/ppt/slides/slide1330.xml" ContentType="application/vnd.openxmlformats-officedocument.presentationml.slide+xml"/>
  <Override PartName="/ppt/slides/slide1331.xml" ContentType="application/vnd.openxmlformats-officedocument.presentationml.slide+xml"/>
  <Override PartName="/ppt/slides/slide1332.xml" ContentType="application/vnd.openxmlformats-officedocument.presentationml.slide+xml"/>
  <Override PartName="/ppt/slides/slide1333.xml" ContentType="application/vnd.openxmlformats-officedocument.presentationml.slide+xml"/>
  <Override PartName="/ppt/slides/slide1334.xml" ContentType="application/vnd.openxmlformats-officedocument.presentationml.slide+xml"/>
  <Override PartName="/ppt/slides/slide1335.xml" ContentType="application/vnd.openxmlformats-officedocument.presentationml.slide+xml"/>
  <Override PartName="/ppt/slides/slide1336.xml" ContentType="application/vnd.openxmlformats-officedocument.presentationml.slide+xml"/>
  <Override PartName="/ppt/slides/slide1337.xml" ContentType="application/vnd.openxmlformats-officedocument.presentationml.slide+xml"/>
  <Override PartName="/ppt/slides/slide1338.xml" ContentType="application/vnd.openxmlformats-officedocument.presentationml.slide+xml"/>
  <Override PartName="/ppt/slides/slide1339.xml" ContentType="application/vnd.openxmlformats-officedocument.presentationml.slide+xml"/>
  <Override PartName="/ppt/slides/slide1340.xml" ContentType="application/vnd.openxmlformats-officedocument.presentationml.slide+xml"/>
  <Override PartName="/ppt/slides/slide1341.xml" ContentType="application/vnd.openxmlformats-officedocument.presentationml.slide+xml"/>
  <Override PartName="/ppt/slides/slide1342.xml" ContentType="application/vnd.openxmlformats-officedocument.presentationml.slide+xml"/>
  <Override PartName="/ppt/slides/slide1343.xml" ContentType="application/vnd.openxmlformats-officedocument.presentationml.slide+xml"/>
  <Override PartName="/ppt/slides/slide1344.xml" ContentType="application/vnd.openxmlformats-officedocument.presentationml.slide+xml"/>
  <Override PartName="/ppt/slides/slide1345.xml" ContentType="application/vnd.openxmlformats-officedocument.presentationml.slide+xml"/>
  <Override PartName="/ppt/slides/slide1346.xml" ContentType="application/vnd.openxmlformats-officedocument.presentationml.slide+xml"/>
  <Override PartName="/ppt/slides/slide1347.xml" ContentType="application/vnd.openxmlformats-officedocument.presentationml.slide+xml"/>
  <Override PartName="/ppt/slides/slide1348.xml" ContentType="application/vnd.openxmlformats-officedocument.presentationml.slide+xml"/>
  <Override PartName="/ppt/slides/slide1349.xml" ContentType="application/vnd.openxmlformats-officedocument.presentationml.slide+xml"/>
  <Override PartName="/ppt/slides/slide1350.xml" ContentType="application/vnd.openxmlformats-officedocument.presentationml.slide+xml"/>
  <Override PartName="/ppt/slides/slide1351.xml" ContentType="application/vnd.openxmlformats-officedocument.presentationml.slide+xml"/>
  <Override PartName="/ppt/slides/slide1352.xml" ContentType="application/vnd.openxmlformats-officedocument.presentationml.slide+xml"/>
  <Override PartName="/ppt/slides/slide1353.xml" ContentType="application/vnd.openxmlformats-officedocument.presentationml.slide+xml"/>
  <Override PartName="/ppt/slides/slide1354.xml" ContentType="application/vnd.openxmlformats-officedocument.presentationml.slide+xml"/>
  <Override PartName="/ppt/slides/slide1355.xml" ContentType="application/vnd.openxmlformats-officedocument.presentationml.slide+xml"/>
  <Override PartName="/ppt/slides/slide1356.xml" ContentType="application/vnd.openxmlformats-officedocument.presentationml.slide+xml"/>
  <Override PartName="/ppt/slides/slide1357.xml" ContentType="application/vnd.openxmlformats-officedocument.presentationml.slide+xml"/>
  <Override PartName="/ppt/slides/slide1358.xml" ContentType="application/vnd.openxmlformats-officedocument.presentationml.slide+xml"/>
  <Override PartName="/ppt/slides/slide1359.xml" ContentType="application/vnd.openxmlformats-officedocument.presentationml.slide+xml"/>
  <Override PartName="/ppt/slides/slide1360.xml" ContentType="application/vnd.openxmlformats-officedocument.presentationml.slide+xml"/>
  <Override PartName="/ppt/slides/slide1361.xml" ContentType="application/vnd.openxmlformats-officedocument.presentationml.slide+xml"/>
  <Override PartName="/ppt/slides/slide1362.xml" ContentType="application/vnd.openxmlformats-officedocument.presentationml.slide+xml"/>
  <Override PartName="/ppt/slides/slide1363.xml" ContentType="application/vnd.openxmlformats-officedocument.presentationml.slide+xml"/>
  <Override PartName="/ppt/slides/slide1364.xml" ContentType="application/vnd.openxmlformats-officedocument.presentationml.slide+xml"/>
  <Override PartName="/ppt/slides/slide1365.xml" ContentType="application/vnd.openxmlformats-officedocument.presentationml.slide+xml"/>
  <Override PartName="/ppt/slides/slide1366.xml" ContentType="application/vnd.openxmlformats-officedocument.presentationml.slide+xml"/>
  <Override PartName="/ppt/slides/slide1367.xml" ContentType="application/vnd.openxmlformats-officedocument.presentationml.slide+xml"/>
  <Override PartName="/ppt/slides/slide1368.xml" ContentType="application/vnd.openxmlformats-officedocument.presentationml.slide+xml"/>
  <Override PartName="/ppt/slides/slide1369.xml" ContentType="application/vnd.openxmlformats-officedocument.presentationml.slide+xml"/>
  <Override PartName="/ppt/slides/slide1370.xml" ContentType="application/vnd.openxmlformats-officedocument.presentationml.slide+xml"/>
  <Override PartName="/ppt/slides/slide1371.xml" ContentType="application/vnd.openxmlformats-officedocument.presentationml.slide+xml"/>
  <Override PartName="/ppt/slides/slide1372.xml" ContentType="application/vnd.openxmlformats-officedocument.presentationml.slide+xml"/>
  <Override PartName="/ppt/slides/slide1373.xml" ContentType="application/vnd.openxmlformats-officedocument.presentationml.slide+xml"/>
  <Override PartName="/ppt/slides/slide1374.xml" ContentType="application/vnd.openxmlformats-officedocument.presentationml.slide+xml"/>
  <Override PartName="/ppt/slides/slide1375.xml" ContentType="application/vnd.openxmlformats-officedocument.presentationml.slide+xml"/>
  <Override PartName="/ppt/slides/slide1376.xml" ContentType="application/vnd.openxmlformats-officedocument.presentationml.slide+xml"/>
  <Override PartName="/ppt/slides/slide1377.xml" ContentType="application/vnd.openxmlformats-officedocument.presentationml.slide+xml"/>
  <Override PartName="/ppt/slides/slide1378.xml" ContentType="application/vnd.openxmlformats-officedocument.presentationml.slide+xml"/>
  <Override PartName="/ppt/slides/slide1379.xml" ContentType="application/vnd.openxmlformats-officedocument.presentationml.slide+xml"/>
  <Override PartName="/ppt/slides/slide1380.xml" ContentType="application/vnd.openxmlformats-officedocument.presentationml.slide+xml"/>
  <Override PartName="/ppt/slides/slide1381.xml" ContentType="application/vnd.openxmlformats-officedocument.presentationml.slide+xml"/>
  <Override PartName="/ppt/slides/slide1382.xml" ContentType="application/vnd.openxmlformats-officedocument.presentationml.slide+xml"/>
  <Override PartName="/ppt/slides/slide1383.xml" ContentType="application/vnd.openxmlformats-officedocument.presentationml.slide+xml"/>
  <Override PartName="/ppt/slides/slide1384.xml" ContentType="application/vnd.openxmlformats-officedocument.presentationml.slide+xml"/>
  <Override PartName="/ppt/slides/slide1385.xml" ContentType="application/vnd.openxmlformats-officedocument.presentationml.slide+xml"/>
  <Override PartName="/ppt/slides/slide1386.xml" ContentType="application/vnd.openxmlformats-officedocument.presentationml.slide+xml"/>
  <Override PartName="/ppt/slides/slide1387.xml" ContentType="application/vnd.openxmlformats-officedocument.presentationml.slide+xml"/>
  <Override PartName="/ppt/slides/slide1388.xml" ContentType="application/vnd.openxmlformats-officedocument.presentationml.slide+xml"/>
  <Override PartName="/ppt/slides/slide1389.xml" ContentType="application/vnd.openxmlformats-officedocument.presentationml.slide+xml"/>
  <Override PartName="/ppt/slides/slide1390.xml" ContentType="application/vnd.openxmlformats-officedocument.presentationml.slide+xml"/>
  <Override PartName="/ppt/slides/slide1391.xml" ContentType="application/vnd.openxmlformats-officedocument.presentationml.slide+xml"/>
  <Override PartName="/ppt/slides/slide1392.xml" ContentType="application/vnd.openxmlformats-officedocument.presentationml.slide+xml"/>
  <Override PartName="/ppt/slides/slide1393.xml" ContentType="application/vnd.openxmlformats-officedocument.presentationml.slide+xml"/>
  <Override PartName="/ppt/slides/slide1394.xml" ContentType="application/vnd.openxmlformats-officedocument.presentationml.slide+xml"/>
  <Override PartName="/ppt/slides/slide1395.xml" ContentType="application/vnd.openxmlformats-officedocument.presentationml.slide+xml"/>
  <Override PartName="/ppt/slides/slide1396.xml" ContentType="application/vnd.openxmlformats-officedocument.presentationml.slide+xml"/>
  <Override PartName="/ppt/slides/slide1397.xml" ContentType="application/vnd.openxmlformats-officedocument.presentationml.slide+xml"/>
  <Override PartName="/ppt/slides/slide1398.xml" ContentType="application/vnd.openxmlformats-officedocument.presentationml.slide+xml"/>
  <Override PartName="/ppt/slides/slide1399.xml" ContentType="application/vnd.openxmlformats-officedocument.presentationml.slide+xml"/>
  <Override PartName="/ppt/slides/slide1400.xml" ContentType="application/vnd.openxmlformats-officedocument.presentationml.slide+xml"/>
  <Override PartName="/ppt/slides/slide1401.xml" ContentType="application/vnd.openxmlformats-officedocument.presentationml.slide+xml"/>
  <Override PartName="/ppt/slides/slide1402.xml" ContentType="application/vnd.openxmlformats-officedocument.presentationml.slide+xml"/>
  <Override PartName="/ppt/slides/slide1403.xml" ContentType="application/vnd.openxmlformats-officedocument.presentationml.slide+xml"/>
  <Override PartName="/ppt/slides/slide1404.xml" ContentType="application/vnd.openxmlformats-officedocument.presentationml.slide+xml"/>
  <Override PartName="/ppt/slides/slide1405.xml" ContentType="application/vnd.openxmlformats-officedocument.presentationml.slide+xml"/>
  <Override PartName="/ppt/slides/slide1406.xml" ContentType="application/vnd.openxmlformats-officedocument.presentationml.slide+xml"/>
  <Override PartName="/ppt/slides/slide1407.xml" ContentType="application/vnd.openxmlformats-officedocument.presentationml.slide+xml"/>
  <Override PartName="/ppt/slides/slide1408.xml" ContentType="application/vnd.openxmlformats-officedocument.presentationml.slide+xml"/>
  <Override PartName="/ppt/slides/slide1409.xml" ContentType="application/vnd.openxmlformats-officedocument.presentationml.slide+xml"/>
  <Override PartName="/ppt/slides/slide1410.xml" ContentType="application/vnd.openxmlformats-officedocument.presentationml.slide+xml"/>
  <Override PartName="/ppt/slides/slide1411.xml" ContentType="application/vnd.openxmlformats-officedocument.presentationml.slide+xml"/>
  <Override PartName="/ppt/slides/slide1412.xml" ContentType="application/vnd.openxmlformats-officedocument.presentationml.slide+xml"/>
  <Override PartName="/ppt/slides/slide1413.xml" ContentType="application/vnd.openxmlformats-officedocument.presentationml.slide+xml"/>
  <Override PartName="/ppt/slides/slide1414.xml" ContentType="application/vnd.openxmlformats-officedocument.presentationml.slide+xml"/>
  <Override PartName="/ppt/slides/slide1415.xml" ContentType="application/vnd.openxmlformats-officedocument.presentationml.slide+xml"/>
  <Override PartName="/ppt/slides/slide1416.xml" ContentType="application/vnd.openxmlformats-officedocument.presentationml.slide+xml"/>
  <Override PartName="/ppt/slides/slide1417.xml" ContentType="application/vnd.openxmlformats-officedocument.presentationml.slide+xml"/>
  <Override PartName="/ppt/slides/slide1418.xml" ContentType="application/vnd.openxmlformats-officedocument.presentationml.slide+xml"/>
  <Override PartName="/ppt/slides/slide1419.xml" ContentType="application/vnd.openxmlformats-officedocument.presentationml.slide+xml"/>
  <Override PartName="/ppt/slides/slide1420.xml" ContentType="application/vnd.openxmlformats-officedocument.presentationml.slide+xml"/>
  <Override PartName="/ppt/slides/slide1421.xml" ContentType="application/vnd.openxmlformats-officedocument.presentationml.slide+xml"/>
  <Override PartName="/ppt/slides/slide1422.xml" ContentType="application/vnd.openxmlformats-officedocument.presentationml.slide+xml"/>
  <Override PartName="/ppt/slides/slide1423.xml" ContentType="application/vnd.openxmlformats-officedocument.presentationml.slide+xml"/>
  <Override PartName="/ppt/slides/slide1424.xml" ContentType="application/vnd.openxmlformats-officedocument.presentationml.slide+xml"/>
  <Override PartName="/ppt/slides/slide1425.xml" ContentType="application/vnd.openxmlformats-officedocument.presentationml.slide+xml"/>
  <Override PartName="/ppt/slides/slide1426.xml" ContentType="application/vnd.openxmlformats-officedocument.presentationml.slide+xml"/>
  <Override PartName="/ppt/slides/slide142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430.xml" ContentType="application/vnd.openxmlformats-officedocument.presentationml.slide+xml"/>
  <Override PartName="/ppt/slides/slide1431.xml" ContentType="application/vnd.openxmlformats-officedocument.presentationml.slide+xml"/>
  <Override PartName="/ppt/slides/slide1432.xml" ContentType="application/vnd.openxmlformats-officedocument.presentationml.slide+xml"/>
  <Override PartName="/ppt/slides/slide1433.xml" ContentType="application/vnd.openxmlformats-officedocument.presentationml.slide+xml"/>
  <Override PartName="/ppt/slides/slide1434.xml" ContentType="application/vnd.openxmlformats-officedocument.presentationml.slide+xml"/>
  <Override PartName="/ppt/slides/slide1435.xml" ContentType="application/vnd.openxmlformats-officedocument.presentationml.slide+xml"/>
  <Override PartName="/ppt/slides/slide1436.xml" ContentType="application/vnd.openxmlformats-officedocument.presentationml.slide+xml"/>
  <Override PartName="/ppt/slides/slide1437.xml" ContentType="application/vnd.openxmlformats-officedocument.presentationml.slide+xml"/>
  <Override PartName="/ppt/slides/slide1438.xml" ContentType="application/vnd.openxmlformats-officedocument.presentationml.slide+xml"/>
  <Override PartName="/ppt/slides/slide1439.xml" ContentType="application/vnd.openxmlformats-officedocument.presentationml.slide+xml"/>
  <Override PartName="/ppt/slides/slide1440.xml" ContentType="application/vnd.openxmlformats-officedocument.presentationml.slide+xml"/>
  <Override PartName="/ppt/slides/slide1441.xml" ContentType="application/vnd.openxmlformats-officedocument.presentationml.slide+xml"/>
  <Override PartName="/ppt/slides/slide1442.xml" ContentType="application/vnd.openxmlformats-officedocument.presentationml.slide+xml"/>
  <Override PartName="/ppt/slides/slide1443.xml" ContentType="application/vnd.openxmlformats-officedocument.presentationml.slide+xml"/>
  <Override PartName="/ppt/slides/slide1444.xml" ContentType="application/vnd.openxmlformats-officedocument.presentationml.slide+xml"/>
  <Override PartName="/ppt/slides/slide1445.xml" ContentType="application/vnd.openxmlformats-officedocument.presentationml.slide+xml"/>
  <Override PartName="/ppt/slides/slide1446.xml" ContentType="application/vnd.openxmlformats-officedocument.presentationml.slide+xml"/>
  <Override PartName="/ppt/slides/slide1447.xml" ContentType="application/vnd.openxmlformats-officedocument.presentationml.slide+xml"/>
  <Override PartName="/ppt/slides/slide1448.xml" ContentType="application/vnd.openxmlformats-officedocument.presentationml.slide+xml"/>
  <Override PartName="/ppt/slides/slide1449.xml" ContentType="application/vnd.openxmlformats-officedocument.presentationml.slide+xml"/>
  <Override PartName="/ppt/slides/slide1450.xml" ContentType="application/vnd.openxmlformats-officedocument.presentationml.slide+xml"/>
  <Override PartName="/ppt/slides/slide1451.xml" ContentType="application/vnd.openxmlformats-officedocument.presentationml.slide+xml"/>
  <Override PartName="/ppt/slides/slide1452.xml" ContentType="application/vnd.openxmlformats-officedocument.presentationml.slide+xml"/>
  <Override PartName="/ppt/slides/slide1453.xml" ContentType="application/vnd.openxmlformats-officedocument.presentationml.slide+xml"/>
  <Override PartName="/ppt/slides/slide1454.xml" ContentType="application/vnd.openxmlformats-officedocument.presentationml.slide+xml"/>
  <Override PartName="/ppt/slides/slide1455.xml" ContentType="application/vnd.openxmlformats-officedocument.presentationml.slide+xml"/>
  <Override PartName="/ppt/slides/slide1456.xml" ContentType="application/vnd.openxmlformats-officedocument.presentationml.slide+xml"/>
  <Override PartName="/ppt/slides/slide1457.xml" ContentType="application/vnd.openxmlformats-officedocument.presentationml.slide+xml"/>
  <Override PartName="/ppt/slides/slide1458.xml" ContentType="application/vnd.openxmlformats-officedocument.presentationml.slide+xml"/>
  <Override PartName="/ppt/slides/slide1459.xml" ContentType="application/vnd.openxmlformats-officedocument.presentationml.slide+xml"/>
  <Override PartName="/ppt/slides/slide1460.xml" ContentType="application/vnd.openxmlformats-officedocument.presentationml.slide+xml"/>
  <Override PartName="/ppt/slides/slide1461.xml" ContentType="application/vnd.openxmlformats-officedocument.presentationml.slide+xml"/>
  <Override PartName="/ppt/slides/slide1462.xml" ContentType="application/vnd.openxmlformats-officedocument.presentationml.slide+xml"/>
  <Override PartName="/ppt/slides/slide1463.xml" ContentType="application/vnd.openxmlformats-officedocument.presentationml.slide+xml"/>
  <Override PartName="/ppt/slides/slide1464.xml" ContentType="application/vnd.openxmlformats-officedocument.presentationml.slide+xml"/>
  <Override PartName="/ppt/slides/slide1465.xml" ContentType="application/vnd.openxmlformats-officedocument.presentationml.slide+xml"/>
  <Override PartName="/ppt/slides/slide1466.xml" ContentType="application/vnd.openxmlformats-officedocument.presentationml.slide+xml"/>
  <Override PartName="/ppt/slides/slide1467.xml" ContentType="application/vnd.openxmlformats-officedocument.presentationml.slide+xml"/>
  <Override PartName="/ppt/slides/slide1468.xml" ContentType="application/vnd.openxmlformats-officedocument.presentationml.slide+xml"/>
  <Override PartName="/ppt/slides/slide1469.xml" ContentType="application/vnd.openxmlformats-officedocument.presentationml.slide+xml"/>
  <Override PartName="/ppt/slides/slide1470.xml" ContentType="application/vnd.openxmlformats-officedocument.presentationml.slide+xml"/>
  <Override PartName="/ppt/slides/slide1471.xml" ContentType="application/vnd.openxmlformats-officedocument.presentationml.slide+xml"/>
  <Override PartName="/ppt/slides/slide1472.xml" ContentType="application/vnd.openxmlformats-officedocument.presentationml.slide+xml"/>
  <Override PartName="/ppt/slides/slide1473.xml" ContentType="application/vnd.openxmlformats-officedocument.presentationml.slide+xml"/>
  <Override PartName="/ppt/slides/slide1474.xml" ContentType="application/vnd.openxmlformats-officedocument.presentationml.slide+xml"/>
  <Override PartName="/ppt/slides/slide1475.xml" ContentType="application/vnd.openxmlformats-officedocument.presentationml.slide+xml"/>
  <Override PartName="/ppt/slides/slide1476.xml" ContentType="application/vnd.openxmlformats-officedocument.presentationml.slide+xml"/>
  <Override PartName="/ppt/slides/slide1477.xml" ContentType="application/vnd.openxmlformats-officedocument.presentationml.slide+xml"/>
  <Override PartName="/ppt/slides/slide1478.xml" ContentType="application/vnd.openxmlformats-officedocument.presentationml.slide+xml"/>
  <Override PartName="/ppt/slides/slide1479.xml" ContentType="application/vnd.openxmlformats-officedocument.presentationml.slide+xml"/>
  <Override PartName="/ppt/slides/slide1480.xml" ContentType="application/vnd.openxmlformats-officedocument.presentationml.slide+xml"/>
  <Override PartName="/ppt/slides/slide1481.xml" ContentType="application/vnd.openxmlformats-officedocument.presentationml.slide+xml"/>
  <Override PartName="/ppt/slides/slide1482.xml" ContentType="application/vnd.openxmlformats-officedocument.presentationml.slide+xml"/>
  <Override PartName="/ppt/slides/slide1483.xml" ContentType="application/vnd.openxmlformats-officedocument.presentationml.slide+xml"/>
  <Override PartName="/ppt/slides/slide1484.xml" ContentType="application/vnd.openxmlformats-officedocument.presentationml.slide+xml"/>
  <Override PartName="/ppt/slides/slide1485.xml" ContentType="application/vnd.openxmlformats-officedocument.presentationml.slide+xml"/>
  <Override PartName="/ppt/slides/slide1486.xml" ContentType="application/vnd.openxmlformats-officedocument.presentationml.slide+xml"/>
  <Override PartName="/ppt/slides/slide1487.xml" ContentType="application/vnd.openxmlformats-officedocument.presentationml.slide+xml"/>
  <Override PartName="/ppt/slides/slide1488.xml" ContentType="application/vnd.openxmlformats-officedocument.presentationml.slide+xml"/>
  <Override PartName="/ppt/slides/slide1489.xml" ContentType="application/vnd.openxmlformats-officedocument.presentationml.slide+xml"/>
  <Override PartName="/ppt/slides/slide1490.xml" ContentType="application/vnd.openxmlformats-officedocument.presentationml.slide+xml"/>
  <Override PartName="/ppt/slides/slide1491.xml" ContentType="application/vnd.openxmlformats-officedocument.presentationml.slide+xml"/>
  <Override PartName="/ppt/slides/slide1492.xml" ContentType="application/vnd.openxmlformats-officedocument.presentationml.slide+xml"/>
  <Override PartName="/ppt/slides/slide1493.xml" ContentType="application/vnd.openxmlformats-officedocument.presentationml.slide+xml"/>
  <Override PartName="/ppt/slides/slide1494.xml" ContentType="application/vnd.openxmlformats-officedocument.presentationml.slide+xml"/>
  <Override PartName="/ppt/slides/slide1495.xml" ContentType="application/vnd.openxmlformats-officedocument.presentationml.slide+xml"/>
  <Override PartName="/ppt/slides/slide1496.xml" ContentType="application/vnd.openxmlformats-officedocument.presentationml.slide+xml"/>
  <Override PartName="/ppt/slides/slide1497.xml" ContentType="application/vnd.openxmlformats-officedocument.presentationml.slide+xml"/>
  <Override PartName="/ppt/slides/slide1498.xml" ContentType="application/vnd.openxmlformats-officedocument.presentationml.slide+xml"/>
  <Override PartName="/ppt/slides/slide1499.xml" ContentType="application/vnd.openxmlformats-officedocument.presentationml.slide+xml"/>
  <Override PartName="/ppt/slides/slide1500.xml" ContentType="application/vnd.openxmlformats-officedocument.presentationml.slide+xml"/>
  <Override PartName="/ppt/slides/slide1501.xml" ContentType="application/vnd.openxmlformats-officedocument.presentationml.slide+xml"/>
  <Override PartName="/ppt/slides/slide1502.xml" ContentType="application/vnd.openxmlformats-officedocument.presentationml.slide+xml"/>
  <Override PartName="/ppt/slides/slide1503.xml" ContentType="application/vnd.openxmlformats-officedocument.presentationml.slide+xml"/>
  <Override PartName="/ppt/slides/slide1504.xml" ContentType="application/vnd.openxmlformats-officedocument.presentationml.slide+xml"/>
  <Override PartName="/ppt/slides/slide1505.xml" ContentType="application/vnd.openxmlformats-officedocument.presentationml.slide+xml"/>
  <Override PartName="/ppt/slides/slide1506.xml" ContentType="application/vnd.openxmlformats-officedocument.presentationml.slide+xml"/>
  <Override PartName="/ppt/slides/slide1507.xml" ContentType="application/vnd.openxmlformats-officedocument.presentationml.slide+xml"/>
  <Override PartName="/ppt/slides/slide1508.xml" ContentType="application/vnd.openxmlformats-officedocument.presentationml.slide+xml"/>
  <Override PartName="/ppt/slides/slide1509.xml" ContentType="application/vnd.openxmlformats-officedocument.presentationml.slide+xml"/>
  <Override PartName="/ppt/slides/slide1510.xml" ContentType="application/vnd.openxmlformats-officedocument.presentationml.slide+xml"/>
  <Override PartName="/ppt/slides/slide1511.xml" ContentType="application/vnd.openxmlformats-officedocument.presentationml.slide+xml"/>
  <Override PartName="/ppt/slides/slide1512.xml" ContentType="application/vnd.openxmlformats-officedocument.presentationml.slide+xml"/>
  <Override PartName="/ppt/slides/slide1513.xml" ContentType="application/vnd.openxmlformats-officedocument.presentationml.slide+xml"/>
  <Override PartName="/ppt/slides/slide1514.xml" ContentType="application/vnd.openxmlformats-officedocument.presentationml.slide+xml"/>
  <Override PartName="/ppt/slides/slide1515.xml" ContentType="application/vnd.openxmlformats-officedocument.presentationml.slide+xml"/>
  <Override PartName="/ppt/slides/slide1516.xml" ContentType="application/vnd.openxmlformats-officedocument.presentationml.slide+xml"/>
  <Override PartName="/ppt/slides/slide1517.xml" ContentType="application/vnd.openxmlformats-officedocument.presentationml.slide+xml"/>
  <Override PartName="/ppt/slides/slide1518.xml" ContentType="application/vnd.openxmlformats-officedocument.presentationml.slide+xml"/>
  <Override PartName="/ppt/slides/slide1519.xml" ContentType="application/vnd.openxmlformats-officedocument.presentationml.slide+xml"/>
  <Override PartName="/ppt/slides/slide1520.xml" ContentType="application/vnd.openxmlformats-officedocument.presentationml.slide+xml"/>
  <Override PartName="/ppt/slides/slide1521.xml" ContentType="application/vnd.openxmlformats-officedocument.presentationml.slide+xml"/>
  <Override PartName="/ppt/slides/slide1522.xml" ContentType="application/vnd.openxmlformats-officedocument.presentationml.slide+xml"/>
  <Override PartName="/ppt/slides/slide1523.xml" ContentType="application/vnd.openxmlformats-officedocument.presentationml.slide+xml"/>
  <Override PartName="/ppt/slides/slide1524.xml" ContentType="application/vnd.openxmlformats-officedocument.presentationml.slide+xml"/>
  <Override PartName="/ppt/slides/slide1525.xml" ContentType="application/vnd.openxmlformats-officedocument.presentationml.slide+xml"/>
  <Override PartName="/ppt/slides/slide1526.xml" ContentType="application/vnd.openxmlformats-officedocument.presentationml.slide+xml"/>
  <Override PartName="/ppt/slides/slide1527.xml" ContentType="application/vnd.openxmlformats-officedocument.presentationml.slide+xml"/>
  <Override PartName="/ppt/slides/slide1528.xml" ContentType="application/vnd.openxmlformats-officedocument.presentationml.slide+xml"/>
  <Override PartName="/ppt/slides/slide1529.xml" ContentType="application/vnd.openxmlformats-officedocument.presentationml.slide+xml"/>
  <Override PartName="/ppt/slides/slide1530.xml" ContentType="application/vnd.openxmlformats-officedocument.presentationml.slide+xml"/>
  <Override PartName="/ppt/slides/slide1531.xml" ContentType="application/vnd.openxmlformats-officedocument.presentationml.slide+xml"/>
  <Override PartName="/ppt/slides/slide1532.xml" ContentType="application/vnd.openxmlformats-officedocument.presentationml.slide+xml"/>
  <Override PartName="/ppt/slides/slide1533.xml" ContentType="application/vnd.openxmlformats-officedocument.presentationml.slide+xml"/>
  <Override PartName="/ppt/slides/slide1534.xml" ContentType="application/vnd.openxmlformats-officedocument.presentationml.slide+xml"/>
  <Override PartName="/ppt/slides/slide1535.xml" ContentType="application/vnd.openxmlformats-officedocument.presentationml.slide+xml"/>
  <Override PartName="/ppt/slides/slide1536.xml" ContentType="application/vnd.openxmlformats-officedocument.presentationml.slide+xml"/>
  <Override PartName="/ppt/slides/slide1537.xml" ContentType="application/vnd.openxmlformats-officedocument.presentationml.slide+xml"/>
  <Override PartName="/ppt/slides/slide1538.xml" ContentType="application/vnd.openxmlformats-officedocument.presentationml.slide+xml"/>
  <Override PartName="/ppt/slides/slide1539.xml" ContentType="application/vnd.openxmlformats-officedocument.presentationml.slide+xml"/>
  <Override PartName="/ppt/slides/slide1540.xml" ContentType="application/vnd.openxmlformats-officedocument.presentationml.slide+xml"/>
  <Override PartName="/ppt/slides/slide1541.xml" ContentType="application/vnd.openxmlformats-officedocument.presentationml.slide+xml"/>
  <Override PartName="/ppt/slides/slide1542.xml" ContentType="application/vnd.openxmlformats-officedocument.presentationml.slide+xml"/>
  <Override PartName="/ppt/slides/slide1543.xml" ContentType="application/vnd.openxmlformats-officedocument.presentationml.slide+xml"/>
  <Override PartName="/ppt/slides/slide1544.xml" ContentType="application/vnd.openxmlformats-officedocument.presentationml.slide+xml"/>
  <Override PartName="/ppt/slides/slide1545.xml" ContentType="application/vnd.openxmlformats-officedocument.presentationml.slide+xml"/>
  <Override PartName="/ppt/slides/slide1546.xml" ContentType="application/vnd.openxmlformats-officedocument.presentationml.slide+xml"/>
  <Override PartName="/ppt/slides/slide1547.xml" ContentType="application/vnd.openxmlformats-officedocument.presentationml.slide+xml"/>
  <Override PartName="/ppt/slides/slide1548.xml" ContentType="application/vnd.openxmlformats-officedocument.presentationml.slide+xml"/>
  <Override PartName="/ppt/slides/slide1549.xml" ContentType="application/vnd.openxmlformats-officedocument.presentationml.slide+xml"/>
  <Override PartName="/ppt/slides/slide1550.xml" ContentType="application/vnd.openxmlformats-officedocument.presentationml.slide+xml"/>
  <Override PartName="/ppt/slides/slide1551.xml" ContentType="application/vnd.openxmlformats-officedocument.presentationml.slide+xml"/>
  <Override PartName="/ppt/slides/slide1552.xml" ContentType="application/vnd.openxmlformats-officedocument.presentationml.slide+xml"/>
  <Override PartName="/ppt/slides/slide1553.xml" ContentType="application/vnd.openxmlformats-officedocument.presentationml.slide+xml"/>
  <Override PartName="/ppt/slides/slide1554.xml" ContentType="application/vnd.openxmlformats-officedocument.presentationml.slide+xml"/>
  <Override PartName="/ppt/slides/slide1555.xml" ContentType="application/vnd.openxmlformats-officedocument.presentationml.slide+xml"/>
  <Override PartName="/ppt/slides/slide1556.xml" ContentType="application/vnd.openxmlformats-officedocument.presentationml.slide+xml"/>
  <Override PartName="/ppt/slides/slide1557.xml" ContentType="application/vnd.openxmlformats-officedocument.presentationml.slide+xml"/>
  <Override PartName="/ppt/slides/slide1558.xml" ContentType="application/vnd.openxmlformats-officedocument.presentationml.slide+xml"/>
  <Override PartName="/ppt/slides/slide1559.xml" ContentType="application/vnd.openxmlformats-officedocument.presentationml.slide+xml"/>
  <Override PartName="/ppt/slides/slide1560.xml" ContentType="application/vnd.openxmlformats-officedocument.presentationml.slide+xml"/>
  <Override PartName="/ppt/slides/slide1561.xml" ContentType="application/vnd.openxmlformats-officedocument.presentationml.slide+xml"/>
  <Override PartName="/ppt/slides/slide1562.xml" ContentType="application/vnd.openxmlformats-officedocument.presentationml.slide+xml"/>
  <Override PartName="/ppt/slides/slide1563.xml" ContentType="application/vnd.openxmlformats-officedocument.presentationml.slide+xml"/>
  <Override PartName="/ppt/slides/slide1564.xml" ContentType="application/vnd.openxmlformats-officedocument.presentationml.slide+xml"/>
  <Override PartName="/ppt/slides/slide1565.xml" ContentType="application/vnd.openxmlformats-officedocument.presentationml.slide+xml"/>
  <Override PartName="/ppt/slides/slide1566.xml" ContentType="application/vnd.openxmlformats-officedocument.presentationml.slide+xml"/>
  <Override PartName="/ppt/slides/slide1567.xml" ContentType="application/vnd.openxmlformats-officedocument.presentationml.slide+xml"/>
  <Override PartName="/ppt/slides/slide1568.xml" ContentType="application/vnd.openxmlformats-officedocument.presentationml.slide+xml"/>
  <Override PartName="/ppt/slides/slide1569.xml" ContentType="application/vnd.openxmlformats-officedocument.presentationml.slide+xml"/>
  <Override PartName="/ppt/slides/slide1570.xml" ContentType="application/vnd.openxmlformats-officedocument.presentationml.slide+xml"/>
  <Override PartName="/ppt/slides/slide1571.xml" ContentType="application/vnd.openxmlformats-officedocument.presentationml.slide+xml"/>
  <Override PartName="/ppt/slides/slide1572.xml" ContentType="application/vnd.openxmlformats-officedocument.presentationml.slide+xml"/>
  <Override PartName="/ppt/slides/slide1573.xml" ContentType="application/vnd.openxmlformats-officedocument.presentationml.slide+xml"/>
  <Override PartName="/ppt/slides/slide1574.xml" ContentType="application/vnd.openxmlformats-officedocument.presentationml.slide+xml"/>
  <Override PartName="/ppt/slides/slide1575.xml" ContentType="application/vnd.openxmlformats-officedocument.presentationml.slide+xml"/>
  <Override PartName="/ppt/slides/slide1576.xml" ContentType="application/vnd.openxmlformats-officedocument.presentationml.slide+xml"/>
  <Override PartName="/ppt/slides/slide1577.xml" ContentType="application/vnd.openxmlformats-officedocument.presentationml.slide+xml"/>
  <Override PartName="/ppt/slides/slide1578.xml" ContentType="application/vnd.openxmlformats-officedocument.presentationml.slide+xml"/>
  <Override PartName="/ppt/slides/slide1579.xml" ContentType="application/vnd.openxmlformats-officedocument.presentationml.slide+xml"/>
  <Override PartName="/ppt/slides/slide1580.xml" ContentType="application/vnd.openxmlformats-officedocument.presentationml.slide+xml"/>
  <Override PartName="/ppt/slides/slide1581.xml" ContentType="application/vnd.openxmlformats-officedocument.presentationml.slide+xml"/>
  <Override PartName="/ppt/slides/slide1582.xml" ContentType="application/vnd.openxmlformats-officedocument.presentationml.slide+xml"/>
  <Override PartName="/ppt/slides/slide1583.xml" ContentType="application/vnd.openxmlformats-officedocument.presentationml.slide+xml"/>
  <Override PartName="/ppt/slides/slide1584.xml" ContentType="application/vnd.openxmlformats-officedocument.presentationml.slide+xml"/>
  <Override PartName="/ppt/slides/slide1585.xml" ContentType="application/vnd.openxmlformats-officedocument.presentationml.slide+xml"/>
  <Override PartName="/ppt/slides/slide1586.xml" ContentType="application/vnd.openxmlformats-officedocument.presentationml.slide+xml"/>
  <Override PartName="/ppt/slides/slide1587.xml" ContentType="application/vnd.openxmlformats-officedocument.presentationml.slide+xml"/>
  <Override PartName="/ppt/slides/slide1588.xml" ContentType="application/vnd.openxmlformats-officedocument.presentationml.slide+xml"/>
  <Override PartName="/ppt/slides/slide1589.xml" ContentType="application/vnd.openxmlformats-officedocument.presentationml.slide+xml"/>
  <Override PartName="/ppt/slides/slide1590.xml" ContentType="application/vnd.openxmlformats-officedocument.presentationml.slide+xml"/>
  <Override PartName="/ppt/slides/slide1591.xml" ContentType="application/vnd.openxmlformats-officedocument.presentationml.slide+xml"/>
  <Override PartName="/ppt/slides/slide1592.xml" ContentType="application/vnd.openxmlformats-officedocument.presentationml.slide+xml"/>
  <Override PartName="/ppt/slides/slide1593.xml" ContentType="application/vnd.openxmlformats-officedocument.presentationml.slide+xml"/>
  <Override PartName="/ppt/slides/slide1594.xml" ContentType="application/vnd.openxmlformats-officedocument.presentationml.slide+xml"/>
  <Override PartName="/ppt/slides/slide1595.xml" ContentType="application/vnd.openxmlformats-officedocument.presentationml.slide+xml"/>
  <Override PartName="/ppt/slides/slide1596.xml" ContentType="application/vnd.openxmlformats-officedocument.presentationml.slide+xml"/>
  <Override PartName="/ppt/slides/slide1597.xml" ContentType="application/vnd.openxmlformats-officedocument.presentationml.slide+xml"/>
  <Override PartName="/ppt/slides/slide1598.xml" ContentType="application/vnd.openxmlformats-officedocument.presentationml.slide+xml"/>
  <Override PartName="/ppt/slides/slide1599.xml" ContentType="application/vnd.openxmlformats-officedocument.presentationml.slide+xml"/>
  <Override PartName="/ppt/slides/slide1600.xml" ContentType="application/vnd.openxmlformats-officedocument.presentationml.slide+xml"/>
  <Override PartName="/ppt/slides/slide1601.xml" ContentType="application/vnd.openxmlformats-officedocument.presentationml.slide+xml"/>
  <Override PartName="/ppt/slides/slide1602.xml" ContentType="application/vnd.openxmlformats-officedocument.presentationml.slide+xml"/>
  <Override PartName="/ppt/slides/slide1603.xml" ContentType="application/vnd.openxmlformats-officedocument.presentationml.slide+xml"/>
  <Override PartName="/ppt/slides/slide1604.xml" ContentType="application/vnd.openxmlformats-officedocument.presentationml.slide+xml"/>
  <Override PartName="/ppt/slides/slide1605.xml" ContentType="application/vnd.openxmlformats-officedocument.presentationml.slide+xml"/>
  <Override PartName="/ppt/slides/slide1606.xml" ContentType="application/vnd.openxmlformats-officedocument.presentationml.slide+xml"/>
  <Override PartName="/ppt/slides/slide1607.xml" ContentType="application/vnd.openxmlformats-officedocument.presentationml.slide+xml"/>
  <Override PartName="/ppt/slides/slide1608.xml" ContentType="application/vnd.openxmlformats-officedocument.presentationml.slide+xml"/>
  <Override PartName="/ppt/slides/slide1609.xml" ContentType="application/vnd.openxmlformats-officedocument.presentationml.slide+xml"/>
  <Override PartName="/ppt/slides/slide1610.xml" ContentType="application/vnd.openxmlformats-officedocument.presentationml.slide+xml"/>
  <Override PartName="/ppt/slides/slide1611.xml" ContentType="application/vnd.openxmlformats-officedocument.presentationml.slide+xml"/>
  <Override PartName="/ppt/slides/slide1612.xml" ContentType="application/vnd.openxmlformats-officedocument.presentationml.slide+xml"/>
  <Override PartName="/ppt/slides/slide1613.xml" ContentType="application/vnd.openxmlformats-officedocument.presentationml.slide+xml"/>
  <Override PartName="/ppt/slides/slide1614.xml" ContentType="application/vnd.openxmlformats-officedocument.presentationml.slide+xml"/>
  <Override PartName="/ppt/slides/slide1615.xml" ContentType="application/vnd.openxmlformats-officedocument.presentationml.slide+xml"/>
  <Override PartName="/ppt/slides/slide1616.xml" ContentType="application/vnd.openxmlformats-officedocument.presentationml.slide+xml"/>
  <Override PartName="/ppt/slides/slide1617.xml" ContentType="application/vnd.openxmlformats-officedocument.presentationml.slide+xml"/>
  <Override PartName="/ppt/slides/slide1618.xml" ContentType="application/vnd.openxmlformats-officedocument.presentationml.slide+xml"/>
  <Override PartName="/ppt/slides/slide1619.xml" ContentType="application/vnd.openxmlformats-officedocument.presentationml.slide+xml"/>
  <Override PartName="/ppt/slides/slide1620.xml" ContentType="application/vnd.openxmlformats-officedocument.presentationml.slide+xml"/>
  <Override PartName="/ppt/slides/slide1621.xml" ContentType="application/vnd.openxmlformats-officedocument.presentationml.slide+xml"/>
  <Override PartName="/ppt/slides/slide1622.xml" ContentType="application/vnd.openxmlformats-officedocument.presentationml.slide+xml"/>
  <Override PartName="/ppt/slides/slide1623.xml" ContentType="application/vnd.openxmlformats-officedocument.presentationml.slide+xml"/>
  <Override PartName="/ppt/slides/slide1624.xml" ContentType="application/vnd.openxmlformats-officedocument.presentationml.slide+xml"/>
  <Override PartName="/ppt/slides/slide1625.xml" ContentType="application/vnd.openxmlformats-officedocument.presentationml.slide+xml"/>
  <Override PartName="/ppt/slides/slide1626.xml" ContentType="application/vnd.openxmlformats-officedocument.presentationml.slide+xml"/>
  <Override PartName="/ppt/slides/slide1627.xml" ContentType="application/vnd.openxmlformats-officedocument.presentationml.slide+xml"/>
  <Override PartName="/ppt/slides/slide1628.xml" ContentType="application/vnd.openxmlformats-officedocument.presentationml.slide+xml"/>
  <Override PartName="/ppt/slides/slide1629.xml" ContentType="application/vnd.openxmlformats-officedocument.presentationml.slide+xml"/>
  <Override PartName="/ppt/slides/slide1630.xml" ContentType="application/vnd.openxmlformats-officedocument.presentationml.slide+xml"/>
  <Override PartName="/ppt/slides/slide1631.xml" ContentType="application/vnd.openxmlformats-officedocument.presentationml.slide+xml"/>
  <Override PartName="/ppt/slides/slide1632.xml" ContentType="application/vnd.openxmlformats-officedocument.presentationml.slide+xml"/>
  <Override PartName="/ppt/slides/slide1633.xml" ContentType="application/vnd.openxmlformats-officedocument.presentationml.slide+xml"/>
  <Override PartName="/ppt/slides/slide1634.xml" ContentType="application/vnd.openxmlformats-officedocument.presentationml.slide+xml"/>
  <Override PartName="/ppt/slides/slide1635.xml" ContentType="application/vnd.openxmlformats-officedocument.presentationml.slide+xml"/>
  <Override PartName="/ppt/slides/slide1636.xml" ContentType="application/vnd.openxmlformats-officedocument.presentationml.slide+xml"/>
  <Override PartName="/ppt/slides/slide1637.xml" ContentType="application/vnd.openxmlformats-officedocument.presentationml.slide+xml"/>
  <Override PartName="/ppt/slides/slide1638.xml" ContentType="application/vnd.openxmlformats-officedocument.presentationml.slide+xml"/>
  <Override PartName="/ppt/slides/slide1639.xml" ContentType="application/vnd.openxmlformats-officedocument.presentationml.slide+xml"/>
  <Override PartName="/ppt/slides/slide1640.xml" ContentType="application/vnd.openxmlformats-officedocument.presentationml.slide+xml"/>
  <Override PartName="/ppt/slides/slide1641.xml" ContentType="application/vnd.openxmlformats-officedocument.presentationml.slide+xml"/>
  <Override PartName="/ppt/slides/slide1642.xml" ContentType="application/vnd.openxmlformats-officedocument.presentationml.slide+xml"/>
  <Override PartName="/ppt/slides/slide1643.xml" ContentType="application/vnd.openxmlformats-officedocument.presentationml.slide+xml"/>
  <Override PartName="/ppt/slides/slide1644.xml" ContentType="application/vnd.openxmlformats-officedocument.presentationml.slide+xml"/>
  <Override PartName="/ppt/slides/slide1645.xml" ContentType="application/vnd.openxmlformats-officedocument.presentationml.slide+xml"/>
  <Override PartName="/ppt/slides/slide1646.xml" ContentType="application/vnd.openxmlformats-officedocument.presentationml.slide+xml"/>
  <Override PartName="/ppt/slides/slide1647.xml" ContentType="application/vnd.openxmlformats-officedocument.presentationml.slide+xml"/>
  <Override PartName="/ppt/slides/slide1648.xml" ContentType="application/vnd.openxmlformats-officedocument.presentationml.slide+xml"/>
  <Override PartName="/ppt/slides/slide1649.xml" ContentType="application/vnd.openxmlformats-officedocument.presentationml.slide+xml"/>
  <Override PartName="/ppt/slides/slide1650.xml" ContentType="application/vnd.openxmlformats-officedocument.presentationml.slide+xml"/>
  <Override PartName="/ppt/slides/slide1651.xml" ContentType="application/vnd.openxmlformats-officedocument.presentationml.slide+xml"/>
  <Override PartName="/ppt/slides/slide1652.xml" ContentType="application/vnd.openxmlformats-officedocument.presentationml.slide+xml"/>
  <Override PartName="/ppt/slides/slide1653.xml" ContentType="application/vnd.openxmlformats-officedocument.presentationml.slide+xml"/>
  <Override PartName="/ppt/slides/slide1654.xml" ContentType="application/vnd.openxmlformats-officedocument.presentationml.slide+xml"/>
  <Override PartName="/ppt/slides/slide1655.xml" ContentType="application/vnd.openxmlformats-officedocument.presentationml.slide+xml"/>
  <Override PartName="/ppt/slides/slide1656.xml" ContentType="application/vnd.openxmlformats-officedocument.presentationml.slide+xml"/>
  <Override PartName="/ppt/slides/slide1657.xml" ContentType="application/vnd.openxmlformats-officedocument.presentationml.slide+xml"/>
  <Override PartName="/ppt/slides/slide1658.xml" ContentType="application/vnd.openxmlformats-officedocument.presentationml.slide+xml"/>
  <Override PartName="/ppt/slides/slide1659.xml" ContentType="application/vnd.openxmlformats-officedocument.presentationml.slide+xml"/>
  <Override PartName="/ppt/slides/slide1660.xml" ContentType="application/vnd.openxmlformats-officedocument.presentationml.slide+xml"/>
  <Override PartName="/ppt/slides/slide1661.xml" ContentType="application/vnd.openxmlformats-officedocument.presentationml.slide+xml"/>
  <Override PartName="/ppt/slides/slide1662.xml" ContentType="application/vnd.openxmlformats-officedocument.presentationml.slide+xml"/>
  <Override PartName="/ppt/slides/slide1663.xml" ContentType="application/vnd.openxmlformats-officedocument.presentationml.slide+xml"/>
  <Override PartName="/ppt/slides/slide1664.xml" ContentType="application/vnd.openxmlformats-officedocument.presentationml.slide+xml"/>
  <Override PartName="/ppt/slides/slide1665.xml" ContentType="application/vnd.openxmlformats-officedocument.presentationml.slide+xml"/>
  <Override PartName="/ppt/slides/slide1666.xml" ContentType="application/vnd.openxmlformats-officedocument.presentationml.slide+xml"/>
  <Override PartName="/ppt/slides/slide1667.xml" ContentType="application/vnd.openxmlformats-officedocument.presentationml.slide+xml"/>
  <Override PartName="/ppt/slides/slide1668.xml" ContentType="application/vnd.openxmlformats-officedocument.presentationml.slide+xml"/>
  <Override PartName="/ppt/slides/slide1669.xml" ContentType="application/vnd.openxmlformats-officedocument.presentationml.slide+xml"/>
  <Override PartName="/ppt/slides/slide1670.xml" ContentType="application/vnd.openxmlformats-officedocument.presentationml.slide+xml"/>
  <Override PartName="/ppt/slides/slide1671.xml" ContentType="application/vnd.openxmlformats-officedocument.presentationml.slide+xml"/>
  <Override PartName="/ppt/slides/slide1672.xml" ContentType="application/vnd.openxmlformats-officedocument.presentationml.slide+xml"/>
  <Override PartName="/ppt/slides/slide1673.xml" ContentType="application/vnd.openxmlformats-officedocument.presentationml.slide+xml"/>
  <Override PartName="/ppt/slides/slide1674.xml" ContentType="application/vnd.openxmlformats-officedocument.presentationml.slide+xml"/>
  <Override PartName="/ppt/slides/slide1675.xml" ContentType="application/vnd.openxmlformats-officedocument.presentationml.slide+xml"/>
  <Override PartName="/ppt/slides/slide1676.xml" ContentType="application/vnd.openxmlformats-officedocument.presentationml.slide+xml"/>
  <Override PartName="/ppt/slides/slide1677.xml" ContentType="application/vnd.openxmlformats-officedocument.presentationml.slide+xml"/>
  <Override PartName="/ppt/slides/slide1678.xml" ContentType="application/vnd.openxmlformats-officedocument.presentationml.slide+xml"/>
  <Override PartName="/ppt/slides/slide1679.xml" ContentType="application/vnd.openxmlformats-officedocument.presentationml.slide+xml"/>
  <Override PartName="/ppt/slides/slide1680.xml" ContentType="application/vnd.openxmlformats-officedocument.presentationml.slide+xml"/>
  <Override PartName="/ppt/slides/slide1681.xml" ContentType="application/vnd.openxmlformats-officedocument.presentationml.slide+xml"/>
  <Override PartName="/ppt/slides/slide1682.xml" ContentType="application/vnd.openxmlformats-officedocument.presentationml.slide+xml"/>
  <Override PartName="/ppt/slides/slide1683.xml" ContentType="application/vnd.openxmlformats-officedocument.presentationml.slide+xml"/>
  <Override PartName="/ppt/slides/slide1684.xml" ContentType="application/vnd.openxmlformats-officedocument.presentationml.slide+xml"/>
  <Override PartName="/ppt/slides/slide1685.xml" ContentType="application/vnd.openxmlformats-officedocument.presentationml.slide+xml"/>
  <Override PartName="/ppt/slides/slide1686.xml" ContentType="application/vnd.openxmlformats-officedocument.presentationml.slide+xml"/>
  <Override PartName="/ppt/slides/slide1687.xml" ContentType="application/vnd.openxmlformats-officedocument.presentationml.slide+xml"/>
  <Override PartName="/ppt/slides/slide1688.xml" ContentType="application/vnd.openxmlformats-officedocument.presentationml.slide+xml"/>
  <Override PartName="/ppt/slides/slide1689.xml" ContentType="application/vnd.openxmlformats-officedocument.presentationml.slide+xml"/>
  <Override PartName="/ppt/slides/slide1690.xml" ContentType="application/vnd.openxmlformats-officedocument.presentationml.slide+xml"/>
  <Override PartName="/ppt/slides/slide1691.xml" ContentType="application/vnd.openxmlformats-officedocument.presentationml.slide+xml"/>
  <Override PartName="/ppt/slides/slide1692.xml" ContentType="application/vnd.openxmlformats-officedocument.presentationml.slide+xml"/>
  <Override PartName="/ppt/slides/slide1693.xml" ContentType="application/vnd.openxmlformats-officedocument.presentationml.slide+xml"/>
  <Override PartName="/ppt/slides/slide1694.xml" ContentType="application/vnd.openxmlformats-officedocument.presentationml.slide+xml"/>
  <Override PartName="/ppt/slides/slide1695.xml" ContentType="application/vnd.openxmlformats-officedocument.presentationml.slide+xml"/>
  <Override PartName="/ppt/slides/slide1696.xml" ContentType="application/vnd.openxmlformats-officedocument.presentationml.slide+xml"/>
  <Override PartName="/ppt/slides/slide1697.xml" ContentType="application/vnd.openxmlformats-officedocument.presentationml.slide+xml"/>
  <Override PartName="/ppt/slides/slide1698.xml" ContentType="application/vnd.openxmlformats-officedocument.presentationml.slide+xml"/>
  <Override PartName="/ppt/slides/slide1699.xml" ContentType="application/vnd.openxmlformats-officedocument.presentationml.slide+xml"/>
  <Override PartName="/ppt/slides/slide1700.xml" ContentType="application/vnd.openxmlformats-officedocument.presentationml.slide+xml"/>
  <Override PartName="/ppt/slides/slide1701.xml" ContentType="application/vnd.openxmlformats-officedocument.presentationml.slide+xml"/>
  <Override PartName="/ppt/slides/slide1702.xml" ContentType="application/vnd.openxmlformats-officedocument.presentationml.slide+xml"/>
  <Override PartName="/ppt/slides/slide1703.xml" ContentType="application/vnd.openxmlformats-officedocument.presentationml.slide+xml"/>
  <Override PartName="/ppt/slides/slide1704.xml" ContentType="application/vnd.openxmlformats-officedocument.presentationml.slide+xml"/>
  <Override PartName="/ppt/slides/slide1705.xml" ContentType="application/vnd.openxmlformats-officedocument.presentationml.slide+xml"/>
  <Override PartName="/ppt/slides/slide1706.xml" ContentType="application/vnd.openxmlformats-officedocument.presentationml.slide+xml"/>
  <Override PartName="/ppt/slides/slide1707.xml" ContentType="application/vnd.openxmlformats-officedocument.presentationml.slide+xml"/>
  <Override PartName="/ppt/slides/slide1708.xml" ContentType="application/vnd.openxmlformats-officedocument.presentationml.slide+xml"/>
  <Override PartName="/ppt/slides/slide1709.xml" ContentType="application/vnd.openxmlformats-officedocument.presentationml.slide+xml"/>
  <Override PartName="/ppt/slides/slide1710.xml" ContentType="application/vnd.openxmlformats-officedocument.presentationml.slide+xml"/>
  <Override PartName="/ppt/slides/slide1711.xml" ContentType="application/vnd.openxmlformats-officedocument.presentationml.slide+xml"/>
  <Override PartName="/ppt/slides/slide1712.xml" ContentType="application/vnd.openxmlformats-officedocument.presentationml.slide+xml"/>
  <Override PartName="/ppt/slides/slide1713.xml" ContentType="application/vnd.openxmlformats-officedocument.presentationml.slide+xml"/>
  <Override PartName="/ppt/slides/slide1714.xml" ContentType="application/vnd.openxmlformats-officedocument.presentationml.slide+xml"/>
  <Override PartName="/ppt/slides/slide1715.xml" ContentType="application/vnd.openxmlformats-officedocument.presentationml.slide+xml"/>
  <Override PartName="/ppt/slides/slide1716.xml" ContentType="application/vnd.openxmlformats-officedocument.presentationml.slide+xml"/>
  <Override PartName="/ppt/slides/slide1717.xml" ContentType="application/vnd.openxmlformats-officedocument.presentationml.slide+xml"/>
  <Override PartName="/ppt/slides/slide1718.xml" ContentType="application/vnd.openxmlformats-officedocument.presentationml.slide+xml"/>
  <Override PartName="/ppt/slides/slide1719.xml" ContentType="application/vnd.openxmlformats-officedocument.presentationml.slide+xml"/>
  <Override PartName="/ppt/slides/slide1720.xml" ContentType="application/vnd.openxmlformats-officedocument.presentationml.slide+xml"/>
  <Override PartName="/ppt/slides/slide1721.xml" ContentType="application/vnd.openxmlformats-officedocument.presentationml.slide+xml"/>
  <Override PartName="/ppt/slides/slide1722.xml" ContentType="application/vnd.openxmlformats-officedocument.presentationml.slide+xml"/>
  <Override PartName="/ppt/slides/slide1723.xml" ContentType="application/vnd.openxmlformats-officedocument.presentationml.slide+xml"/>
  <Override PartName="/ppt/slides/slide1724.xml" ContentType="application/vnd.openxmlformats-officedocument.presentationml.slide+xml"/>
  <Override PartName="/ppt/slides/slide1725.xml" ContentType="application/vnd.openxmlformats-officedocument.presentationml.slide+xml"/>
  <Override PartName="/ppt/slides/slide1726.xml" ContentType="application/vnd.openxmlformats-officedocument.presentationml.slide+xml"/>
  <Override PartName="/ppt/slides/slide1727.xml" ContentType="application/vnd.openxmlformats-officedocument.presentationml.slide+xml"/>
  <Override PartName="/ppt/slides/slide1728.xml" ContentType="application/vnd.openxmlformats-officedocument.presentationml.slide+xml"/>
  <Override PartName="/ppt/slides/slide1729.xml" ContentType="application/vnd.openxmlformats-officedocument.presentationml.slide+xml"/>
  <Override PartName="/ppt/slides/slide1730.xml" ContentType="application/vnd.openxmlformats-officedocument.presentationml.slide+xml"/>
  <Override PartName="/ppt/slides/slide1731.xml" ContentType="application/vnd.openxmlformats-officedocument.presentationml.slide+xml"/>
  <Override PartName="/ppt/slides/slide1732.xml" ContentType="application/vnd.openxmlformats-officedocument.presentationml.slide+xml"/>
  <Override PartName="/ppt/slides/slide1733.xml" ContentType="application/vnd.openxmlformats-officedocument.presentationml.slide+xml"/>
  <Override PartName="/ppt/slides/slide1734.xml" ContentType="application/vnd.openxmlformats-officedocument.presentationml.slide+xml"/>
  <Override PartName="/ppt/slides/slide1735.xml" ContentType="application/vnd.openxmlformats-officedocument.presentationml.slide+xml"/>
  <Override PartName="/ppt/slides/slide1736.xml" ContentType="application/vnd.openxmlformats-officedocument.presentationml.slide+xml"/>
  <Override PartName="/ppt/slides/slide1737.xml" ContentType="application/vnd.openxmlformats-officedocument.presentationml.slide+xml"/>
  <Override PartName="/ppt/slides/slide1738.xml" ContentType="application/vnd.openxmlformats-officedocument.presentationml.slide+xml"/>
  <Override PartName="/ppt/slides/slide1739.xml" ContentType="application/vnd.openxmlformats-officedocument.presentationml.slide+xml"/>
  <Override PartName="/ppt/slides/slide1740.xml" ContentType="application/vnd.openxmlformats-officedocument.presentationml.slide+xml"/>
  <Override PartName="/ppt/slides/slide1741.xml" ContentType="application/vnd.openxmlformats-officedocument.presentationml.slide+xml"/>
  <Override PartName="/ppt/slides/slide1742.xml" ContentType="application/vnd.openxmlformats-officedocument.presentationml.slide+xml"/>
  <Override PartName="/ppt/slides/slide1743.xml" ContentType="application/vnd.openxmlformats-officedocument.presentationml.slide+xml"/>
  <Override PartName="/ppt/slides/slide1744.xml" ContentType="application/vnd.openxmlformats-officedocument.presentationml.slide+xml"/>
  <Override PartName="/ppt/slides/slide1745.xml" ContentType="application/vnd.openxmlformats-officedocument.presentationml.slide+xml"/>
  <Override PartName="/ppt/slides/slide1746.xml" ContentType="application/vnd.openxmlformats-officedocument.presentationml.slide+xml"/>
  <Override PartName="/ppt/slides/slide1747.xml" ContentType="application/vnd.openxmlformats-officedocument.presentationml.slide+xml"/>
  <Override PartName="/ppt/slides/slide1748.xml" ContentType="application/vnd.openxmlformats-officedocument.presentationml.slide+xml"/>
  <Override PartName="/ppt/slides/slide1749.xml" ContentType="application/vnd.openxmlformats-officedocument.presentationml.slide+xml"/>
  <Override PartName="/ppt/slides/slide1750.xml" ContentType="application/vnd.openxmlformats-officedocument.presentationml.slide+xml"/>
  <Override PartName="/ppt/slides/slide1751.xml" ContentType="application/vnd.openxmlformats-officedocument.presentationml.slide+xml"/>
  <Override PartName="/ppt/slides/slide1752.xml" ContentType="application/vnd.openxmlformats-officedocument.presentationml.slide+xml"/>
  <Override PartName="/ppt/slides/slide1753.xml" ContentType="application/vnd.openxmlformats-officedocument.presentationml.slide+xml"/>
  <Override PartName="/ppt/slides/slide1754.xml" ContentType="application/vnd.openxmlformats-officedocument.presentationml.slide+xml"/>
  <Override PartName="/ppt/slides/slide1755.xml" ContentType="application/vnd.openxmlformats-officedocument.presentationml.slide+xml"/>
  <Override PartName="/ppt/slides/slide1756.xml" ContentType="application/vnd.openxmlformats-officedocument.presentationml.slide+xml"/>
  <Override PartName="/ppt/slides/slide1757.xml" ContentType="application/vnd.openxmlformats-officedocument.presentationml.slide+xml"/>
  <Override PartName="/ppt/slides/slide1758.xml" ContentType="application/vnd.openxmlformats-officedocument.presentationml.slide+xml"/>
  <Override PartName="/ppt/slides/slide1759.xml" ContentType="application/vnd.openxmlformats-officedocument.presentationml.slide+xml"/>
  <Override PartName="/ppt/slides/slide1760.xml" ContentType="application/vnd.openxmlformats-officedocument.presentationml.slide+xml"/>
  <Override PartName="/ppt/slides/slide1761.xml" ContentType="application/vnd.openxmlformats-officedocument.presentationml.slide+xml"/>
  <Override PartName="/ppt/slides/slide1762.xml" ContentType="application/vnd.openxmlformats-officedocument.presentationml.slide+xml"/>
  <Override PartName="/ppt/slides/slide1763.xml" ContentType="application/vnd.openxmlformats-officedocument.presentationml.slide+xml"/>
  <Override PartName="/ppt/slides/slide1764.xml" ContentType="application/vnd.openxmlformats-officedocument.presentationml.slide+xml"/>
  <Override PartName="/ppt/slides/slide1765.xml" ContentType="application/vnd.openxmlformats-officedocument.presentationml.slide+xml"/>
  <Override PartName="/ppt/slides/slide1766.xml" ContentType="application/vnd.openxmlformats-officedocument.presentationml.slide+xml"/>
  <Override PartName="/ppt/slides/slide1767.xml" ContentType="application/vnd.openxmlformats-officedocument.presentationml.slide+xml"/>
  <Override PartName="/ppt/slides/slide1768.xml" ContentType="application/vnd.openxmlformats-officedocument.presentationml.slide+xml"/>
  <Override PartName="/ppt/slides/slide1769.xml" ContentType="application/vnd.openxmlformats-officedocument.presentationml.slide+xml"/>
  <Override PartName="/ppt/slides/slide1770.xml" ContentType="application/vnd.openxmlformats-officedocument.presentationml.slide+xml"/>
  <Override PartName="/ppt/slides/slide1771.xml" ContentType="application/vnd.openxmlformats-officedocument.presentationml.slide+xml"/>
  <Override PartName="/ppt/slides/slide1772.xml" ContentType="application/vnd.openxmlformats-officedocument.presentationml.slide+xml"/>
  <Override PartName="/ppt/slides/slide1773.xml" ContentType="application/vnd.openxmlformats-officedocument.presentationml.slide+xml"/>
  <Override PartName="/ppt/slides/slide1774.xml" ContentType="application/vnd.openxmlformats-officedocument.presentationml.slide+xml"/>
  <Override PartName="/ppt/slides/slide1775.xml" ContentType="application/vnd.openxmlformats-officedocument.presentationml.slide+xml"/>
  <Override PartName="/ppt/slides/slide1776.xml" ContentType="application/vnd.openxmlformats-officedocument.presentationml.slide+xml"/>
  <Override PartName="/ppt/slides/slide1777.xml" ContentType="application/vnd.openxmlformats-officedocument.presentationml.slide+xml"/>
  <Override PartName="/ppt/slides/slide1778.xml" ContentType="application/vnd.openxmlformats-officedocument.presentationml.slide+xml"/>
  <Override PartName="/ppt/slides/slide1779.xml" ContentType="application/vnd.openxmlformats-officedocument.presentationml.slide+xml"/>
  <Override PartName="/ppt/slides/slide1780.xml" ContentType="application/vnd.openxmlformats-officedocument.presentationml.slide+xml"/>
  <Override PartName="/ppt/slides/slide1781.xml" ContentType="application/vnd.openxmlformats-officedocument.presentationml.slide+xml"/>
  <Override PartName="/ppt/slides/slide1782.xml" ContentType="application/vnd.openxmlformats-officedocument.presentationml.slide+xml"/>
  <Override PartName="/ppt/slides/slide1783.xml" ContentType="application/vnd.openxmlformats-officedocument.presentationml.slide+xml"/>
  <Override PartName="/ppt/slides/slide1784.xml" ContentType="application/vnd.openxmlformats-officedocument.presentationml.slide+xml"/>
  <Override PartName="/ppt/slides/slide1785.xml" ContentType="application/vnd.openxmlformats-officedocument.presentationml.slide+xml"/>
  <Override PartName="/ppt/slides/slide1786.xml" ContentType="application/vnd.openxmlformats-officedocument.presentationml.slide+xml"/>
  <Override PartName="/ppt/slides/slide1787.xml" ContentType="application/vnd.openxmlformats-officedocument.presentationml.slide+xml"/>
  <Override PartName="/ppt/slides/slide1788.xml" ContentType="application/vnd.openxmlformats-officedocument.presentationml.slide+xml"/>
  <Override PartName="/ppt/slides/slide1789.xml" ContentType="application/vnd.openxmlformats-officedocument.presentationml.slide+xml"/>
  <Override PartName="/ppt/slides/slide1790.xml" ContentType="application/vnd.openxmlformats-officedocument.presentationml.slide+xml"/>
  <Override PartName="/ppt/slides/slide1791.xml" ContentType="application/vnd.openxmlformats-officedocument.presentationml.slide+xml"/>
  <Override PartName="/ppt/slides/slide1792.xml" ContentType="application/vnd.openxmlformats-officedocument.presentationml.slide+xml"/>
  <Override PartName="/ppt/slides/slide1793.xml" ContentType="application/vnd.openxmlformats-officedocument.presentationml.slide+xml"/>
  <Override PartName="/ppt/slides/slide1794.xml" ContentType="application/vnd.openxmlformats-officedocument.presentationml.slide+xml"/>
  <Override PartName="/ppt/slides/slide1795.xml" ContentType="application/vnd.openxmlformats-officedocument.presentationml.slide+xml"/>
  <Override PartName="/ppt/slides/slide1796.xml" ContentType="application/vnd.openxmlformats-officedocument.presentationml.slide+xml"/>
  <Override PartName="/ppt/slides/slide1797.xml" ContentType="application/vnd.openxmlformats-officedocument.presentationml.slide+xml"/>
  <Override PartName="/ppt/slides/slide1798.xml" ContentType="application/vnd.openxmlformats-officedocument.presentationml.slide+xml"/>
  <Override PartName="/ppt/slides/slide1799.xml" ContentType="application/vnd.openxmlformats-officedocument.presentationml.slide+xml"/>
  <Override PartName="/ppt/slides/slide1800.xml" ContentType="application/vnd.openxmlformats-officedocument.presentationml.slide+xml"/>
  <Override PartName="/ppt/slides/slide1801.xml" ContentType="application/vnd.openxmlformats-officedocument.presentationml.slide+xml"/>
  <Override PartName="/ppt/slides/slide1802.xml" ContentType="application/vnd.openxmlformats-officedocument.presentationml.slide+xml"/>
  <Override PartName="/ppt/slides/slide1803.xml" ContentType="application/vnd.openxmlformats-officedocument.presentationml.slide+xml"/>
  <Override PartName="/ppt/slides/slide1804.xml" ContentType="application/vnd.openxmlformats-officedocument.presentationml.slide+xml"/>
  <Override PartName="/ppt/slides/slide1805.xml" ContentType="application/vnd.openxmlformats-officedocument.presentationml.slide+xml"/>
  <Override PartName="/ppt/slides/slide1806.xml" ContentType="application/vnd.openxmlformats-officedocument.presentationml.slide+xml"/>
  <Override PartName="/ppt/slides/slide1807.xml" ContentType="application/vnd.openxmlformats-officedocument.presentationml.slide+xml"/>
  <Override PartName="/ppt/slides/slide1808.xml" ContentType="application/vnd.openxmlformats-officedocument.presentationml.slide+xml"/>
  <Override PartName="/ppt/slides/slide1809.xml" ContentType="application/vnd.openxmlformats-officedocument.presentationml.slide+xml"/>
  <Override PartName="/ppt/slides/slide1810.xml" ContentType="application/vnd.openxmlformats-officedocument.presentationml.slide+xml"/>
  <Override PartName="/ppt/slides/slide1811.xml" ContentType="application/vnd.openxmlformats-officedocument.presentationml.slide+xml"/>
  <Override PartName="/ppt/slides/slide1812.xml" ContentType="application/vnd.openxmlformats-officedocument.presentationml.slide+xml"/>
  <Override PartName="/ppt/slides/slide1813.xml" ContentType="application/vnd.openxmlformats-officedocument.presentationml.slide+xml"/>
  <Override PartName="/ppt/slides/slide1814.xml" ContentType="application/vnd.openxmlformats-officedocument.presentationml.slide+xml"/>
  <Override PartName="/ppt/slides/slide1815.xml" ContentType="application/vnd.openxmlformats-officedocument.presentationml.slide+xml"/>
  <Override PartName="/ppt/slides/slide1816.xml" ContentType="application/vnd.openxmlformats-officedocument.presentationml.slide+xml"/>
  <Override PartName="/ppt/slides/slide1817.xml" ContentType="application/vnd.openxmlformats-officedocument.presentationml.slide+xml"/>
  <Override PartName="/ppt/slides/slide1818.xml" ContentType="application/vnd.openxmlformats-officedocument.presentationml.slide+xml"/>
  <Override PartName="/ppt/slides/slide1819.xml" ContentType="application/vnd.openxmlformats-officedocument.presentationml.slide+xml"/>
  <Override PartName="/ppt/slides/slide1820.xml" ContentType="application/vnd.openxmlformats-officedocument.presentationml.slide+xml"/>
  <Override PartName="/ppt/slides/slide1821.xml" ContentType="application/vnd.openxmlformats-officedocument.presentationml.slide+xml"/>
  <Override PartName="/ppt/slides/slide1822.xml" ContentType="application/vnd.openxmlformats-officedocument.presentationml.slide+xml"/>
  <Override PartName="/ppt/slides/slide1823.xml" ContentType="application/vnd.openxmlformats-officedocument.presentationml.slide+xml"/>
  <Override PartName="/ppt/slides/slide1824.xml" ContentType="application/vnd.openxmlformats-officedocument.presentationml.slide+xml"/>
  <Override PartName="/ppt/slides/slide1825.xml" ContentType="application/vnd.openxmlformats-officedocument.presentationml.slide+xml"/>
  <Override PartName="/ppt/slides/slide1826.xml" ContentType="application/vnd.openxmlformats-officedocument.presentationml.slide+xml"/>
  <Override PartName="/ppt/slides/slide1827.xml" ContentType="application/vnd.openxmlformats-officedocument.presentationml.slide+xml"/>
  <Override PartName="/ppt/slides/slide1828.xml" ContentType="application/vnd.openxmlformats-officedocument.presentationml.slide+xml"/>
  <Override PartName="/ppt/slides/slide1829.xml" ContentType="application/vnd.openxmlformats-officedocument.presentationml.slide+xml"/>
  <Override PartName="/ppt/slides/slide1830.xml" ContentType="application/vnd.openxmlformats-officedocument.presentationml.slide+xml"/>
  <Override PartName="/ppt/slides/slide1831.xml" ContentType="application/vnd.openxmlformats-officedocument.presentationml.slide+xml"/>
  <Override PartName="/ppt/slides/slide1832.xml" ContentType="application/vnd.openxmlformats-officedocument.presentationml.slide+xml"/>
  <Override PartName="/ppt/slides/slide1833.xml" ContentType="application/vnd.openxmlformats-officedocument.presentationml.slide+xml"/>
  <Override PartName="/ppt/slides/slide1834.xml" ContentType="application/vnd.openxmlformats-officedocument.presentationml.slide+xml"/>
  <Override PartName="/ppt/slides/slide1835.xml" ContentType="application/vnd.openxmlformats-officedocument.presentationml.slide+xml"/>
  <Override PartName="/ppt/slides/slide1836.xml" ContentType="application/vnd.openxmlformats-officedocument.presentationml.slide+xml"/>
  <Override PartName="/ppt/slides/slide1837.xml" ContentType="application/vnd.openxmlformats-officedocument.presentationml.slide+xml"/>
  <Override PartName="/ppt/slides/slide1838.xml" ContentType="application/vnd.openxmlformats-officedocument.presentationml.slide+xml"/>
  <Override PartName="/ppt/slides/slide1839.xml" ContentType="application/vnd.openxmlformats-officedocument.presentationml.slide+xml"/>
  <Override PartName="/ppt/slides/slide1840.xml" ContentType="application/vnd.openxmlformats-officedocument.presentationml.slide+xml"/>
  <Override PartName="/ppt/slides/slide1841.xml" ContentType="application/vnd.openxmlformats-officedocument.presentationml.slide+xml"/>
  <Override PartName="/ppt/slides/slide1842.xml" ContentType="application/vnd.openxmlformats-officedocument.presentationml.slide+xml"/>
  <Override PartName="/ppt/slides/slide1843.xml" ContentType="application/vnd.openxmlformats-officedocument.presentationml.slide+xml"/>
  <Override PartName="/ppt/slides/slide1844.xml" ContentType="application/vnd.openxmlformats-officedocument.presentationml.slide+xml"/>
  <Override PartName="/ppt/slides/slide1845.xml" ContentType="application/vnd.openxmlformats-officedocument.presentationml.slide+xml"/>
  <Override PartName="/ppt/slides/slide1846.xml" ContentType="application/vnd.openxmlformats-officedocument.presentationml.slide+xml"/>
  <Override PartName="/ppt/slides/slide1847.xml" ContentType="application/vnd.openxmlformats-officedocument.presentationml.slide+xml"/>
  <Override PartName="/ppt/slides/slide1848.xml" ContentType="application/vnd.openxmlformats-officedocument.presentationml.slide+xml"/>
  <Override PartName="/ppt/slides/slide1849.xml" ContentType="application/vnd.openxmlformats-officedocument.presentationml.slide+xml"/>
  <Override PartName="/ppt/slides/slide1850.xml" ContentType="application/vnd.openxmlformats-officedocument.presentationml.slide+xml"/>
  <Override PartName="/ppt/slides/slide1851.xml" ContentType="application/vnd.openxmlformats-officedocument.presentationml.slide+xml"/>
  <Override PartName="/ppt/slides/slide1852.xml" ContentType="application/vnd.openxmlformats-officedocument.presentationml.slide+xml"/>
  <Override PartName="/ppt/slides/slide1853.xml" ContentType="application/vnd.openxmlformats-officedocument.presentationml.slide+xml"/>
  <Override PartName="/ppt/slides/slide1854.xml" ContentType="application/vnd.openxmlformats-officedocument.presentationml.slide+xml"/>
  <Override PartName="/ppt/slides/slide1855.xml" ContentType="application/vnd.openxmlformats-officedocument.presentationml.slide+xml"/>
  <Override PartName="/ppt/slides/slide1856.xml" ContentType="application/vnd.openxmlformats-officedocument.presentationml.slide+xml"/>
  <Override PartName="/ppt/slides/slide1857.xml" ContentType="application/vnd.openxmlformats-officedocument.presentationml.slide+xml"/>
  <Override PartName="/ppt/slides/slide1858.xml" ContentType="application/vnd.openxmlformats-officedocument.presentationml.slide+xml"/>
  <Override PartName="/ppt/slides/slide1859.xml" ContentType="application/vnd.openxmlformats-officedocument.presentationml.slide+xml"/>
  <Override PartName="/ppt/slides/slide1860.xml" ContentType="application/vnd.openxmlformats-officedocument.presentationml.slide+xml"/>
  <Override PartName="/ppt/slides/slide1861.xml" ContentType="application/vnd.openxmlformats-officedocument.presentationml.slide+xml"/>
  <Override PartName="/ppt/slides/slide1862.xml" ContentType="application/vnd.openxmlformats-officedocument.presentationml.slide+xml"/>
  <Override PartName="/ppt/slides/slide1863.xml" ContentType="application/vnd.openxmlformats-officedocument.presentationml.slide+xml"/>
  <Override PartName="/ppt/slides/slide1864.xml" ContentType="application/vnd.openxmlformats-officedocument.presentationml.slide+xml"/>
  <Override PartName="/ppt/slides/slide1865.xml" ContentType="application/vnd.openxmlformats-officedocument.presentationml.slide+xml"/>
  <Override PartName="/ppt/slides/slide1866.xml" ContentType="application/vnd.openxmlformats-officedocument.presentationml.slide+xml"/>
  <Override PartName="/ppt/slides/slide1867.xml" ContentType="application/vnd.openxmlformats-officedocument.presentationml.slide+xml"/>
  <Override PartName="/ppt/slides/slide1868.xml" ContentType="application/vnd.openxmlformats-officedocument.presentationml.slide+xml"/>
  <Override PartName="/ppt/slides/slide1869.xml" ContentType="application/vnd.openxmlformats-officedocument.presentationml.slide+xml"/>
  <Override PartName="/ppt/slides/slide1870.xml" ContentType="application/vnd.openxmlformats-officedocument.presentationml.slide+xml"/>
  <Override PartName="/ppt/slides/slide1871.xml" ContentType="application/vnd.openxmlformats-officedocument.presentationml.slide+xml"/>
  <Override PartName="/ppt/slides/slide1872.xml" ContentType="application/vnd.openxmlformats-officedocument.presentationml.slide+xml"/>
  <Override PartName="/ppt/slides/slide1873.xml" ContentType="application/vnd.openxmlformats-officedocument.presentationml.slide+xml"/>
  <Override PartName="/ppt/slides/slide1874.xml" ContentType="application/vnd.openxmlformats-officedocument.presentationml.slide+xml"/>
  <Override PartName="/ppt/slides/slide1875.xml" ContentType="application/vnd.openxmlformats-officedocument.presentationml.slide+xml"/>
  <Override PartName="/ppt/slides/slide1876.xml" ContentType="application/vnd.openxmlformats-officedocument.presentationml.slide+xml"/>
  <Override PartName="/ppt/slides/slide1877.xml" ContentType="application/vnd.openxmlformats-officedocument.presentationml.slide+xml"/>
  <Override PartName="/ppt/slides/slide1878.xml" ContentType="application/vnd.openxmlformats-officedocument.presentationml.slide+xml"/>
  <Override PartName="/ppt/slides/slide1879.xml" ContentType="application/vnd.openxmlformats-officedocument.presentationml.slide+xml"/>
  <Override PartName="/ppt/slides/slide1880.xml" ContentType="application/vnd.openxmlformats-officedocument.presentationml.slide+xml"/>
  <Override PartName="/ppt/slides/slide1881.xml" ContentType="application/vnd.openxmlformats-officedocument.presentationml.slide+xml"/>
  <Override PartName="/ppt/slides/slide1882.xml" ContentType="application/vnd.openxmlformats-officedocument.presentationml.slide+xml"/>
  <Override PartName="/ppt/slides/slide1883.xml" ContentType="application/vnd.openxmlformats-officedocument.presentationml.slide+xml"/>
  <Override PartName="/ppt/slides/slide1884.xml" ContentType="application/vnd.openxmlformats-officedocument.presentationml.slide+xml"/>
  <Override PartName="/ppt/slides/slide1885.xml" ContentType="application/vnd.openxmlformats-officedocument.presentationml.slide+xml"/>
  <Override PartName="/ppt/slides/slide1886.xml" ContentType="application/vnd.openxmlformats-officedocument.presentationml.slide+xml"/>
  <Override PartName="/ppt/slides/slide1887.xml" ContentType="application/vnd.openxmlformats-officedocument.presentationml.slide+xml"/>
  <Override PartName="/ppt/slides/slide1888.xml" ContentType="application/vnd.openxmlformats-officedocument.presentationml.slide+xml"/>
  <Override PartName="/ppt/slides/slide1889.xml" ContentType="application/vnd.openxmlformats-officedocument.presentationml.slide+xml"/>
  <Override PartName="/ppt/slides/slide1890.xml" ContentType="application/vnd.openxmlformats-officedocument.presentationml.slide+xml"/>
  <Override PartName="/ppt/slides/slide1891.xml" ContentType="application/vnd.openxmlformats-officedocument.presentationml.slide+xml"/>
  <Override PartName="/ppt/slides/slide1892.xml" ContentType="application/vnd.openxmlformats-officedocument.presentationml.slide+xml"/>
  <Override PartName="/ppt/slides/slide1893.xml" ContentType="application/vnd.openxmlformats-officedocument.presentationml.slide+xml"/>
  <Override PartName="/ppt/slides/slide1894.xml" ContentType="application/vnd.openxmlformats-officedocument.presentationml.slide+xml"/>
  <Override PartName="/ppt/slides/slide1895.xml" ContentType="application/vnd.openxmlformats-officedocument.presentationml.slide+xml"/>
  <Override PartName="/ppt/slides/slide1896.xml" ContentType="application/vnd.openxmlformats-officedocument.presentationml.slide+xml"/>
  <Override PartName="/ppt/slides/slide1897.xml" ContentType="application/vnd.openxmlformats-officedocument.presentationml.slide+xml"/>
  <Override PartName="/ppt/slides/slide1898.xml" ContentType="application/vnd.openxmlformats-officedocument.presentationml.slide+xml"/>
  <Override PartName="/ppt/slides/slide1899.xml" ContentType="application/vnd.openxmlformats-officedocument.presentationml.slide+xml"/>
  <Override PartName="/ppt/slides/slide1900.xml" ContentType="application/vnd.openxmlformats-officedocument.presentationml.slide+xml"/>
  <Override PartName="/ppt/slides/slide1901.xml" ContentType="application/vnd.openxmlformats-officedocument.presentationml.slide+xml"/>
  <Override PartName="/ppt/slides/slide1902.xml" ContentType="application/vnd.openxmlformats-officedocument.presentationml.slide+xml"/>
  <Override PartName="/ppt/slides/slide1903.xml" ContentType="application/vnd.openxmlformats-officedocument.presentationml.slide+xml"/>
  <Override PartName="/ppt/slides/slide1904.xml" ContentType="application/vnd.openxmlformats-officedocument.presentationml.slide+xml"/>
  <Override PartName="/ppt/slides/slide1905.xml" ContentType="application/vnd.openxmlformats-officedocument.presentationml.slide+xml"/>
  <Override PartName="/ppt/slides/slide1906.xml" ContentType="application/vnd.openxmlformats-officedocument.presentationml.slide+xml"/>
  <Override PartName="/ppt/slides/slide1907.xml" ContentType="application/vnd.openxmlformats-officedocument.presentationml.slide+xml"/>
  <Override PartName="/ppt/slides/slide1908.xml" ContentType="application/vnd.openxmlformats-officedocument.presentationml.slide+xml"/>
  <Override PartName="/ppt/slides/slide1909.xml" ContentType="application/vnd.openxmlformats-officedocument.presentationml.slide+xml"/>
  <Override PartName="/ppt/slides/slide1910.xml" ContentType="application/vnd.openxmlformats-officedocument.presentationml.slide+xml"/>
  <Override PartName="/ppt/slides/slide1911.xml" ContentType="application/vnd.openxmlformats-officedocument.presentationml.slide+xml"/>
  <Override PartName="/ppt/slides/slide1912.xml" ContentType="application/vnd.openxmlformats-officedocument.presentationml.slide+xml"/>
  <Override PartName="/ppt/slides/slide1913.xml" ContentType="application/vnd.openxmlformats-officedocument.presentationml.slide+xml"/>
  <Override PartName="/ppt/slides/slide1914.xml" ContentType="application/vnd.openxmlformats-officedocument.presentationml.slide+xml"/>
  <Override PartName="/ppt/slides/slide1915.xml" ContentType="application/vnd.openxmlformats-officedocument.presentationml.slide+xml"/>
  <Override PartName="/ppt/slides/slide1916.xml" ContentType="application/vnd.openxmlformats-officedocument.presentationml.slide+xml"/>
  <Override PartName="/ppt/slides/slide1917.xml" ContentType="application/vnd.openxmlformats-officedocument.presentationml.slide+xml"/>
  <Override PartName="/ppt/slides/slide1918.xml" ContentType="application/vnd.openxmlformats-officedocument.presentationml.slide+xml"/>
  <Override PartName="/ppt/slides/slide1919.xml" ContentType="application/vnd.openxmlformats-officedocument.presentationml.slide+xml"/>
  <Override PartName="/ppt/slides/slide1920.xml" ContentType="application/vnd.openxmlformats-officedocument.presentationml.slide+xml"/>
  <Override PartName="/ppt/slides/slide1921.xml" ContentType="application/vnd.openxmlformats-officedocument.presentationml.slide+xml"/>
  <Override PartName="/ppt/slides/slide1922.xml" ContentType="application/vnd.openxmlformats-officedocument.presentationml.slide+xml"/>
  <Override PartName="/ppt/slides/slide1923.xml" ContentType="application/vnd.openxmlformats-officedocument.presentationml.slide+xml"/>
  <Override PartName="/ppt/slides/slide1924.xml" ContentType="application/vnd.openxmlformats-officedocument.presentationml.slide+xml"/>
  <Override PartName="/ppt/slides/slide1925.xml" ContentType="application/vnd.openxmlformats-officedocument.presentationml.slide+xml"/>
  <Override PartName="/ppt/slides/slide1926.xml" ContentType="application/vnd.openxmlformats-officedocument.presentationml.slide+xml"/>
  <Override PartName="/ppt/slides/slide1927.xml" ContentType="application/vnd.openxmlformats-officedocument.presentationml.slide+xml"/>
  <Override PartName="/ppt/slides/slide1928.xml" ContentType="application/vnd.openxmlformats-officedocument.presentationml.slide+xml"/>
  <Override PartName="/ppt/slides/slide1929.xml" ContentType="application/vnd.openxmlformats-officedocument.presentationml.slide+xml"/>
  <Override PartName="/ppt/slides/slide1930.xml" ContentType="application/vnd.openxmlformats-officedocument.presentationml.slide+xml"/>
  <Override PartName="/ppt/slides/slide1931.xml" ContentType="application/vnd.openxmlformats-officedocument.presentationml.slide+xml"/>
  <Override PartName="/ppt/slides/slide1932.xml" ContentType="application/vnd.openxmlformats-officedocument.presentationml.slide+xml"/>
  <Override PartName="/ppt/slides/slide1933.xml" ContentType="application/vnd.openxmlformats-officedocument.presentationml.slide+xml"/>
  <Override PartName="/ppt/slides/slide1934.xml" ContentType="application/vnd.openxmlformats-officedocument.presentationml.slide+xml"/>
  <Override PartName="/ppt/slides/slide1935.xml" ContentType="application/vnd.openxmlformats-officedocument.presentationml.slide+xml"/>
  <Override PartName="/ppt/slides/slide1936.xml" ContentType="application/vnd.openxmlformats-officedocument.presentationml.slide+xml"/>
  <Override PartName="/ppt/slides/slide1937.xml" ContentType="application/vnd.openxmlformats-officedocument.presentationml.slide+xml"/>
  <Override PartName="/ppt/slides/slide1938.xml" ContentType="application/vnd.openxmlformats-officedocument.presentationml.slide+xml"/>
  <Override PartName="/ppt/slides/slide1939.xml" ContentType="application/vnd.openxmlformats-officedocument.presentationml.slide+xml"/>
  <Override PartName="/ppt/slides/slide1940.xml" ContentType="application/vnd.openxmlformats-officedocument.presentationml.slide+xml"/>
  <Override PartName="/ppt/slides/slide1941.xml" ContentType="application/vnd.openxmlformats-officedocument.presentationml.slide+xml"/>
  <Override PartName="/ppt/slides/slide1942.xml" ContentType="application/vnd.openxmlformats-officedocument.presentationml.slide+xml"/>
  <Override PartName="/ppt/slides/slide1943.xml" ContentType="application/vnd.openxmlformats-officedocument.presentationml.slide+xml"/>
  <Override PartName="/ppt/slides/slide1944.xml" ContentType="application/vnd.openxmlformats-officedocument.presentationml.slide+xml"/>
  <Override PartName="/ppt/slides/slide1945.xml" ContentType="application/vnd.openxmlformats-officedocument.presentationml.slide+xml"/>
  <Override PartName="/ppt/slides/slide1946.xml" ContentType="application/vnd.openxmlformats-officedocument.presentationml.slide+xml"/>
  <Override PartName="/ppt/slides/slide1947.xml" ContentType="application/vnd.openxmlformats-officedocument.presentationml.slide+xml"/>
  <Override PartName="/ppt/slides/slide1948.xml" ContentType="application/vnd.openxmlformats-officedocument.presentationml.slide+xml"/>
  <Override PartName="/ppt/slides/slide1949.xml" ContentType="application/vnd.openxmlformats-officedocument.presentationml.slide+xml"/>
  <Override PartName="/ppt/slides/slide1950.xml" ContentType="application/vnd.openxmlformats-officedocument.presentationml.slide+xml"/>
  <Override PartName="/ppt/slides/slide1951.xml" ContentType="application/vnd.openxmlformats-officedocument.presentationml.slide+xml"/>
  <Override PartName="/ppt/slides/slide1952.xml" ContentType="application/vnd.openxmlformats-officedocument.presentationml.slide+xml"/>
  <Override PartName="/ppt/slides/slide1953.xml" ContentType="application/vnd.openxmlformats-officedocument.presentationml.slide+xml"/>
  <Override PartName="/ppt/slides/slide1954.xml" ContentType="application/vnd.openxmlformats-officedocument.presentationml.slide+xml"/>
  <Override PartName="/ppt/slides/slide1955.xml" ContentType="application/vnd.openxmlformats-officedocument.presentationml.slide+xml"/>
  <Override PartName="/ppt/slides/slide1956.xml" ContentType="application/vnd.openxmlformats-officedocument.presentationml.slide+xml"/>
  <Override PartName="/ppt/slides/slide1957.xml" ContentType="application/vnd.openxmlformats-officedocument.presentationml.slide+xml"/>
  <Override PartName="/ppt/slides/slide1958.xml" ContentType="application/vnd.openxmlformats-officedocument.presentationml.slide+xml"/>
  <Override PartName="/ppt/slides/slide1959.xml" ContentType="application/vnd.openxmlformats-officedocument.presentationml.slide+xml"/>
  <Override PartName="/ppt/slides/slide1960.xml" ContentType="application/vnd.openxmlformats-officedocument.presentationml.slide+xml"/>
  <Override PartName="/ppt/slides/slide1961.xml" ContentType="application/vnd.openxmlformats-officedocument.presentationml.slide+xml"/>
  <Override PartName="/ppt/slides/slide1962.xml" ContentType="application/vnd.openxmlformats-officedocument.presentationml.slide+xml"/>
  <Override PartName="/ppt/slides/slide1963.xml" ContentType="application/vnd.openxmlformats-officedocument.presentationml.slide+xml"/>
  <Override PartName="/ppt/slides/slide1964.xml" ContentType="application/vnd.openxmlformats-officedocument.presentationml.slide+xml"/>
  <Override PartName="/ppt/slides/slide1965.xml" ContentType="application/vnd.openxmlformats-officedocument.presentationml.slide+xml"/>
  <Override PartName="/ppt/slides/slide1966.xml" ContentType="application/vnd.openxmlformats-officedocument.presentationml.slide+xml"/>
  <Override PartName="/ppt/slides/slide1967.xml" ContentType="application/vnd.openxmlformats-officedocument.presentationml.slide+xml"/>
  <Override PartName="/ppt/slides/slide1968.xml" ContentType="application/vnd.openxmlformats-officedocument.presentationml.slide+xml"/>
  <Override PartName="/ppt/slides/slide1969.xml" ContentType="application/vnd.openxmlformats-officedocument.presentationml.slide+xml"/>
  <Override PartName="/ppt/slides/slide1970.xml" ContentType="application/vnd.openxmlformats-officedocument.presentationml.slide+xml"/>
  <Override PartName="/ppt/slides/slide1971.xml" ContentType="application/vnd.openxmlformats-officedocument.presentationml.slide+xml"/>
  <Override PartName="/ppt/slides/slide1972.xml" ContentType="application/vnd.openxmlformats-officedocument.presentationml.slide+xml"/>
  <Override PartName="/ppt/slides/slide1973.xml" ContentType="application/vnd.openxmlformats-officedocument.presentationml.slide+xml"/>
  <Override PartName="/ppt/slides/slide1974.xml" ContentType="application/vnd.openxmlformats-officedocument.presentationml.slide+xml"/>
  <Override PartName="/ppt/slides/slide1975.xml" ContentType="application/vnd.openxmlformats-officedocument.presentationml.slide+xml"/>
  <Override PartName="/ppt/slides/slide1976.xml" ContentType="application/vnd.openxmlformats-officedocument.presentationml.slide+xml"/>
  <Override PartName="/ppt/slides/slide1977.xml" ContentType="application/vnd.openxmlformats-officedocument.presentationml.slide+xml"/>
  <Override PartName="/ppt/slides/slide1978.xml" ContentType="application/vnd.openxmlformats-officedocument.presentationml.slide+xml"/>
  <Override PartName="/ppt/slides/slide1979.xml" ContentType="application/vnd.openxmlformats-officedocument.presentationml.slide+xml"/>
  <Override PartName="/ppt/slides/slide1980.xml" ContentType="application/vnd.openxmlformats-officedocument.presentationml.slide+xml"/>
  <Override PartName="/ppt/slides/slide1981.xml" ContentType="application/vnd.openxmlformats-officedocument.presentationml.slide+xml"/>
  <Override PartName="/ppt/slides/slide1982.xml" ContentType="application/vnd.openxmlformats-officedocument.presentationml.slide+xml"/>
  <Override PartName="/ppt/slides/slide1983.xml" ContentType="application/vnd.openxmlformats-officedocument.presentationml.slide+xml"/>
  <Override PartName="/ppt/slides/slide1984.xml" ContentType="application/vnd.openxmlformats-officedocument.presentationml.slide+xml"/>
  <Override PartName="/ppt/slides/slide1985.xml" ContentType="application/vnd.openxmlformats-officedocument.presentationml.slide+xml"/>
  <Override PartName="/ppt/slides/slide1986.xml" ContentType="application/vnd.openxmlformats-officedocument.presentationml.slide+xml"/>
  <Override PartName="/ppt/slides/slide1987.xml" ContentType="application/vnd.openxmlformats-officedocument.presentationml.slide+xml"/>
  <Override PartName="/ppt/slides/slide1988.xml" ContentType="application/vnd.openxmlformats-officedocument.presentationml.slide+xml"/>
  <Override PartName="/ppt/slides/slide1989.xml" ContentType="application/vnd.openxmlformats-officedocument.presentationml.slide+xml"/>
  <Override PartName="/ppt/slides/slide1990.xml" ContentType="application/vnd.openxmlformats-officedocument.presentationml.slide+xml"/>
  <Override PartName="/ppt/slides/slide1991.xml" ContentType="application/vnd.openxmlformats-officedocument.presentationml.slide+xml"/>
  <Override PartName="/ppt/slides/slide1992.xml" ContentType="application/vnd.openxmlformats-officedocument.presentationml.slide+xml"/>
  <Override PartName="/ppt/slides/slide1993.xml" ContentType="application/vnd.openxmlformats-officedocument.presentationml.slide+xml"/>
  <Override PartName="/ppt/slides/slide1994.xml" ContentType="application/vnd.openxmlformats-officedocument.presentationml.slide+xml"/>
  <Override PartName="/ppt/slides/slide1995.xml" ContentType="application/vnd.openxmlformats-officedocument.presentationml.slide+xml"/>
  <Override PartName="/ppt/slides/slide1996.xml" ContentType="application/vnd.openxmlformats-officedocument.presentationml.slide+xml"/>
  <Override PartName="/ppt/slides/slide1997.xml" ContentType="application/vnd.openxmlformats-officedocument.presentationml.slide+xml"/>
  <Override PartName="/ppt/slides/slide1998.xml" ContentType="application/vnd.openxmlformats-officedocument.presentationml.slide+xml"/>
  <Override PartName="/ppt/slides/slide1999.xml" ContentType="application/vnd.openxmlformats-officedocument.presentationml.slide+xml"/>
  <Override PartName="/ppt/slides/slide2000.xml" ContentType="application/vnd.openxmlformats-officedocument.presentationml.slide+xml"/>
  <Override PartName="/ppt/slides/slide2001.xml" ContentType="application/vnd.openxmlformats-officedocument.presentationml.slide+xml"/>
  <Override PartName="/ppt/slides/slide2002.xml" ContentType="application/vnd.openxmlformats-officedocument.presentationml.slide+xml"/>
  <Override PartName="/ppt/slides/slide2003.xml" ContentType="application/vnd.openxmlformats-officedocument.presentationml.slide+xml"/>
  <Override PartName="/ppt/slides/slide2004.xml" ContentType="application/vnd.openxmlformats-officedocument.presentationml.slide+xml"/>
  <Override PartName="/ppt/slides/slide2005.xml" ContentType="application/vnd.openxmlformats-officedocument.presentationml.slide+xml"/>
  <Override PartName="/ppt/slides/slide2006.xml" ContentType="application/vnd.openxmlformats-officedocument.presentationml.slide+xml"/>
  <Override PartName="/ppt/slides/slide2007.xml" ContentType="application/vnd.openxmlformats-officedocument.presentationml.slide+xml"/>
  <Override PartName="/ppt/slides/slide2008.xml" ContentType="application/vnd.openxmlformats-officedocument.presentationml.slide+xml"/>
  <Override PartName="/ppt/slides/slide2009.xml" ContentType="application/vnd.openxmlformats-officedocument.presentationml.slide+xml"/>
  <Override PartName="/ppt/slides/slide2010.xml" ContentType="application/vnd.openxmlformats-officedocument.presentationml.slide+xml"/>
  <Override PartName="/ppt/slides/slide2011.xml" ContentType="application/vnd.openxmlformats-officedocument.presentationml.slide+xml"/>
  <Override PartName="/ppt/slides/slide2012.xml" ContentType="application/vnd.openxmlformats-officedocument.presentationml.slide+xml"/>
  <Override PartName="/ppt/slides/slide2013.xml" ContentType="application/vnd.openxmlformats-officedocument.presentationml.slide+xml"/>
  <Override PartName="/ppt/slides/slide2014.xml" ContentType="application/vnd.openxmlformats-officedocument.presentationml.slide+xml"/>
  <Override PartName="/ppt/slides/slide2015.xml" ContentType="application/vnd.openxmlformats-officedocument.presentationml.slide+xml"/>
  <Override PartName="/ppt/slides/slide2016.xml" ContentType="application/vnd.openxmlformats-officedocument.presentationml.slide+xml"/>
  <Override PartName="/ppt/slides/slide2017.xml" ContentType="application/vnd.openxmlformats-officedocument.presentationml.slide+xml"/>
  <Override PartName="/ppt/slides/slide2018.xml" ContentType="application/vnd.openxmlformats-officedocument.presentationml.slide+xml"/>
  <Override PartName="/ppt/slides/slide2019.xml" ContentType="application/vnd.openxmlformats-officedocument.presentationml.slide+xml"/>
  <Override PartName="/ppt/slides/slide2020.xml" ContentType="application/vnd.openxmlformats-officedocument.presentationml.slide+xml"/>
  <Override PartName="/ppt/slides/slide2021.xml" ContentType="application/vnd.openxmlformats-officedocument.presentationml.slide+xml"/>
  <Override PartName="/ppt/slides/slide2022.xml" ContentType="application/vnd.openxmlformats-officedocument.presentationml.slide+xml"/>
  <Override PartName="/ppt/slides/slide2023.xml" ContentType="application/vnd.openxmlformats-officedocument.presentationml.slide+xml"/>
  <Override PartName="/ppt/slides/slide2024.xml" ContentType="application/vnd.openxmlformats-officedocument.presentationml.slide+xml"/>
  <Override PartName="/ppt/slides/slide2025.xml" ContentType="application/vnd.openxmlformats-officedocument.presentationml.slide+xml"/>
  <Override PartName="/ppt/slides/slide2026.xml" ContentType="application/vnd.openxmlformats-officedocument.presentationml.slide+xml"/>
  <Override PartName="/ppt/slides/slide2027.xml" ContentType="application/vnd.openxmlformats-officedocument.presentationml.slide+xml"/>
  <Override PartName="/ppt/slides/slide2028.xml" ContentType="application/vnd.openxmlformats-officedocument.presentationml.slide+xml"/>
  <Override PartName="/ppt/slides/slide2029.xml" ContentType="application/vnd.openxmlformats-officedocument.presentationml.slide+xml"/>
  <Override PartName="/ppt/slides/slide2030.xml" ContentType="application/vnd.openxmlformats-officedocument.presentationml.slide+xml"/>
  <Override PartName="/ppt/slides/slide2031.xml" ContentType="application/vnd.openxmlformats-officedocument.presentationml.slide+xml"/>
  <Override PartName="/ppt/slides/slide2032.xml" ContentType="application/vnd.openxmlformats-officedocument.presentationml.slide+xml"/>
  <Override PartName="/ppt/slides/slide2033.xml" ContentType="application/vnd.openxmlformats-officedocument.presentationml.slide+xml"/>
  <Override PartName="/ppt/slides/slide2034.xml" ContentType="application/vnd.openxmlformats-officedocument.presentationml.slide+xml"/>
  <Override PartName="/ppt/slides/slide2035.xml" ContentType="application/vnd.openxmlformats-officedocument.presentationml.slide+xml"/>
  <Override PartName="/ppt/slides/slide2036.xml" ContentType="application/vnd.openxmlformats-officedocument.presentationml.slide+xml"/>
  <Override PartName="/ppt/slides/slide2037.xml" ContentType="application/vnd.openxmlformats-officedocument.presentationml.slide+xml"/>
  <Override PartName="/ppt/slides/slide2038.xml" ContentType="application/vnd.openxmlformats-officedocument.presentationml.slide+xml"/>
  <Override PartName="/ppt/slides/slide2039.xml" ContentType="application/vnd.openxmlformats-officedocument.presentationml.slide+xml"/>
  <Override PartName="/ppt/slides/slide2040.xml" ContentType="application/vnd.openxmlformats-officedocument.presentationml.slide+xml"/>
  <Override PartName="/ppt/slides/slide2041.xml" ContentType="application/vnd.openxmlformats-officedocument.presentationml.slide+xml"/>
  <Override PartName="/ppt/slides/slide2042.xml" ContentType="application/vnd.openxmlformats-officedocument.presentationml.slide+xml"/>
  <Override PartName="/ppt/slides/slide2043.xml" ContentType="application/vnd.openxmlformats-officedocument.presentationml.slide+xml"/>
  <Override PartName="/ppt/slides/slide2044.xml" ContentType="application/vnd.openxmlformats-officedocument.presentationml.slide+xml"/>
  <Override PartName="/ppt/slides/slide2045.xml" ContentType="application/vnd.openxmlformats-officedocument.presentationml.slide+xml"/>
  <Override PartName="/ppt/slides/slide2046.xml" ContentType="application/vnd.openxmlformats-officedocument.presentationml.slide+xml"/>
  <Override PartName="/ppt/slides/slide2047.xml" ContentType="application/vnd.openxmlformats-officedocument.presentationml.slide+xml"/>
  <Override PartName="/ppt/slides/slide2048.xml" ContentType="application/vnd.openxmlformats-officedocument.presentationml.slide+xml"/>
  <Override PartName="/ppt/slides/slide2049.xml" ContentType="application/vnd.openxmlformats-officedocument.presentationml.slide+xml"/>
  <Override PartName="/ppt/slides/slide2050.xml" ContentType="application/vnd.openxmlformats-officedocument.presentationml.slide+xml"/>
  <Override PartName="/ppt/slides/slide2051.xml" ContentType="application/vnd.openxmlformats-officedocument.presentationml.slide+xml"/>
  <Override PartName="/ppt/slides/slide2052.xml" ContentType="application/vnd.openxmlformats-officedocument.presentationml.slide+xml"/>
  <Override PartName="/ppt/slides/slide2053.xml" ContentType="application/vnd.openxmlformats-officedocument.presentationml.slide+xml"/>
  <Override PartName="/ppt/slides/slide2054.xml" ContentType="application/vnd.openxmlformats-officedocument.presentationml.slide+xml"/>
  <Override PartName="/ppt/slides/slide2055.xml" ContentType="application/vnd.openxmlformats-officedocument.presentationml.slide+xml"/>
  <Override PartName="/ppt/slides/slide2056.xml" ContentType="application/vnd.openxmlformats-officedocument.presentationml.slide+xml"/>
  <Override PartName="/ppt/slides/slide2057.xml" ContentType="application/vnd.openxmlformats-officedocument.presentationml.slide+xml"/>
  <Override PartName="/ppt/slides/slide2058.xml" ContentType="application/vnd.openxmlformats-officedocument.presentationml.slide+xml"/>
  <Override PartName="/ppt/slides/slide2059.xml" ContentType="application/vnd.openxmlformats-officedocument.presentationml.slide+xml"/>
  <Override PartName="/ppt/slides/slide2060.xml" ContentType="application/vnd.openxmlformats-officedocument.presentationml.slide+xml"/>
  <Override PartName="/ppt/slides/slide2061.xml" ContentType="application/vnd.openxmlformats-officedocument.presentationml.slide+xml"/>
  <Override PartName="/ppt/slides/slide2062.xml" ContentType="application/vnd.openxmlformats-officedocument.presentationml.slide+xml"/>
  <Override PartName="/ppt/slides/slide2063.xml" ContentType="application/vnd.openxmlformats-officedocument.presentationml.slide+xml"/>
  <Override PartName="/ppt/slides/slide2064.xml" ContentType="application/vnd.openxmlformats-officedocument.presentationml.slide+xml"/>
  <Override PartName="/ppt/slides/slide2065.xml" ContentType="application/vnd.openxmlformats-officedocument.presentationml.slide+xml"/>
  <Override PartName="/ppt/slides/slide2066.xml" ContentType="application/vnd.openxmlformats-officedocument.presentationml.slide+xml"/>
  <Override PartName="/ppt/slides/slide2067.xml" ContentType="application/vnd.openxmlformats-officedocument.presentationml.slide+xml"/>
  <Override PartName="/ppt/slides/slide2068.xml" ContentType="application/vnd.openxmlformats-officedocument.presentationml.slide+xml"/>
  <Override PartName="/ppt/slides/slide2069.xml" ContentType="application/vnd.openxmlformats-officedocument.presentationml.slide+xml"/>
  <Override PartName="/ppt/slides/slide2070.xml" ContentType="application/vnd.openxmlformats-officedocument.presentationml.slide+xml"/>
  <Override PartName="/ppt/slides/slide2071.xml" ContentType="application/vnd.openxmlformats-officedocument.presentationml.slide+xml"/>
  <Override PartName="/ppt/slides/slide2072.xml" ContentType="application/vnd.openxmlformats-officedocument.presentationml.slide+xml"/>
  <Override PartName="/ppt/slides/slide2073.xml" ContentType="application/vnd.openxmlformats-officedocument.presentationml.slide+xml"/>
  <Override PartName="/ppt/slides/slide2074.xml" ContentType="application/vnd.openxmlformats-officedocument.presentationml.slide+xml"/>
  <Override PartName="/ppt/slides/slide2075.xml" ContentType="application/vnd.openxmlformats-officedocument.presentationml.slide+xml"/>
  <Override PartName="/ppt/slides/slide2076.xml" ContentType="application/vnd.openxmlformats-officedocument.presentationml.slide+xml"/>
  <Override PartName="/ppt/slides/slide2077.xml" ContentType="application/vnd.openxmlformats-officedocument.presentationml.slide+xml"/>
  <Override PartName="/ppt/slides/slide2078.xml" ContentType="application/vnd.openxmlformats-officedocument.presentationml.slide+xml"/>
  <Override PartName="/ppt/slides/slide2079.xml" ContentType="application/vnd.openxmlformats-officedocument.presentationml.slide+xml"/>
  <Override PartName="/ppt/slides/slide2080.xml" ContentType="application/vnd.openxmlformats-officedocument.presentationml.slide+xml"/>
  <Override PartName="/ppt/slides/slide2081.xml" ContentType="application/vnd.openxmlformats-officedocument.presentationml.slide+xml"/>
  <Override PartName="/ppt/slides/slide2082.xml" ContentType="application/vnd.openxmlformats-officedocument.presentationml.slide+xml"/>
  <Override PartName="/ppt/slides/slide2083.xml" ContentType="application/vnd.openxmlformats-officedocument.presentationml.slide+xml"/>
  <Override PartName="/ppt/slides/slide2084.xml" ContentType="application/vnd.openxmlformats-officedocument.presentationml.slide+xml"/>
  <Override PartName="/ppt/slides/slide2085.xml" ContentType="application/vnd.openxmlformats-officedocument.presentationml.slide+xml"/>
  <Override PartName="/ppt/slides/slide2086.xml" ContentType="application/vnd.openxmlformats-officedocument.presentationml.slide+xml"/>
  <Override PartName="/ppt/slides/slide2087.xml" ContentType="application/vnd.openxmlformats-officedocument.presentationml.slide+xml"/>
  <Override PartName="/ppt/slides/slide2088.xml" ContentType="application/vnd.openxmlformats-officedocument.presentationml.slide+xml"/>
  <Override PartName="/ppt/slides/slide2089.xml" ContentType="application/vnd.openxmlformats-officedocument.presentationml.slide+xml"/>
  <Override PartName="/ppt/slides/slide2090.xml" ContentType="application/vnd.openxmlformats-officedocument.presentationml.slide+xml"/>
  <Override PartName="/ppt/slides/slide2091.xml" ContentType="application/vnd.openxmlformats-officedocument.presentationml.slide+xml"/>
  <Override PartName="/ppt/slides/slide2092.xml" ContentType="application/vnd.openxmlformats-officedocument.presentationml.slide+xml"/>
  <Override PartName="/ppt/slides/slide2093.xml" ContentType="application/vnd.openxmlformats-officedocument.presentationml.slide+xml"/>
  <Override PartName="/ppt/slides/slide2094.xml" ContentType="application/vnd.openxmlformats-officedocument.presentationml.slide+xml"/>
  <Override PartName="/ppt/slides/slide2095.xml" ContentType="application/vnd.openxmlformats-officedocument.presentationml.slide+xml"/>
  <Override PartName="/ppt/slides/slide2096.xml" ContentType="application/vnd.openxmlformats-officedocument.presentationml.slide+xml"/>
  <Override PartName="/ppt/slides/slide2097.xml" ContentType="application/vnd.openxmlformats-officedocument.presentationml.slide+xml"/>
  <Override PartName="/ppt/slides/slide2098.xml" ContentType="application/vnd.openxmlformats-officedocument.presentationml.slide+xml"/>
  <Override PartName="/ppt/slides/slide2099.xml" ContentType="application/vnd.openxmlformats-officedocument.presentationml.slide+xml"/>
  <Override PartName="/ppt/slides/slide2100.xml" ContentType="application/vnd.openxmlformats-officedocument.presentationml.slide+xml"/>
  <Override PartName="/ppt/slides/slide2101.xml" ContentType="application/vnd.openxmlformats-officedocument.presentationml.slide+xml"/>
  <Override PartName="/ppt/slides/slide2102.xml" ContentType="application/vnd.openxmlformats-officedocument.presentationml.slide+xml"/>
  <Override PartName="/ppt/slides/slide2103.xml" ContentType="application/vnd.openxmlformats-officedocument.presentationml.slide+xml"/>
  <Override PartName="/ppt/slides/slide2104.xml" ContentType="application/vnd.openxmlformats-officedocument.presentationml.slide+xml"/>
  <Override PartName="/ppt/slides/slide2105.xml" ContentType="application/vnd.openxmlformats-officedocument.presentationml.slide+xml"/>
  <Override PartName="/ppt/slides/slide2106.xml" ContentType="application/vnd.openxmlformats-officedocument.presentationml.slide+xml"/>
  <Override PartName="/ppt/slides/slide2107.xml" ContentType="application/vnd.openxmlformats-officedocument.presentationml.slide+xml"/>
  <Override PartName="/ppt/slides/slide2108.xml" ContentType="application/vnd.openxmlformats-officedocument.presentationml.slide+xml"/>
  <Override PartName="/ppt/slides/slide2109.xml" ContentType="application/vnd.openxmlformats-officedocument.presentationml.slide+xml"/>
  <Override PartName="/ppt/slides/slide2110.xml" ContentType="application/vnd.openxmlformats-officedocument.presentationml.slide+xml"/>
  <Override PartName="/ppt/slides/slide2111.xml" ContentType="application/vnd.openxmlformats-officedocument.presentationml.slide+xml"/>
  <Override PartName="/ppt/slides/slide2112.xml" ContentType="application/vnd.openxmlformats-officedocument.presentationml.slide+xml"/>
  <Override PartName="/ppt/slides/slide2113.xml" ContentType="application/vnd.openxmlformats-officedocument.presentationml.slide+xml"/>
  <Override PartName="/ppt/slides/slide2114.xml" ContentType="application/vnd.openxmlformats-officedocument.presentationml.slide+xml"/>
  <Override PartName="/ppt/slides/slide2115.xml" ContentType="application/vnd.openxmlformats-officedocument.presentationml.slide+xml"/>
  <Override PartName="/ppt/slides/slide2116.xml" ContentType="application/vnd.openxmlformats-officedocument.presentationml.slide+xml"/>
  <Override PartName="/ppt/slides/slide2117.xml" ContentType="application/vnd.openxmlformats-officedocument.presentationml.slide+xml"/>
  <Override PartName="/ppt/slides/slide2118.xml" ContentType="application/vnd.openxmlformats-officedocument.presentationml.slide+xml"/>
  <Override PartName="/ppt/slides/slide2119.xml" ContentType="application/vnd.openxmlformats-officedocument.presentationml.slide+xml"/>
  <Override PartName="/ppt/slides/slide2120.xml" ContentType="application/vnd.openxmlformats-officedocument.presentationml.slide+xml"/>
  <Override PartName="/ppt/slides/slide2121.xml" ContentType="application/vnd.openxmlformats-officedocument.presentationml.slide+xml"/>
  <Override PartName="/ppt/slides/slide2122.xml" ContentType="application/vnd.openxmlformats-officedocument.presentationml.slide+xml"/>
  <Override PartName="/ppt/slides/slide2123.xml" ContentType="application/vnd.openxmlformats-officedocument.presentationml.slide+xml"/>
  <Override PartName="/ppt/slides/slide2124.xml" ContentType="application/vnd.openxmlformats-officedocument.presentationml.slide+xml"/>
  <Override PartName="/ppt/slides/slide2125.xml" ContentType="application/vnd.openxmlformats-officedocument.presentationml.slide+xml"/>
  <Override PartName="/ppt/slides/slide2126.xml" ContentType="application/vnd.openxmlformats-officedocument.presentationml.slide+xml"/>
  <Override PartName="/ppt/slides/slide2127.xml" ContentType="application/vnd.openxmlformats-officedocument.presentationml.slide+xml"/>
  <Override PartName="/ppt/slides/slide2128.xml" ContentType="application/vnd.openxmlformats-officedocument.presentationml.slide+xml"/>
  <Override PartName="/ppt/slides/slide2129.xml" ContentType="application/vnd.openxmlformats-officedocument.presentationml.slide+xml"/>
  <Override PartName="/ppt/slides/slide2130.xml" ContentType="application/vnd.openxmlformats-officedocument.presentationml.slide+xml"/>
  <Override PartName="/ppt/slides/slide2131.xml" ContentType="application/vnd.openxmlformats-officedocument.presentationml.slide+xml"/>
  <Override PartName="/ppt/slides/slide2132.xml" ContentType="application/vnd.openxmlformats-officedocument.presentationml.slide+xml"/>
  <Override PartName="/ppt/slides/slide2133.xml" ContentType="application/vnd.openxmlformats-officedocument.presentationml.slide+xml"/>
  <Override PartName="/ppt/slides/slide2134.xml" ContentType="application/vnd.openxmlformats-officedocument.presentationml.slide+xml"/>
  <Override PartName="/ppt/slides/slide2135.xml" ContentType="application/vnd.openxmlformats-officedocument.presentationml.slide+xml"/>
  <Override PartName="/ppt/slides/slide2136.xml" ContentType="application/vnd.openxmlformats-officedocument.presentationml.slide+xml"/>
  <Override PartName="/ppt/slides/slide2137.xml" ContentType="application/vnd.openxmlformats-officedocument.presentationml.slide+xml"/>
  <Override PartName="/ppt/slides/slide2138.xml" ContentType="application/vnd.openxmlformats-officedocument.presentationml.slide+xml"/>
  <Override PartName="/ppt/slides/slide2139.xml" ContentType="application/vnd.openxmlformats-officedocument.presentationml.slide+xml"/>
  <Override PartName="/ppt/slides/slide2140.xml" ContentType="application/vnd.openxmlformats-officedocument.presentationml.slide+xml"/>
  <Override PartName="/ppt/slides/slide2141.xml" ContentType="application/vnd.openxmlformats-officedocument.presentationml.slide+xml"/>
  <Override PartName="/ppt/slides/slide2142.xml" ContentType="application/vnd.openxmlformats-officedocument.presentationml.slide+xml"/>
  <Override PartName="/ppt/slides/slide2143.xml" ContentType="application/vnd.openxmlformats-officedocument.presentationml.slide+xml"/>
  <Override PartName="/ppt/slides/slide2144.xml" ContentType="application/vnd.openxmlformats-officedocument.presentationml.slide+xml"/>
  <Override PartName="/ppt/slides/slide2145.xml" ContentType="application/vnd.openxmlformats-officedocument.presentationml.slide+xml"/>
  <Override PartName="/ppt/slides/slide2146.xml" ContentType="application/vnd.openxmlformats-officedocument.presentationml.slide+xml"/>
  <Override PartName="/ppt/slides/slide2147.xml" ContentType="application/vnd.openxmlformats-officedocument.presentationml.slide+xml"/>
  <Override PartName="/ppt/slides/slide2148.xml" ContentType="application/vnd.openxmlformats-officedocument.presentationml.slide+xml"/>
  <Override PartName="/ppt/slides/slide2149.xml" ContentType="application/vnd.openxmlformats-officedocument.presentationml.slide+xml"/>
  <Override PartName="/ppt/slides/slide2150.xml" ContentType="application/vnd.openxmlformats-officedocument.presentationml.slide+xml"/>
  <Override PartName="/ppt/slides/slide2151.xml" ContentType="application/vnd.openxmlformats-officedocument.presentationml.slide+xml"/>
  <Override PartName="/ppt/slides/slide2152.xml" ContentType="application/vnd.openxmlformats-officedocument.presentationml.slide+xml"/>
  <Override PartName="/ppt/slides/slide2153.xml" ContentType="application/vnd.openxmlformats-officedocument.presentationml.slide+xml"/>
  <Override PartName="/ppt/slides/slide2154.xml" ContentType="application/vnd.openxmlformats-officedocument.presentationml.slide+xml"/>
  <Override PartName="/ppt/slides/slide2155.xml" ContentType="application/vnd.openxmlformats-officedocument.presentationml.slide+xml"/>
  <Override PartName="/ppt/slides/slide2156.xml" ContentType="application/vnd.openxmlformats-officedocument.presentationml.slide+xml"/>
  <Override PartName="/ppt/slides/slide2157.xml" ContentType="application/vnd.openxmlformats-officedocument.presentationml.slide+xml"/>
  <Override PartName="/ppt/slides/slide2158.xml" ContentType="application/vnd.openxmlformats-officedocument.presentationml.slide+xml"/>
  <Override PartName="/ppt/slides/slide2159.xml" ContentType="application/vnd.openxmlformats-officedocument.presentationml.slide+xml"/>
  <Override PartName="/ppt/slides/slide2160.xml" ContentType="application/vnd.openxmlformats-officedocument.presentationml.slide+xml"/>
  <Override PartName="/ppt/slides/slide2161.xml" ContentType="application/vnd.openxmlformats-officedocument.presentationml.slide+xml"/>
  <Override PartName="/ppt/slides/slide2162.xml" ContentType="application/vnd.openxmlformats-officedocument.presentationml.slide+xml"/>
  <Override PartName="/ppt/slides/slide2163.xml" ContentType="application/vnd.openxmlformats-officedocument.presentationml.slide+xml"/>
  <Override PartName="/ppt/slides/slide2164.xml" ContentType="application/vnd.openxmlformats-officedocument.presentationml.slide+xml"/>
  <Override PartName="/ppt/slides/slide2165.xml" ContentType="application/vnd.openxmlformats-officedocument.presentationml.slide+xml"/>
  <Override PartName="/ppt/slides/slide2166.xml" ContentType="application/vnd.openxmlformats-officedocument.presentationml.slide+xml"/>
  <Override PartName="/ppt/slides/slide2167.xml" ContentType="application/vnd.openxmlformats-officedocument.presentationml.slide+xml"/>
  <Override PartName="/ppt/slides/slide2168.xml" ContentType="application/vnd.openxmlformats-officedocument.presentationml.slide+xml"/>
  <Override PartName="/ppt/slides/slide2169.xml" ContentType="application/vnd.openxmlformats-officedocument.presentationml.slide+xml"/>
  <Override PartName="/ppt/slides/slide2170.xml" ContentType="application/vnd.openxmlformats-officedocument.presentationml.slide+xml"/>
  <Override PartName="/ppt/slides/slide2171.xml" ContentType="application/vnd.openxmlformats-officedocument.presentationml.slide+xml"/>
  <Override PartName="/ppt/slides/slide2172.xml" ContentType="application/vnd.openxmlformats-officedocument.presentationml.slide+xml"/>
  <Override PartName="/ppt/slides/slide2173.xml" ContentType="application/vnd.openxmlformats-officedocument.presentationml.slide+xml"/>
  <Override PartName="/ppt/slides/slide2174.xml" ContentType="application/vnd.openxmlformats-officedocument.presentationml.slide+xml"/>
  <Override PartName="/ppt/slides/slide2175.xml" ContentType="application/vnd.openxmlformats-officedocument.presentationml.slide+xml"/>
  <Override PartName="/ppt/slides/slide2176.xml" ContentType="application/vnd.openxmlformats-officedocument.presentationml.slide+xml"/>
  <Override PartName="/ppt/slides/slide2177.xml" ContentType="application/vnd.openxmlformats-officedocument.presentationml.slide+xml"/>
  <Override PartName="/ppt/slides/slide2178.xml" ContentType="application/vnd.openxmlformats-officedocument.presentationml.slide+xml"/>
  <Override PartName="/ppt/slides/slide2179.xml" ContentType="application/vnd.openxmlformats-officedocument.presentationml.slide+xml"/>
  <Override PartName="/ppt/slides/slide2180.xml" ContentType="application/vnd.openxmlformats-officedocument.presentationml.slide+xml"/>
  <Override PartName="/ppt/slides/slide2181.xml" ContentType="application/vnd.openxmlformats-officedocument.presentationml.slide+xml"/>
  <Override PartName="/ppt/slides/slide2182.xml" ContentType="application/vnd.openxmlformats-officedocument.presentationml.slide+xml"/>
  <Override PartName="/ppt/slides/slide2183.xml" ContentType="application/vnd.openxmlformats-officedocument.presentationml.slide+xml"/>
  <Override PartName="/ppt/slides/slide2184.xml" ContentType="application/vnd.openxmlformats-officedocument.presentationml.slide+xml"/>
  <Override PartName="/ppt/slides/slide2185.xml" ContentType="application/vnd.openxmlformats-officedocument.presentationml.slide+xml"/>
  <Override PartName="/ppt/slides/slide2186.xml" ContentType="application/vnd.openxmlformats-officedocument.presentationml.slide+xml"/>
  <Override PartName="/ppt/slides/slide2187.xml" ContentType="application/vnd.openxmlformats-officedocument.presentationml.slide+xml"/>
  <Override PartName="/ppt/slides/slide2188.xml" ContentType="application/vnd.openxmlformats-officedocument.presentationml.slide+xml"/>
  <Override PartName="/ppt/slides/slide2189.xml" ContentType="application/vnd.openxmlformats-officedocument.presentationml.slide+xml"/>
  <Override PartName="/ppt/slides/slide2190.xml" ContentType="application/vnd.openxmlformats-officedocument.presentationml.slide+xml"/>
  <Override PartName="/ppt/slides/slide2191.xml" ContentType="application/vnd.openxmlformats-officedocument.presentationml.slide+xml"/>
  <Override PartName="/ppt/slides/slide2192.xml" ContentType="application/vnd.openxmlformats-officedocument.presentationml.slide+xml"/>
  <Override PartName="/ppt/slides/slide2193.xml" ContentType="application/vnd.openxmlformats-officedocument.presentationml.slide+xml"/>
  <Override PartName="/ppt/slides/slide2194.xml" ContentType="application/vnd.openxmlformats-officedocument.presentationml.slide+xml"/>
  <Override PartName="/ppt/slides/slide2195.xml" ContentType="application/vnd.openxmlformats-officedocument.presentationml.slide+xml"/>
  <Override PartName="/ppt/slides/slide2196.xml" ContentType="application/vnd.openxmlformats-officedocument.presentationml.slide+xml"/>
  <Override PartName="/ppt/slides/slide2197.xml" ContentType="application/vnd.openxmlformats-officedocument.presentationml.slide+xml"/>
  <Override PartName="/ppt/slides/slide2198.xml" ContentType="application/vnd.openxmlformats-officedocument.presentationml.slide+xml"/>
  <Override PartName="/ppt/slides/slide2199.xml" ContentType="application/vnd.openxmlformats-officedocument.presentationml.slide+xml"/>
  <Override PartName="/ppt/slides/slide2200.xml" ContentType="application/vnd.openxmlformats-officedocument.presentationml.slide+xml"/>
  <Override PartName="/ppt/slides/slide2201.xml" ContentType="application/vnd.openxmlformats-officedocument.presentationml.slide+xml"/>
  <Override PartName="/ppt/slides/slide2202.xml" ContentType="application/vnd.openxmlformats-officedocument.presentationml.slide+xml"/>
  <Override PartName="/ppt/slides/slide2203.xml" ContentType="application/vnd.openxmlformats-officedocument.presentationml.slide+xml"/>
  <Override PartName="/ppt/slides/slide2204.xml" ContentType="application/vnd.openxmlformats-officedocument.presentationml.slide+xml"/>
  <Override PartName="/ppt/slides/slide2205.xml" ContentType="application/vnd.openxmlformats-officedocument.presentationml.slide+xml"/>
  <Override PartName="/ppt/slides/slide2206.xml" ContentType="application/vnd.openxmlformats-officedocument.presentationml.slide+xml"/>
  <Override PartName="/ppt/slides/slide2207.xml" ContentType="application/vnd.openxmlformats-officedocument.presentationml.slide+xml"/>
  <Override PartName="/ppt/slides/slide2208.xml" ContentType="application/vnd.openxmlformats-officedocument.presentationml.slide+xml"/>
  <Override PartName="/ppt/slides/slide2209.xml" ContentType="application/vnd.openxmlformats-officedocument.presentationml.slide+xml"/>
  <Override PartName="/ppt/slides/slide2210.xml" ContentType="application/vnd.openxmlformats-officedocument.presentationml.slide+xml"/>
  <Override PartName="/ppt/slides/slide2211.xml" ContentType="application/vnd.openxmlformats-officedocument.presentationml.slide+xml"/>
  <Override PartName="/ppt/slides/slide2212.xml" ContentType="application/vnd.openxmlformats-officedocument.presentationml.slide+xml"/>
  <Override PartName="/ppt/slides/slide2213.xml" ContentType="application/vnd.openxmlformats-officedocument.presentationml.slide+xml"/>
  <Override PartName="/ppt/slides/slide2214.xml" ContentType="application/vnd.openxmlformats-officedocument.presentationml.slide+xml"/>
  <Override PartName="/ppt/slides/slide2215.xml" ContentType="application/vnd.openxmlformats-officedocument.presentationml.slide+xml"/>
  <Override PartName="/ppt/slides/slide2216.xml" ContentType="application/vnd.openxmlformats-officedocument.presentationml.slide+xml"/>
  <Override PartName="/ppt/slides/slide2217.xml" ContentType="application/vnd.openxmlformats-officedocument.presentationml.slide+xml"/>
  <Override PartName="/ppt/slides/slide2218.xml" ContentType="application/vnd.openxmlformats-officedocument.presentationml.slide+xml"/>
  <Override PartName="/ppt/slides/slide2219.xml" ContentType="application/vnd.openxmlformats-officedocument.presentationml.slide+xml"/>
  <Override PartName="/ppt/slides/slide2220.xml" ContentType="application/vnd.openxmlformats-officedocument.presentationml.slide+xml"/>
  <Override PartName="/ppt/slides/slide2221.xml" ContentType="application/vnd.openxmlformats-officedocument.presentationml.slide+xml"/>
  <Override PartName="/ppt/slides/slide2222.xml" ContentType="application/vnd.openxmlformats-officedocument.presentationml.slide+xml"/>
  <Override PartName="/ppt/slides/slide2223.xml" ContentType="application/vnd.openxmlformats-officedocument.presentationml.slide+xml"/>
  <Override PartName="/ppt/slides/slide2224.xml" ContentType="application/vnd.openxmlformats-officedocument.presentationml.slide+xml"/>
  <Override PartName="/ppt/slides/slide2225.xml" ContentType="application/vnd.openxmlformats-officedocument.presentationml.slide+xml"/>
  <Override PartName="/ppt/slides/slide2226.xml" ContentType="application/vnd.openxmlformats-officedocument.presentationml.slide+xml"/>
  <Override PartName="/ppt/slides/slide2227.xml" ContentType="application/vnd.openxmlformats-officedocument.presentationml.slide+xml"/>
  <Override PartName="/ppt/slides/slide2228.xml" ContentType="application/vnd.openxmlformats-officedocument.presentationml.slide+xml"/>
  <Override PartName="/ppt/slides/slide2229.xml" ContentType="application/vnd.openxmlformats-officedocument.presentationml.slide+xml"/>
  <Override PartName="/ppt/slides/slide2230.xml" ContentType="application/vnd.openxmlformats-officedocument.presentationml.slide+xml"/>
  <Override PartName="/ppt/slides/slide2231.xml" ContentType="application/vnd.openxmlformats-officedocument.presentationml.slide+xml"/>
  <Override PartName="/ppt/slides/slide2232.xml" ContentType="application/vnd.openxmlformats-officedocument.presentationml.slide+xml"/>
  <Override PartName="/ppt/slides/slide2233.xml" ContentType="application/vnd.openxmlformats-officedocument.presentationml.slide+xml"/>
  <Override PartName="/ppt/slides/slide2234.xml" ContentType="application/vnd.openxmlformats-officedocument.presentationml.slide+xml"/>
  <Override PartName="/ppt/slides/slide2235.xml" ContentType="application/vnd.openxmlformats-officedocument.presentationml.slide+xml"/>
  <Override PartName="/ppt/slides/slide2236.xml" ContentType="application/vnd.openxmlformats-officedocument.presentationml.slide+xml"/>
  <Override PartName="/ppt/slides/slide2237.xml" ContentType="application/vnd.openxmlformats-officedocument.presentationml.slide+xml"/>
  <Override PartName="/ppt/slides/slide2238.xml" ContentType="application/vnd.openxmlformats-officedocument.presentationml.slide+xml"/>
  <Override PartName="/ppt/slides/slide2239.xml" ContentType="application/vnd.openxmlformats-officedocument.presentationml.slide+xml"/>
  <Override PartName="/ppt/slides/slide2240.xml" ContentType="application/vnd.openxmlformats-officedocument.presentationml.slide+xml"/>
  <Override PartName="/ppt/slides/slide2241.xml" ContentType="application/vnd.openxmlformats-officedocument.presentationml.slide+xml"/>
  <Override PartName="/ppt/slides/slide2242.xml" ContentType="application/vnd.openxmlformats-officedocument.presentationml.slide+xml"/>
  <Override PartName="/ppt/slides/slide2243.xml" ContentType="application/vnd.openxmlformats-officedocument.presentationml.slide+xml"/>
  <Override PartName="/ppt/slides/slide2244.xml" ContentType="application/vnd.openxmlformats-officedocument.presentationml.slide+xml"/>
  <Override PartName="/ppt/slides/slide2245.xml" ContentType="application/vnd.openxmlformats-officedocument.presentationml.slide+xml"/>
  <Override PartName="/ppt/slides/slide2246.xml" ContentType="application/vnd.openxmlformats-officedocument.presentationml.slide+xml"/>
  <Override PartName="/ppt/slides/slide2247.xml" ContentType="application/vnd.openxmlformats-officedocument.presentationml.slide+xml"/>
  <Override PartName="/ppt/slides/slide2248.xml" ContentType="application/vnd.openxmlformats-officedocument.presentationml.slide+xml"/>
  <Override PartName="/ppt/slides/slide2249.xml" ContentType="application/vnd.openxmlformats-officedocument.presentationml.slide+xml"/>
  <Override PartName="/ppt/slides/slide2250.xml" ContentType="application/vnd.openxmlformats-officedocument.presentationml.slide+xml"/>
  <Override PartName="/ppt/slides/slide2251.xml" ContentType="application/vnd.openxmlformats-officedocument.presentationml.slide+xml"/>
  <Override PartName="/ppt/slides/slide2252.xml" ContentType="application/vnd.openxmlformats-officedocument.presentationml.slide+xml"/>
  <Override PartName="/ppt/slides/slide2253.xml" ContentType="application/vnd.openxmlformats-officedocument.presentationml.slide+xml"/>
  <Override PartName="/ppt/slides/slide2254.xml" ContentType="application/vnd.openxmlformats-officedocument.presentationml.slide+xml"/>
  <Override PartName="/ppt/slides/slide2255.xml" ContentType="application/vnd.openxmlformats-officedocument.presentationml.slide+xml"/>
  <Override PartName="/ppt/slides/slide2256.xml" ContentType="application/vnd.openxmlformats-officedocument.presentationml.slide+xml"/>
  <Override PartName="/ppt/slides/slide2257.xml" ContentType="application/vnd.openxmlformats-officedocument.presentationml.slide+xml"/>
  <Override PartName="/ppt/slides/slide2258.xml" ContentType="application/vnd.openxmlformats-officedocument.presentationml.slide+xml"/>
  <Override PartName="/ppt/slides/slide2259.xml" ContentType="application/vnd.openxmlformats-officedocument.presentationml.slide+xml"/>
  <Override PartName="/ppt/slides/slide2260.xml" ContentType="application/vnd.openxmlformats-officedocument.presentationml.slide+xml"/>
  <Override PartName="/ppt/slides/slide2261.xml" ContentType="application/vnd.openxmlformats-officedocument.presentationml.slide+xml"/>
  <Override PartName="/ppt/slides/slide2262.xml" ContentType="application/vnd.openxmlformats-officedocument.presentationml.slide+xml"/>
  <Override PartName="/ppt/slides/slide2263.xml" ContentType="application/vnd.openxmlformats-officedocument.presentationml.slide+xml"/>
  <Override PartName="/ppt/slides/slide2264.xml" ContentType="application/vnd.openxmlformats-officedocument.presentationml.slide+xml"/>
  <Override PartName="/ppt/slides/slide2265.xml" ContentType="application/vnd.openxmlformats-officedocument.presentationml.slide+xml"/>
  <Override PartName="/ppt/slides/slide2266.xml" ContentType="application/vnd.openxmlformats-officedocument.presentationml.slide+xml"/>
  <Override PartName="/ppt/slides/slide2267.xml" ContentType="application/vnd.openxmlformats-officedocument.presentationml.slide+xml"/>
  <Override PartName="/ppt/slides/slide2268.xml" ContentType="application/vnd.openxmlformats-officedocument.presentationml.slide+xml"/>
  <Override PartName="/ppt/slides/slide2269.xml" ContentType="application/vnd.openxmlformats-officedocument.presentationml.slide+xml"/>
  <Override PartName="/ppt/slides/slide2270.xml" ContentType="application/vnd.openxmlformats-officedocument.presentationml.slide+xml"/>
  <Override PartName="/ppt/slides/slide2271.xml" ContentType="application/vnd.openxmlformats-officedocument.presentationml.slide+xml"/>
  <Override PartName="/ppt/slides/slide2272.xml" ContentType="application/vnd.openxmlformats-officedocument.presentationml.slide+xml"/>
  <Override PartName="/ppt/slides/slide2273.xml" ContentType="application/vnd.openxmlformats-officedocument.presentationml.slide+xml"/>
  <Override PartName="/ppt/slides/slide2274.xml" ContentType="application/vnd.openxmlformats-officedocument.presentationml.slide+xml"/>
  <Override PartName="/ppt/slides/slide2275.xml" ContentType="application/vnd.openxmlformats-officedocument.presentationml.slide+xml"/>
  <Override PartName="/ppt/slides/slide2276.xml" ContentType="application/vnd.openxmlformats-officedocument.presentationml.slide+xml"/>
  <Override PartName="/ppt/slides/slide22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79"/>
  </p:notesMasterIdLst>
  <p:handoutMasterIdLst>
    <p:handoutMasterId r:id="rId2280"/>
  </p:handoutMasterIdLst>
  <p:sldIdLst>
    <p:sldId id="256" r:id="rId2"/>
    <p:sldId id="283" r:id="rId3"/>
    <p:sldId id="287" r:id="rId4"/>
    <p:sldId id="257" r:id="rId5"/>
    <p:sldId id="258" r:id="rId6"/>
    <p:sldId id="3323" r:id="rId7"/>
    <p:sldId id="261" r:id="rId8"/>
    <p:sldId id="284" r:id="rId9"/>
    <p:sldId id="259" r:id="rId10"/>
    <p:sldId id="285" r:id="rId11"/>
    <p:sldId id="260" r:id="rId12"/>
    <p:sldId id="262" r:id="rId13"/>
    <p:sldId id="286" r:id="rId14"/>
    <p:sldId id="3342" r:id="rId15"/>
    <p:sldId id="263" r:id="rId16"/>
    <p:sldId id="3325" r:id="rId17"/>
    <p:sldId id="288" r:id="rId18"/>
    <p:sldId id="3326" r:id="rId19"/>
    <p:sldId id="3328" r:id="rId20"/>
    <p:sldId id="264" r:id="rId21"/>
    <p:sldId id="3329" r:id="rId22"/>
    <p:sldId id="289" r:id="rId23"/>
    <p:sldId id="265" r:id="rId24"/>
    <p:sldId id="266" r:id="rId25"/>
    <p:sldId id="267" r:id="rId26"/>
    <p:sldId id="290" r:id="rId27"/>
    <p:sldId id="268" r:id="rId28"/>
    <p:sldId id="291" r:id="rId29"/>
    <p:sldId id="321" r:id="rId30"/>
    <p:sldId id="322" r:id="rId31"/>
    <p:sldId id="323" r:id="rId32"/>
    <p:sldId id="3272" r:id="rId33"/>
    <p:sldId id="324" r:id="rId34"/>
    <p:sldId id="3364" r:id="rId35"/>
    <p:sldId id="325" r:id="rId36"/>
    <p:sldId id="3330" r:id="rId37"/>
    <p:sldId id="326" r:id="rId38"/>
    <p:sldId id="328" r:id="rId39"/>
    <p:sldId id="327" r:id="rId40"/>
    <p:sldId id="334" r:id="rId41"/>
    <p:sldId id="3332" r:id="rId42"/>
    <p:sldId id="333" r:id="rId43"/>
    <p:sldId id="3333" r:id="rId44"/>
    <p:sldId id="3334" r:id="rId45"/>
    <p:sldId id="3273" r:id="rId46"/>
    <p:sldId id="3274" r:id="rId47"/>
    <p:sldId id="3376" r:id="rId48"/>
    <p:sldId id="3275" r:id="rId49"/>
    <p:sldId id="3335" r:id="rId50"/>
    <p:sldId id="3276" r:id="rId51"/>
    <p:sldId id="3277" r:id="rId52"/>
    <p:sldId id="343" r:id="rId53"/>
    <p:sldId id="3280" r:id="rId54"/>
    <p:sldId id="3281" r:id="rId55"/>
    <p:sldId id="3282" r:id="rId56"/>
    <p:sldId id="3283" r:id="rId57"/>
    <p:sldId id="345" r:id="rId58"/>
    <p:sldId id="346" r:id="rId59"/>
    <p:sldId id="3389" r:id="rId60"/>
    <p:sldId id="348" r:id="rId61"/>
    <p:sldId id="347" r:id="rId62"/>
    <p:sldId id="349" r:id="rId63"/>
    <p:sldId id="3216" r:id="rId64"/>
    <p:sldId id="350" r:id="rId65"/>
    <p:sldId id="3217" r:id="rId66"/>
    <p:sldId id="351" r:id="rId67"/>
    <p:sldId id="352" r:id="rId68"/>
    <p:sldId id="3219" r:id="rId69"/>
    <p:sldId id="353" r:id="rId70"/>
    <p:sldId id="354" r:id="rId71"/>
    <p:sldId id="3844" r:id="rId72"/>
    <p:sldId id="355" r:id="rId73"/>
    <p:sldId id="356" r:id="rId74"/>
    <p:sldId id="3845" r:id="rId75"/>
    <p:sldId id="357" r:id="rId76"/>
    <p:sldId id="3222" r:id="rId77"/>
    <p:sldId id="3223" r:id="rId78"/>
    <p:sldId id="3224" r:id="rId79"/>
    <p:sldId id="361" r:id="rId80"/>
    <p:sldId id="362" r:id="rId81"/>
    <p:sldId id="363" r:id="rId82"/>
    <p:sldId id="364" r:id="rId83"/>
    <p:sldId id="3226" r:id="rId84"/>
    <p:sldId id="365" r:id="rId85"/>
    <p:sldId id="3227" r:id="rId86"/>
    <p:sldId id="366" r:id="rId87"/>
    <p:sldId id="3228" r:id="rId88"/>
    <p:sldId id="367" r:id="rId89"/>
    <p:sldId id="368" r:id="rId90"/>
    <p:sldId id="370" r:id="rId91"/>
    <p:sldId id="371" r:id="rId92"/>
    <p:sldId id="373" r:id="rId93"/>
    <p:sldId id="374" r:id="rId94"/>
    <p:sldId id="375" r:id="rId95"/>
    <p:sldId id="376" r:id="rId96"/>
    <p:sldId id="377" r:id="rId97"/>
    <p:sldId id="3234" r:id="rId98"/>
    <p:sldId id="3235" r:id="rId99"/>
    <p:sldId id="379" r:id="rId100"/>
    <p:sldId id="381" r:id="rId101"/>
    <p:sldId id="382" r:id="rId102"/>
    <p:sldId id="383" r:id="rId103"/>
    <p:sldId id="384" r:id="rId104"/>
    <p:sldId id="3237" r:id="rId105"/>
    <p:sldId id="385" r:id="rId106"/>
    <p:sldId id="3236" r:id="rId107"/>
    <p:sldId id="386" r:id="rId108"/>
    <p:sldId id="387" r:id="rId109"/>
    <p:sldId id="388" r:id="rId110"/>
    <p:sldId id="390" r:id="rId111"/>
    <p:sldId id="392" r:id="rId112"/>
    <p:sldId id="394" r:id="rId113"/>
    <p:sldId id="396" r:id="rId114"/>
    <p:sldId id="397" r:id="rId115"/>
    <p:sldId id="399" r:id="rId116"/>
    <p:sldId id="401" r:id="rId117"/>
    <p:sldId id="404" r:id="rId118"/>
    <p:sldId id="405" r:id="rId119"/>
    <p:sldId id="406" r:id="rId120"/>
    <p:sldId id="407" r:id="rId121"/>
    <p:sldId id="408" r:id="rId122"/>
    <p:sldId id="409" r:id="rId123"/>
    <p:sldId id="410" r:id="rId124"/>
    <p:sldId id="412" r:id="rId125"/>
    <p:sldId id="414" r:id="rId126"/>
    <p:sldId id="415" r:id="rId127"/>
    <p:sldId id="416" r:id="rId128"/>
    <p:sldId id="417" r:id="rId129"/>
    <p:sldId id="419" r:id="rId130"/>
    <p:sldId id="3239" r:id="rId131"/>
    <p:sldId id="420" r:id="rId132"/>
    <p:sldId id="3240" r:id="rId133"/>
    <p:sldId id="421" r:id="rId134"/>
    <p:sldId id="422" r:id="rId135"/>
    <p:sldId id="423" r:id="rId136"/>
    <p:sldId id="3390" r:id="rId137"/>
    <p:sldId id="424" r:id="rId138"/>
    <p:sldId id="3391" r:id="rId139"/>
    <p:sldId id="425" r:id="rId140"/>
    <p:sldId id="3392" r:id="rId141"/>
    <p:sldId id="426" r:id="rId142"/>
    <p:sldId id="427" r:id="rId143"/>
    <p:sldId id="428" r:id="rId144"/>
    <p:sldId id="429" r:id="rId145"/>
    <p:sldId id="431" r:id="rId146"/>
    <p:sldId id="433" r:id="rId147"/>
    <p:sldId id="435" r:id="rId148"/>
    <p:sldId id="3241" r:id="rId149"/>
    <p:sldId id="3242" r:id="rId150"/>
    <p:sldId id="3243" r:id="rId151"/>
    <p:sldId id="439" r:id="rId152"/>
    <p:sldId id="3244" r:id="rId153"/>
    <p:sldId id="3245" r:id="rId154"/>
    <p:sldId id="442" r:id="rId155"/>
    <p:sldId id="443" r:id="rId156"/>
    <p:sldId id="444" r:id="rId157"/>
    <p:sldId id="445" r:id="rId158"/>
    <p:sldId id="446" r:id="rId159"/>
    <p:sldId id="447" r:id="rId160"/>
    <p:sldId id="448" r:id="rId161"/>
    <p:sldId id="449" r:id="rId162"/>
    <p:sldId id="451" r:id="rId163"/>
    <p:sldId id="452" r:id="rId164"/>
    <p:sldId id="453" r:id="rId165"/>
    <p:sldId id="3846" r:id="rId166"/>
    <p:sldId id="454" r:id="rId167"/>
    <p:sldId id="3847" r:id="rId168"/>
    <p:sldId id="455" r:id="rId169"/>
    <p:sldId id="3848" r:id="rId170"/>
    <p:sldId id="456" r:id="rId171"/>
    <p:sldId id="457" r:id="rId172"/>
    <p:sldId id="458" r:id="rId173"/>
    <p:sldId id="459" r:id="rId174"/>
    <p:sldId id="460" r:id="rId175"/>
    <p:sldId id="461" r:id="rId176"/>
    <p:sldId id="3249" r:id="rId177"/>
    <p:sldId id="462" r:id="rId178"/>
    <p:sldId id="3248" r:id="rId179"/>
    <p:sldId id="463" r:id="rId180"/>
    <p:sldId id="464" r:id="rId181"/>
    <p:sldId id="465" r:id="rId182"/>
    <p:sldId id="466" r:id="rId183"/>
    <p:sldId id="3394" r:id="rId184"/>
    <p:sldId id="467" r:id="rId185"/>
    <p:sldId id="3393" r:id="rId186"/>
    <p:sldId id="468" r:id="rId187"/>
    <p:sldId id="3395" r:id="rId188"/>
    <p:sldId id="469" r:id="rId189"/>
    <p:sldId id="3396" r:id="rId190"/>
    <p:sldId id="470" r:id="rId191"/>
    <p:sldId id="3397" r:id="rId192"/>
    <p:sldId id="471" r:id="rId193"/>
    <p:sldId id="472" r:id="rId194"/>
    <p:sldId id="473" r:id="rId195"/>
    <p:sldId id="474" r:id="rId196"/>
    <p:sldId id="475" r:id="rId197"/>
    <p:sldId id="478" r:id="rId198"/>
    <p:sldId id="479" r:id="rId199"/>
    <p:sldId id="480" r:id="rId200"/>
    <p:sldId id="481" r:id="rId201"/>
    <p:sldId id="482" r:id="rId202"/>
    <p:sldId id="483" r:id="rId203"/>
    <p:sldId id="3250" r:id="rId204"/>
    <p:sldId id="484" r:id="rId205"/>
    <p:sldId id="3251" r:id="rId206"/>
    <p:sldId id="488" r:id="rId207"/>
    <p:sldId id="3252" r:id="rId208"/>
    <p:sldId id="485" r:id="rId209"/>
    <p:sldId id="486" r:id="rId210"/>
    <p:sldId id="487" r:id="rId211"/>
    <p:sldId id="489" r:id="rId212"/>
    <p:sldId id="3253" r:id="rId213"/>
    <p:sldId id="490" r:id="rId214"/>
    <p:sldId id="3254" r:id="rId215"/>
    <p:sldId id="491" r:id="rId216"/>
    <p:sldId id="3255" r:id="rId217"/>
    <p:sldId id="492" r:id="rId218"/>
    <p:sldId id="3256" r:id="rId219"/>
    <p:sldId id="493" r:id="rId220"/>
    <p:sldId id="3257" r:id="rId221"/>
    <p:sldId id="495" r:id="rId222"/>
    <p:sldId id="3258" r:id="rId223"/>
    <p:sldId id="496" r:id="rId224"/>
    <p:sldId id="3259" r:id="rId225"/>
    <p:sldId id="497" r:id="rId226"/>
    <p:sldId id="3260" r:id="rId227"/>
    <p:sldId id="498" r:id="rId228"/>
    <p:sldId id="500" r:id="rId229"/>
    <p:sldId id="501" r:id="rId230"/>
    <p:sldId id="502" r:id="rId231"/>
    <p:sldId id="3261" r:id="rId232"/>
    <p:sldId id="503" r:id="rId233"/>
    <p:sldId id="3262" r:id="rId234"/>
    <p:sldId id="504" r:id="rId235"/>
    <p:sldId id="3263" r:id="rId236"/>
    <p:sldId id="505" r:id="rId237"/>
    <p:sldId id="3264" r:id="rId238"/>
    <p:sldId id="506" r:id="rId239"/>
    <p:sldId id="3265" r:id="rId240"/>
    <p:sldId id="507" r:id="rId241"/>
    <p:sldId id="3266" r:id="rId242"/>
    <p:sldId id="508" r:id="rId243"/>
    <p:sldId id="3267" r:id="rId244"/>
    <p:sldId id="509" r:id="rId245"/>
    <p:sldId id="510" r:id="rId246"/>
    <p:sldId id="511" r:id="rId247"/>
    <p:sldId id="512" r:id="rId248"/>
    <p:sldId id="513" r:id="rId249"/>
    <p:sldId id="514" r:id="rId250"/>
    <p:sldId id="515" r:id="rId251"/>
    <p:sldId id="3268" r:id="rId252"/>
    <p:sldId id="516" r:id="rId253"/>
    <p:sldId id="518" r:id="rId254"/>
    <p:sldId id="520" r:id="rId255"/>
    <p:sldId id="521" r:id="rId256"/>
    <p:sldId id="3270" r:id="rId257"/>
    <p:sldId id="522" r:id="rId258"/>
    <p:sldId id="3271" r:id="rId259"/>
    <p:sldId id="524" r:id="rId260"/>
    <p:sldId id="525" r:id="rId261"/>
    <p:sldId id="526" r:id="rId262"/>
    <p:sldId id="527" r:id="rId263"/>
    <p:sldId id="528" r:id="rId264"/>
    <p:sldId id="529" r:id="rId265"/>
    <p:sldId id="530" r:id="rId266"/>
    <p:sldId id="531" r:id="rId267"/>
    <p:sldId id="3398" r:id="rId268"/>
    <p:sldId id="532" r:id="rId269"/>
    <p:sldId id="3399" r:id="rId270"/>
    <p:sldId id="534" r:id="rId271"/>
    <p:sldId id="535" r:id="rId272"/>
    <p:sldId id="536" r:id="rId273"/>
    <p:sldId id="537" r:id="rId274"/>
    <p:sldId id="538" r:id="rId275"/>
    <p:sldId id="539" r:id="rId276"/>
    <p:sldId id="540" r:id="rId277"/>
    <p:sldId id="3400" r:id="rId278"/>
    <p:sldId id="541" r:id="rId279"/>
    <p:sldId id="3401" r:id="rId280"/>
    <p:sldId id="542" r:id="rId281"/>
    <p:sldId id="3402" r:id="rId282"/>
    <p:sldId id="543" r:id="rId283"/>
    <p:sldId id="545" r:id="rId284"/>
    <p:sldId id="546" r:id="rId285"/>
    <p:sldId id="547" r:id="rId286"/>
    <p:sldId id="3403" r:id="rId287"/>
    <p:sldId id="548" r:id="rId288"/>
    <p:sldId id="3404" r:id="rId289"/>
    <p:sldId id="549" r:id="rId290"/>
    <p:sldId id="3405" r:id="rId291"/>
    <p:sldId id="550" r:id="rId292"/>
    <p:sldId id="551" r:id="rId293"/>
    <p:sldId id="3407" r:id="rId294"/>
    <p:sldId id="3406" r:id="rId295"/>
    <p:sldId id="3408" r:id="rId296"/>
    <p:sldId id="553" r:id="rId297"/>
    <p:sldId id="3409" r:id="rId298"/>
    <p:sldId id="554" r:id="rId299"/>
    <p:sldId id="3411" r:id="rId300"/>
    <p:sldId id="3410" r:id="rId301"/>
    <p:sldId id="3412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3413" r:id="rId315"/>
    <p:sldId id="568" r:id="rId316"/>
    <p:sldId id="3414" r:id="rId317"/>
    <p:sldId id="569" r:id="rId318"/>
    <p:sldId id="570" r:id="rId319"/>
    <p:sldId id="571" r:id="rId320"/>
    <p:sldId id="572" r:id="rId321"/>
    <p:sldId id="3417" r:id="rId322"/>
    <p:sldId id="3415" r:id="rId323"/>
    <p:sldId id="3418" r:id="rId324"/>
    <p:sldId id="574" r:id="rId325"/>
    <p:sldId id="3420" r:id="rId326"/>
    <p:sldId id="3419" r:id="rId327"/>
    <p:sldId id="3421" r:id="rId328"/>
    <p:sldId id="576" r:id="rId329"/>
    <p:sldId id="3422" r:id="rId330"/>
    <p:sldId id="577" r:id="rId331"/>
    <p:sldId id="579" r:id="rId332"/>
    <p:sldId id="580" r:id="rId333"/>
    <p:sldId id="581" r:id="rId334"/>
    <p:sldId id="582" r:id="rId335"/>
    <p:sldId id="584" r:id="rId336"/>
    <p:sldId id="585" r:id="rId337"/>
    <p:sldId id="586" r:id="rId338"/>
    <p:sldId id="587" r:id="rId339"/>
    <p:sldId id="3423" r:id="rId340"/>
    <p:sldId id="588" r:id="rId341"/>
    <p:sldId id="3424" r:id="rId342"/>
    <p:sldId id="589" r:id="rId343"/>
    <p:sldId id="3425" r:id="rId344"/>
    <p:sldId id="590" r:id="rId345"/>
    <p:sldId id="591" r:id="rId346"/>
    <p:sldId id="592" r:id="rId347"/>
    <p:sldId id="593" r:id="rId348"/>
    <p:sldId id="3426" r:id="rId349"/>
    <p:sldId id="594" r:id="rId350"/>
    <p:sldId id="3427" r:id="rId351"/>
    <p:sldId id="595" r:id="rId352"/>
    <p:sldId id="3428" r:id="rId353"/>
    <p:sldId id="596" r:id="rId354"/>
    <p:sldId id="597" r:id="rId355"/>
    <p:sldId id="598" r:id="rId356"/>
    <p:sldId id="599" r:id="rId357"/>
    <p:sldId id="600" r:id="rId358"/>
    <p:sldId id="3429" r:id="rId359"/>
    <p:sldId id="601" r:id="rId360"/>
    <p:sldId id="3430" r:id="rId361"/>
    <p:sldId id="602" r:id="rId362"/>
    <p:sldId id="3431" r:id="rId363"/>
    <p:sldId id="603" r:id="rId364"/>
    <p:sldId id="3432" r:id="rId365"/>
    <p:sldId id="604" r:id="rId366"/>
    <p:sldId id="3433" r:id="rId367"/>
    <p:sldId id="605" r:id="rId368"/>
    <p:sldId id="608" r:id="rId369"/>
    <p:sldId id="609" r:id="rId370"/>
    <p:sldId id="3434" r:id="rId371"/>
    <p:sldId id="610" r:id="rId372"/>
    <p:sldId id="3435" r:id="rId373"/>
    <p:sldId id="611" r:id="rId374"/>
    <p:sldId id="3436" r:id="rId375"/>
    <p:sldId id="612" r:id="rId376"/>
    <p:sldId id="3437" r:id="rId377"/>
    <p:sldId id="613" r:id="rId378"/>
    <p:sldId id="615" r:id="rId379"/>
    <p:sldId id="617" r:id="rId380"/>
    <p:sldId id="619" r:id="rId381"/>
    <p:sldId id="620" r:id="rId382"/>
    <p:sldId id="621" r:id="rId383"/>
    <p:sldId id="3438" r:id="rId384"/>
    <p:sldId id="622" r:id="rId385"/>
    <p:sldId id="3439" r:id="rId386"/>
    <p:sldId id="623" r:id="rId387"/>
    <p:sldId id="3440" r:id="rId388"/>
    <p:sldId id="624" r:id="rId389"/>
    <p:sldId id="3441" r:id="rId390"/>
    <p:sldId id="625" r:id="rId391"/>
    <p:sldId id="626" r:id="rId392"/>
    <p:sldId id="3442" r:id="rId393"/>
    <p:sldId id="627" r:id="rId394"/>
    <p:sldId id="3443" r:id="rId395"/>
    <p:sldId id="628" r:id="rId396"/>
    <p:sldId id="3444" r:id="rId397"/>
    <p:sldId id="629" r:id="rId398"/>
    <p:sldId id="3445" r:id="rId399"/>
    <p:sldId id="630" r:id="rId400"/>
    <p:sldId id="631" r:id="rId401"/>
    <p:sldId id="3446" r:id="rId402"/>
    <p:sldId id="632" r:id="rId403"/>
    <p:sldId id="3447" r:id="rId404"/>
    <p:sldId id="633" r:id="rId405"/>
    <p:sldId id="634" r:id="rId406"/>
    <p:sldId id="635" r:id="rId407"/>
    <p:sldId id="636" r:id="rId408"/>
    <p:sldId id="3449" r:id="rId409"/>
    <p:sldId id="637" r:id="rId410"/>
    <p:sldId id="3448" r:id="rId411"/>
    <p:sldId id="638" r:id="rId412"/>
    <p:sldId id="3450" r:id="rId413"/>
    <p:sldId id="639" r:id="rId414"/>
    <p:sldId id="3451" r:id="rId415"/>
    <p:sldId id="640" r:id="rId416"/>
    <p:sldId id="3452" r:id="rId417"/>
    <p:sldId id="643" r:id="rId418"/>
    <p:sldId id="644" r:id="rId419"/>
    <p:sldId id="645" r:id="rId420"/>
    <p:sldId id="646" r:id="rId421"/>
    <p:sldId id="647" r:id="rId422"/>
    <p:sldId id="648" r:id="rId423"/>
    <p:sldId id="649" r:id="rId424"/>
    <p:sldId id="650" r:id="rId425"/>
    <p:sldId id="651" r:id="rId426"/>
    <p:sldId id="652" r:id="rId427"/>
    <p:sldId id="653" r:id="rId428"/>
    <p:sldId id="655" r:id="rId429"/>
    <p:sldId id="3455" r:id="rId430"/>
    <p:sldId id="657" r:id="rId431"/>
    <p:sldId id="658" r:id="rId432"/>
    <p:sldId id="3456" r:id="rId433"/>
    <p:sldId id="659" r:id="rId434"/>
    <p:sldId id="3457" r:id="rId435"/>
    <p:sldId id="660" r:id="rId436"/>
    <p:sldId id="3458" r:id="rId437"/>
    <p:sldId id="661" r:id="rId438"/>
    <p:sldId id="3459" r:id="rId439"/>
    <p:sldId id="662" r:id="rId440"/>
    <p:sldId id="663" r:id="rId441"/>
    <p:sldId id="664" r:id="rId442"/>
    <p:sldId id="665" r:id="rId443"/>
    <p:sldId id="666" r:id="rId444"/>
    <p:sldId id="667" r:id="rId445"/>
    <p:sldId id="669" r:id="rId446"/>
    <p:sldId id="671" r:id="rId447"/>
    <p:sldId id="672" r:id="rId448"/>
    <p:sldId id="673" r:id="rId449"/>
    <p:sldId id="674" r:id="rId450"/>
    <p:sldId id="675" r:id="rId451"/>
    <p:sldId id="676" r:id="rId452"/>
    <p:sldId id="677" r:id="rId453"/>
    <p:sldId id="678" r:id="rId454"/>
    <p:sldId id="679" r:id="rId455"/>
    <p:sldId id="680" r:id="rId456"/>
    <p:sldId id="681" r:id="rId457"/>
    <p:sldId id="682" r:id="rId458"/>
    <p:sldId id="683" r:id="rId459"/>
    <p:sldId id="684" r:id="rId460"/>
    <p:sldId id="685" r:id="rId461"/>
    <p:sldId id="686" r:id="rId462"/>
    <p:sldId id="687" r:id="rId463"/>
    <p:sldId id="688" r:id="rId464"/>
    <p:sldId id="689" r:id="rId465"/>
    <p:sldId id="3460" r:id="rId466"/>
    <p:sldId id="690" r:id="rId467"/>
    <p:sldId id="3461" r:id="rId468"/>
    <p:sldId id="691" r:id="rId469"/>
    <p:sldId id="692" r:id="rId470"/>
    <p:sldId id="693" r:id="rId471"/>
    <p:sldId id="694" r:id="rId472"/>
    <p:sldId id="695" r:id="rId473"/>
    <p:sldId id="696" r:id="rId474"/>
    <p:sldId id="697" r:id="rId475"/>
    <p:sldId id="698" r:id="rId476"/>
    <p:sldId id="3462" r:id="rId477"/>
    <p:sldId id="699" r:id="rId478"/>
    <p:sldId id="3463" r:id="rId479"/>
    <p:sldId id="700" r:id="rId480"/>
    <p:sldId id="3464" r:id="rId481"/>
    <p:sldId id="701" r:id="rId482"/>
    <p:sldId id="702" r:id="rId483"/>
    <p:sldId id="3466" r:id="rId484"/>
    <p:sldId id="703" r:id="rId485"/>
    <p:sldId id="3467" r:id="rId486"/>
    <p:sldId id="704" r:id="rId487"/>
    <p:sldId id="3468" r:id="rId488"/>
    <p:sldId id="705" r:id="rId489"/>
    <p:sldId id="706" r:id="rId490"/>
    <p:sldId id="3469" r:id="rId491"/>
    <p:sldId id="707" r:id="rId492"/>
    <p:sldId id="3470" r:id="rId493"/>
    <p:sldId id="708" r:id="rId494"/>
    <p:sldId id="3471" r:id="rId495"/>
    <p:sldId id="709" r:id="rId496"/>
    <p:sldId id="710" r:id="rId497"/>
    <p:sldId id="711" r:id="rId498"/>
    <p:sldId id="712" r:id="rId499"/>
    <p:sldId id="713" r:id="rId500"/>
    <p:sldId id="714" r:id="rId501"/>
    <p:sldId id="715" r:id="rId502"/>
    <p:sldId id="716" r:id="rId503"/>
    <p:sldId id="717" r:id="rId504"/>
    <p:sldId id="718" r:id="rId505"/>
    <p:sldId id="719" r:id="rId506"/>
    <p:sldId id="720" r:id="rId507"/>
    <p:sldId id="721" r:id="rId508"/>
    <p:sldId id="722" r:id="rId509"/>
    <p:sldId id="723" r:id="rId510"/>
    <p:sldId id="724" r:id="rId511"/>
    <p:sldId id="725" r:id="rId512"/>
    <p:sldId id="726" r:id="rId513"/>
    <p:sldId id="728" r:id="rId514"/>
    <p:sldId id="3472" r:id="rId515"/>
    <p:sldId id="730" r:id="rId516"/>
    <p:sldId id="732" r:id="rId517"/>
    <p:sldId id="734" r:id="rId518"/>
    <p:sldId id="735" r:id="rId519"/>
    <p:sldId id="3473" r:id="rId520"/>
    <p:sldId id="736" r:id="rId521"/>
    <p:sldId id="3474" r:id="rId522"/>
    <p:sldId id="737" r:id="rId523"/>
    <p:sldId id="3475" r:id="rId524"/>
    <p:sldId id="738" r:id="rId525"/>
    <p:sldId id="739" r:id="rId526"/>
    <p:sldId id="740" r:id="rId527"/>
    <p:sldId id="741" r:id="rId528"/>
    <p:sldId id="742" r:id="rId529"/>
    <p:sldId id="743" r:id="rId530"/>
    <p:sldId id="744" r:id="rId531"/>
    <p:sldId id="745" r:id="rId532"/>
    <p:sldId id="746" r:id="rId533"/>
    <p:sldId id="748" r:id="rId534"/>
    <p:sldId id="3476" r:id="rId535"/>
    <p:sldId id="3477" r:id="rId536"/>
    <p:sldId id="750" r:id="rId537"/>
    <p:sldId id="752" r:id="rId538"/>
    <p:sldId id="753" r:id="rId539"/>
    <p:sldId id="754" r:id="rId540"/>
    <p:sldId id="756" r:id="rId541"/>
    <p:sldId id="757" r:id="rId542"/>
    <p:sldId id="758" r:id="rId543"/>
    <p:sldId id="760" r:id="rId544"/>
    <p:sldId id="3478" r:id="rId545"/>
    <p:sldId id="762" r:id="rId546"/>
    <p:sldId id="3479" r:id="rId547"/>
    <p:sldId id="764" r:id="rId548"/>
    <p:sldId id="765" r:id="rId549"/>
    <p:sldId id="3480" r:id="rId550"/>
    <p:sldId id="766" r:id="rId551"/>
    <p:sldId id="3481" r:id="rId552"/>
    <p:sldId id="767" r:id="rId553"/>
    <p:sldId id="3482" r:id="rId554"/>
    <p:sldId id="768" r:id="rId555"/>
    <p:sldId id="769" r:id="rId556"/>
    <p:sldId id="770" r:id="rId557"/>
    <p:sldId id="771" r:id="rId558"/>
    <p:sldId id="772" r:id="rId559"/>
    <p:sldId id="773" r:id="rId560"/>
    <p:sldId id="774" r:id="rId561"/>
    <p:sldId id="3483" r:id="rId562"/>
    <p:sldId id="775" r:id="rId563"/>
    <p:sldId id="3484" r:id="rId564"/>
    <p:sldId id="776" r:id="rId565"/>
    <p:sldId id="3485" r:id="rId566"/>
    <p:sldId id="777" r:id="rId567"/>
    <p:sldId id="779" r:id="rId568"/>
    <p:sldId id="780" r:id="rId569"/>
    <p:sldId id="782" r:id="rId570"/>
    <p:sldId id="784" r:id="rId571"/>
    <p:sldId id="786" r:id="rId572"/>
    <p:sldId id="787" r:id="rId573"/>
    <p:sldId id="788" r:id="rId574"/>
    <p:sldId id="789" r:id="rId575"/>
    <p:sldId id="3284" r:id="rId576"/>
    <p:sldId id="790" r:id="rId577"/>
    <p:sldId id="791" r:id="rId578"/>
    <p:sldId id="792" r:id="rId579"/>
    <p:sldId id="793" r:id="rId580"/>
    <p:sldId id="794" r:id="rId581"/>
    <p:sldId id="795" r:id="rId582"/>
    <p:sldId id="3486" r:id="rId583"/>
    <p:sldId id="796" r:id="rId584"/>
    <p:sldId id="797" r:id="rId585"/>
    <p:sldId id="798" r:id="rId586"/>
    <p:sldId id="799" r:id="rId587"/>
    <p:sldId id="800" r:id="rId588"/>
    <p:sldId id="801" r:id="rId589"/>
    <p:sldId id="802" r:id="rId590"/>
    <p:sldId id="3487" r:id="rId591"/>
    <p:sldId id="803" r:id="rId592"/>
    <p:sldId id="3488" r:id="rId593"/>
    <p:sldId id="804" r:id="rId594"/>
    <p:sldId id="806" r:id="rId595"/>
    <p:sldId id="808" r:id="rId596"/>
    <p:sldId id="809" r:id="rId597"/>
    <p:sldId id="810" r:id="rId598"/>
    <p:sldId id="811" r:id="rId599"/>
    <p:sldId id="812" r:id="rId600"/>
    <p:sldId id="814" r:id="rId601"/>
    <p:sldId id="815" r:id="rId602"/>
    <p:sldId id="816" r:id="rId603"/>
    <p:sldId id="817" r:id="rId604"/>
    <p:sldId id="818" r:id="rId605"/>
    <p:sldId id="819" r:id="rId606"/>
    <p:sldId id="820" r:id="rId607"/>
    <p:sldId id="3489" r:id="rId608"/>
    <p:sldId id="821" r:id="rId609"/>
    <p:sldId id="3490" r:id="rId610"/>
    <p:sldId id="822" r:id="rId611"/>
    <p:sldId id="3491" r:id="rId612"/>
    <p:sldId id="823" r:id="rId613"/>
    <p:sldId id="824" r:id="rId614"/>
    <p:sldId id="825" r:id="rId615"/>
    <p:sldId id="826" r:id="rId616"/>
    <p:sldId id="827" r:id="rId617"/>
    <p:sldId id="828" r:id="rId618"/>
    <p:sldId id="829" r:id="rId619"/>
    <p:sldId id="832" r:id="rId620"/>
    <p:sldId id="833" r:id="rId621"/>
    <p:sldId id="3492" r:id="rId622"/>
    <p:sldId id="834" r:id="rId623"/>
    <p:sldId id="3493" r:id="rId624"/>
    <p:sldId id="3494" r:id="rId625"/>
    <p:sldId id="3495" r:id="rId626"/>
    <p:sldId id="836" r:id="rId627"/>
    <p:sldId id="838" r:id="rId628"/>
    <p:sldId id="839" r:id="rId629"/>
    <p:sldId id="840" r:id="rId630"/>
    <p:sldId id="841" r:id="rId631"/>
    <p:sldId id="842" r:id="rId632"/>
    <p:sldId id="843" r:id="rId633"/>
    <p:sldId id="844" r:id="rId634"/>
    <p:sldId id="845" r:id="rId635"/>
    <p:sldId id="3497" r:id="rId636"/>
    <p:sldId id="846" r:id="rId637"/>
    <p:sldId id="3496" r:id="rId638"/>
    <p:sldId id="847" r:id="rId639"/>
    <p:sldId id="3498" r:id="rId640"/>
    <p:sldId id="848" r:id="rId641"/>
    <p:sldId id="849" r:id="rId642"/>
    <p:sldId id="850" r:id="rId643"/>
    <p:sldId id="3499" r:id="rId644"/>
    <p:sldId id="851" r:id="rId645"/>
    <p:sldId id="3500" r:id="rId646"/>
    <p:sldId id="852" r:id="rId647"/>
    <p:sldId id="853" r:id="rId648"/>
    <p:sldId id="855" r:id="rId649"/>
    <p:sldId id="856" r:id="rId650"/>
    <p:sldId id="857" r:id="rId651"/>
    <p:sldId id="858" r:id="rId652"/>
    <p:sldId id="859" r:id="rId653"/>
    <p:sldId id="860" r:id="rId654"/>
    <p:sldId id="862" r:id="rId655"/>
    <p:sldId id="3501" r:id="rId656"/>
    <p:sldId id="864" r:id="rId657"/>
    <p:sldId id="3502" r:id="rId658"/>
    <p:sldId id="866" r:id="rId659"/>
    <p:sldId id="867" r:id="rId660"/>
    <p:sldId id="868" r:id="rId661"/>
    <p:sldId id="869" r:id="rId662"/>
    <p:sldId id="870" r:id="rId663"/>
    <p:sldId id="871" r:id="rId664"/>
    <p:sldId id="3503" r:id="rId665"/>
    <p:sldId id="872" r:id="rId666"/>
    <p:sldId id="3504" r:id="rId667"/>
    <p:sldId id="873" r:id="rId668"/>
    <p:sldId id="3505" r:id="rId669"/>
    <p:sldId id="874" r:id="rId670"/>
    <p:sldId id="875" r:id="rId671"/>
    <p:sldId id="3506" r:id="rId672"/>
    <p:sldId id="876" r:id="rId673"/>
    <p:sldId id="3507" r:id="rId674"/>
    <p:sldId id="877" r:id="rId675"/>
    <p:sldId id="3508" r:id="rId676"/>
    <p:sldId id="878" r:id="rId677"/>
    <p:sldId id="879" r:id="rId678"/>
    <p:sldId id="880" r:id="rId679"/>
    <p:sldId id="881" r:id="rId680"/>
    <p:sldId id="883" r:id="rId681"/>
    <p:sldId id="3509" r:id="rId682"/>
    <p:sldId id="885" r:id="rId683"/>
    <p:sldId id="3510" r:id="rId684"/>
    <p:sldId id="887" r:id="rId685"/>
    <p:sldId id="3285" r:id="rId686"/>
    <p:sldId id="889" r:id="rId687"/>
    <p:sldId id="890" r:id="rId688"/>
    <p:sldId id="891" r:id="rId689"/>
    <p:sldId id="892" r:id="rId690"/>
    <p:sldId id="893" r:id="rId691"/>
    <p:sldId id="894" r:id="rId692"/>
    <p:sldId id="3511" r:id="rId693"/>
    <p:sldId id="895" r:id="rId694"/>
    <p:sldId id="3512" r:id="rId695"/>
    <p:sldId id="896" r:id="rId696"/>
    <p:sldId id="3513" r:id="rId697"/>
    <p:sldId id="897" r:id="rId698"/>
    <p:sldId id="898" r:id="rId699"/>
    <p:sldId id="899" r:id="rId700"/>
    <p:sldId id="3514" r:id="rId701"/>
    <p:sldId id="900" r:id="rId702"/>
    <p:sldId id="3515" r:id="rId703"/>
    <p:sldId id="901" r:id="rId704"/>
    <p:sldId id="903" r:id="rId705"/>
    <p:sldId id="3516" r:id="rId706"/>
    <p:sldId id="905" r:id="rId707"/>
    <p:sldId id="907" r:id="rId708"/>
    <p:sldId id="909" r:id="rId709"/>
    <p:sldId id="910" r:id="rId710"/>
    <p:sldId id="911" r:id="rId711"/>
    <p:sldId id="912" r:id="rId712"/>
    <p:sldId id="913" r:id="rId713"/>
    <p:sldId id="914" r:id="rId714"/>
    <p:sldId id="915" r:id="rId715"/>
    <p:sldId id="917" r:id="rId716"/>
    <p:sldId id="918" r:id="rId717"/>
    <p:sldId id="919" r:id="rId718"/>
    <p:sldId id="920" r:id="rId719"/>
    <p:sldId id="922" r:id="rId720"/>
    <p:sldId id="3517" r:id="rId721"/>
    <p:sldId id="3519" r:id="rId722"/>
    <p:sldId id="925" r:id="rId723"/>
    <p:sldId id="927" r:id="rId724"/>
    <p:sldId id="929" r:id="rId725"/>
    <p:sldId id="930" r:id="rId726"/>
    <p:sldId id="931" r:id="rId727"/>
    <p:sldId id="932" r:id="rId728"/>
    <p:sldId id="3520" r:id="rId729"/>
    <p:sldId id="933" r:id="rId730"/>
    <p:sldId id="3521" r:id="rId731"/>
    <p:sldId id="934" r:id="rId732"/>
    <p:sldId id="936" r:id="rId733"/>
    <p:sldId id="3522" r:id="rId734"/>
    <p:sldId id="3523" r:id="rId735"/>
    <p:sldId id="939" r:id="rId736"/>
    <p:sldId id="940" r:id="rId737"/>
    <p:sldId id="941" r:id="rId738"/>
    <p:sldId id="942" r:id="rId739"/>
    <p:sldId id="944" r:id="rId740"/>
    <p:sldId id="945" r:id="rId741"/>
    <p:sldId id="946" r:id="rId742"/>
    <p:sldId id="947" r:id="rId743"/>
    <p:sldId id="948" r:id="rId744"/>
    <p:sldId id="3524" r:id="rId745"/>
    <p:sldId id="949" r:id="rId746"/>
    <p:sldId id="3525" r:id="rId747"/>
    <p:sldId id="950" r:id="rId748"/>
    <p:sldId id="3526" r:id="rId749"/>
    <p:sldId id="951" r:id="rId750"/>
    <p:sldId id="952" r:id="rId751"/>
    <p:sldId id="953" r:id="rId752"/>
    <p:sldId id="954" r:id="rId753"/>
    <p:sldId id="955" r:id="rId754"/>
    <p:sldId id="956" r:id="rId755"/>
    <p:sldId id="957" r:id="rId756"/>
    <p:sldId id="958" r:id="rId757"/>
    <p:sldId id="959" r:id="rId758"/>
    <p:sldId id="960" r:id="rId759"/>
    <p:sldId id="961" r:id="rId760"/>
    <p:sldId id="962" r:id="rId761"/>
    <p:sldId id="963" r:id="rId762"/>
    <p:sldId id="964" r:id="rId763"/>
    <p:sldId id="966" r:id="rId764"/>
    <p:sldId id="967" r:id="rId765"/>
    <p:sldId id="968" r:id="rId766"/>
    <p:sldId id="969" r:id="rId767"/>
    <p:sldId id="970" r:id="rId768"/>
    <p:sldId id="971" r:id="rId769"/>
    <p:sldId id="972" r:id="rId770"/>
    <p:sldId id="973" r:id="rId771"/>
    <p:sldId id="974" r:id="rId772"/>
    <p:sldId id="975" r:id="rId773"/>
    <p:sldId id="976" r:id="rId774"/>
    <p:sldId id="977" r:id="rId775"/>
    <p:sldId id="978" r:id="rId776"/>
    <p:sldId id="979" r:id="rId777"/>
    <p:sldId id="980" r:id="rId778"/>
    <p:sldId id="981" r:id="rId779"/>
    <p:sldId id="983" r:id="rId780"/>
    <p:sldId id="985" r:id="rId781"/>
    <p:sldId id="986" r:id="rId782"/>
    <p:sldId id="987" r:id="rId783"/>
    <p:sldId id="988" r:id="rId784"/>
    <p:sldId id="3527" r:id="rId785"/>
    <p:sldId id="989" r:id="rId786"/>
    <p:sldId id="3528" r:id="rId787"/>
    <p:sldId id="990" r:id="rId788"/>
    <p:sldId id="3529" r:id="rId789"/>
    <p:sldId id="991" r:id="rId790"/>
    <p:sldId id="994" r:id="rId791"/>
    <p:sldId id="997" r:id="rId792"/>
    <p:sldId id="999" r:id="rId793"/>
    <p:sldId id="1001" r:id="rId794"/>
    <p:sldId id="1005" r:id="rId795"/>
    <p:sldId id="1006" r:id="rId796"/>
    <p:sldId id="3530" r:id="rId797"/>
    <p:sldId id="1007" r:id="rId798"/>
    <p:sldId id="3531" r:id="rId799"/>
    <p:sldId id="1008" r:id="rId800"/>
    <p:sldId id="3532" r:id="rId801"/>
    <p:sldId id="1009" r:id="rId802"/>
    <p:sldId id="3533" r:id="rId803"/>
    <p:sldId id="1010" r:id="rId804"/>
    <p:sldId id="3534" r:id="rId805"/>
    <p:sldId id="1012" r:id="rId806"/>
    <p:sldId id="1014" r:id="rId807"/>
    <p:sldId id="1015" r:id="rId808"/>
    <p:sldId id="1016" r:id="rId809"/>
    <p:sldId id="1018" r:id="rId810"/>
    <p:sldId id="1019" r:id="rId811"/>
    <p:sldId id="1020" r:id="rId812"/>
    <p:sldId id="3535" r:id="rId813"/>
    <p:sldId id="1021" r:id="rId814"/>
    <p:sldId id="1023" r:id="rId815"/>
    <p:sldId id="1025" r:id="rId816"/>
    <p:sldId id="1027" r:id="rId817"/>
    <p:sldId id="1029" r:id="rId818"/>
    <p:sldId id="1030" r:id="rId819"/>
    <p:sldId id="3536" r:id="rId820"/>
    <p:sldId id="1031" r:id="rId821"/>
    <p:sldId id="3537" r:id="rId822"/>
    <p:sldId id="1032" r:id="rId823"/>
    <p:sldId id="3538" r:id="rId824"/>
    <p:sldId id="1033" r:id="rId825"/>
    <p:sldId id="1034" r:id="rId826"/>
    <p:sldId id="1035" r:id="rId827"/>
    <p:sldId id="1036" r:id="rId828"/>
    <p:sldId id="1037" r:id="rId829"/>
    <p:sldId id="1038" r:id="rId830"/>
    <p:sldId id="1040" r:id="rId831"/>
    <p:sldId id="1042" r:id="rId832"/>
    <p:sldId id="1043" r:id="rId833"/>
    <p:sldId id="1045" r:id="rId834"/>
    <p:sldId id="3539" r:id="rId835"/>
    <p:sldId id="1047" r:id="rId836"/>
    <p:sldId id="3540" r:id="rId837"/>
    <p:sldId id="1049" r:id="rId838"/>
    <p:sldId id="1050" r:id="rId839"/>
    <p:sldId id="1051" r:id="rId840"/>
    <p:sldId id="3541" r:id="rId841"/>
    <p:sldId id="1052" r:id="rId842"/>
    <p:sldId id="1053" r:id="rId843"/>
    <p:sldId id="1054" r:id="rId844"/>
    <p:sldId id="1055" r:id="rId845"/>
    <p:sldId id="3542" r:id="rId846"/>
    <p:sldId id="1056" r:id="rId847"/>
    <p:sldId id="3543" r:id="rId848"/>
    <p:sldId id="1057" r:id="rId849"/>
    <p:sldId id="3544" r:id="rId850"/>
    <p:sldId id="1058" r:id="rId851"/>
    <p:sldId id="3545" r:id="rId852"/>
    <p:sldId id="1059" r:id="rId853"/>
    <p:sldId id="3546" r:id="rId854"/>
    <p:sldId id="1061" r:id="rId855"/>
    <p:sldId id="1063" r:id="rId856"/>
    <p:sldId id="3547" r:id="rId857"/>
    <p:sldId id="1065" r:id="rId858"/>
    <p:sldId id="1067" r:id="rId859"/>
    <p:sldId id="1068" r:id="rId860"/>
    <p:sldId id="1069" r:id="rId861"/>
    <p:sldId id="1070" r:id="rId862"/>
    <p:sldId id="1072" r:id="rId863"/>
    <p:sldId id="1074" r:id="rId864"/>
    <p:sldId id="1075" r:id="rId865"/>
    <p:sldId id="1076" r:id="rId866"/>
    <p:sldId id="1077" r:id="rId867"/>
    <p:sldId id="1078" r:id="rId868"/>
    <p:sldId id="1080" r:id="rId869"/>
    <p:sldId id="1081" r:id="rId870"/>
    <p:sldId id="1082" r:id="rId871"/>
    <p:sldId id="1083" r:id="rId872"/>
    <p:sldId id="1084" r:id="rId873"/>
    <p:sldId id="1085" r:id="rId874"/>
    <p:sldId id="1086" r:id="rId875"/>
    <p:sldId id="1087" r:id="rId876"/>
    <p:sldId id="3548" r:id="rId877"/>
    <p:sldId id="1088" r:id="rId878"/>
    <p:sldId id="3549" r:id="rId879"/>
    <p:sldId id="1089" r:id="rId880"/>
    <p:sldId id="3550" r:id="rId881"/>
    <p:sldId id="1090" r:id="rId882"/>
    <p:sldId id="3551" r:id="rId883"/>
    <p:sldId id="1091" r:id="rId884"/>
    <p:sldId id="1092" r:id="rId885"/>
    <p:sldId id="1094" r:id="rId886"/>
    <p:sldId id="1095" r:id="rId887"/>
    <p:sldId id="1096" r:id="rId888"/>
    <p:sldId id="1097" r:id="rId889"/>
    <p:sldId id="1098" r:id="rId890"/>
    <p:sldId id="3552" r:id="rId891"/>
    <p:sldId id="1099" r:id="rId892"/>
    <p:sldId id="3553" r:id="rId893"/>
    <p:sldId id="1100" r:id="rId894"/>
    <p:sldId id="1101" r:id="rId895"/>
    <p:sldId id="1102" r:id="rId896"/>
    <p:sldId id="3554" r:id="rId897"/>
    <p:sldId id="1103" r:id="rId898"/>
    <p:sldId id="3555" r:id="rId899"/>
    <p:sldId id="1104" r:id="rId900"/>
    <p:sldId id="3556" r:id="rId901"/>
    <p:sldId id="1105" r:id="rId902"/>
    <p:sldId id="1106" r:id="rId903"/>
    <p:sldId id="1107" r:id="rId904"/>
    <p:sldId id="1108" r:id="rId905"/>
    <p:sldId id="1109" r:id="rId906"/>
    <p:sldId id="1110" r:id="rId907"/>
    <p:sldId id="1111" r:id="rId908"/>
    <p:sldId id="1112" r:id="rId909"/>
    <p:sldId id="3557" r:id="rId910"/>
    <p:sldId id="1113" r:id="rId911"/>
    <p:sldId id="3558" r:id="rId912"/>
    <p:sldId id="1114" r:id="rId913"/>
    <p:sldId id="3559" r:id="rId914"/>
    <p:sldId id="1115" r:id="rId915"/>
    <p:sldId id="3560" r:id="rId916"/>
    <p:sldId id="1117" r:id="rId917"/>
    <p:sldId id="3561" r:id="rId918"/>
    <p:sldId id="1119" r:id="rId919"/>
    <p:sldId id="3562" r:id="rId920"/>
    <p:sldId id="1121" r:id="rId921"/>
    <p:sldId id="1122" r:id="rId922"/>
    <p:sldId id="3563" r:id="rId923"/>
    <p:sldId id="1123" r:id="rId924"/>
    <p:sldId id="3565" r:id="rId925"/>
    <p:sldId id="1124" r:id="rId926"/>
    <p:sldId id="3564" r:id="rId927"/>
    <p:sldId id="1125" r:id="rId928"/>
    <p:sldId id="1126" r:id="rId929"/>
    <p:sldId id="3566" r:id="rId930"/>
    <p:sldId id="1127" r:id="rId931"/>
    <p:sldId id="3567" r:id="rId932"/>
    <p:sldId id="1128" r:id="rId933"/>
    <p:sldId id="3568" r:id="rId934"/>
    <p:sldId id="1129" r:id="rId935"/>
    <p:sldId id="3569" r:id="rId936"/>
    <p:sldId id="1130" r:id="rId937"/>
    <p:sldId id="1132" r:id="rId938"/>
    <p:sldId id="1133" r:id="rId939"/>
    <p:sldId id="1134" r:id="rId940"/>
    <p:sldId id="3570" r:id="rId941"/>
    <p:sldId id="1135" r:id="rId942"/>
    <p:sldId id="1136" r:id="rId943"/>
    <p:sldId id="1137" r:id="rId944"/>
    <p:sldId id="3571" r:id="rId945"/>
    <p:sldId id="1138" r:id="rId946"/>
    <p:sldId id="3572" r:id="rId947"/>
    <p:sldId id="1139" r:id="rId948"/>
    <p:sldId id="3573" r:id="rId949"/>
    <p:sldId id="1140" r:id="rId950"/>
    <p:sldId id="3574" r:id="rId951"/>
    <p:sldId id="3575" r:id="rId952"/>
    <p:sldId id="1142" r:id="rId953"/>
    <p:sldId id="3576" r:id="rId954"/>
    <p:sldId id="1143" r:id="rId955"/>
    <p:sldId id="3577" r:id="rId956"/>
    <p:sldId id="1144" r:id="rId957"/>
    <p:sldId id="3578" r:id="rId958"/>
    <p:sldId id="1145" r:id="rId959"/>
    <p:sldId id="1146" r:id="rId960"/>
    <p:sldId id="1147" r:id="rId961"/>
    <p:sldId id="1148" r:id="rId962"/>
    <p:sldId id="1149" r:id="rId963"/>
    <p:sldId id="1150" r:id="rId964"/>
    <p:sldId id="1151" r:id="rId965"/>
    <p:sldId id="1152" r:id="rId966"/>
    <p:sldId id="1153" r:id="rId967"/>
    <p:sldId id="1154" r:id="rId968"/>
    <p:sldId id="1155" r:id="rId969"/>
    <p:sldId id="1156" r:id="rId970"/>
    <p:sldId id="1157" r:id="rId971"/>
    <p:sldId id="1158" r:id="rId972"/>
    <p:sldId id="1159" r:id="rId973"/>
    <p:sldId id="1160" r:id="rId974"/>
    <p:sldId id="1161" r:id="rId975"/>
    <p:sldId id="1163" r:id="rId976"/>
    <p:sldId id="3579" r:id="rId977"/>
    <p:sldId id="1165" r:id="rId978"/>
    <p:sldId id="1166" r:id="rId979"/>
    <p:sldId id="3580" r:id="rId980"/>
    <p:sldId id="1167" r:id="rId981"/>
    <p:sldId id="3581" r:id="rId982"/>
    <p:sldId id="1168" r:id="rId983"/>
    <p:sldId id="1169" r:id="rId984"/>
    <p:sldId id="1170" r:id="rId985"/>
    <p:sldId id="3582" r:id="rId986"/>
    <p:sldId id="1171" r:id="rId987"/>
    <p:sldId id="3583" r:id="rId988"/>
    <p:sldId id="1172" r:id="rId989"/>
    <p:sldId id="1173" r:id="rId990"/>
    <p:sldId id="1174" r:id="rId991"/>
    <p:sldId id="3584" r:id="rId992"/>
    <p:sldId id="1175" r:id="rId993"/>
    <p:sldId id="3585" r:id="rId994"/>
    <p:sldId id="1176" r:id="rId995"/>
    <p:sldId id="1177" r:id="rId996"/>
    <p:sldId id="1178" r:id="rId997"/>
    <p:sldId id="3586" r:id="rId998"/>
    <p:sldId id="1179" r:id="rId999"/>
    <p:sldId id="3587" r:id="rId1000"/>
    <p:sldId id="1180" r:id="rId1001"/>
    <p:sldId id="3588" r:id="rId1002"/>
    <p:sldId id="1181" r:id="rId1003"/>
    <p:sldId id="1182" r:id="rId1004"/>
    <p:sldId id="1183" r:id="rId1005"/>
    <p:sldId id="1184" r:id="rId1006"/>
    <p:sldId id="1185" r:id="rId1007"/>
    <p:sldId id="3589" r:id="rId1008"/>
    <p:sldId id="1186" r:id="rId1009"/>
    <p:sldId id="3590" r:id="rId1010"/>
    <p:sldId id="1187" r:id="rId1011"/>
    <p:sldId id="3591" r:id="rId1012"/>
    <p:sldId id="1188" r:id="rId1013"/>
    <p:sldId id="1189" r:id="rId1014"/>
    <p:sldId id="3592" r:id="rId1015"/>
    <p:sldId id="1190" r:id="rId1016"/>
    <p:sldId id="3593" r:id="rId1017"/>
    <p:sldId id="1191" r:id="rId1018"/>
    <p:sldId id="1192" r:id="rId1019"/>
    <p:sldId id="1193" r:id="rId1020"/>
    <p:sldId id="1194" r:id="rId1021"/>
    <p:sldId id="1195" r:id="rId1022"/>
    <p:sldId id="1196" r:id="rId1023"/>
    <p:sldId id="1197" r:id="rId1024"/>
    <p:sldId id="1198" r:id="rId1025"/>
    <p:sldId id="1199" r:id="rId1026"/>
    <p:sldId id="1200" r:id="rId1027"/>
    <p:sldId id="1201" r:id="rId1028"/>
    <p:sldId id="1202" r:id="rId1029"/>
    <p:sldId id="1204" r:id="rId1030"/>
    <p:sldId id="1206" r:id="rId1031"/>
    <p:sldId id="1208" r:id="rId1032"/>
    <p:sldId id="1211" r:id="rId1033"/>
    <p:sldId id="1213" r:id="rId1034"/>
    <p:sldId id="1214" r:id="rId1035"/>
    <p:sldId id="1216" r:id="rId1036"/>
    <p:sldId id="1217" r:id="rId1037"/>
    <p:sldId id="1218" r:id="rId1038"/>
    <p:sldId id="1219" r:id="rId1039"/>
    <p:sldId id="1220" r:id="rId1040"/>
    <p:sldId id="1221" r:id="rId1041"/>
    <p:sldId id="1222" r:id="rId1042"/>
    <p:sldId id="1223" r:id="rId1043"/>
    <p:sldId id="1224" r:id="rId1044"/>
    <p:sldId id="1225" r:id="rId1045"/>
    <p:sldId id="1226" r:id="rId1046"/>
    <p:sldId id="1227" r:id="rId1047"/>
    <p:sldId id="1228" r:id="rId1048"/>
    <p:sldId id="1229" r:id="rId1049"/>
    <p:sldId id="1230" r:id="rId1050"/>
    <p:sldId id="1231" r:id="rId1051"/>
    <p:sldId id="1232" r:id="rId1052"/>
    <p:sldId id="1233" r:id="rId1053"/>
    <p:sldId id="1234" r:id="rId1054"/>
    <p:sldId id="1235" r:id="rId1055"/>
    <p:sldId id="3594" r:id="rId1056"/>
    <p:sldId id="1236" r:id="rId1057"/>
    <p:sldId id="3595" r:id="rId1058"/>
    <p:sldId id="1237" r:id="rId1059"/>
    <p:sldId id="3596" r:id="rId1060"/>
    <p:sldId id="1238" r:id="rId1061"/>
    <p:sldId id="3597" r:id="rId1062"/>
    <p:sldId id="1239" r:id="rId1063"/>
    <p:sldId id="1240" r:id="rId1064"/>
    <p:sldId id="3598" r:id="rId1065"/>
    <p:sldId id="1241" r:id="rId1066"/>
    <p:sldId id="3599" r:id="rId1067"/>
    <p:sldId id="3600" r:id="rId1068"/>
    <p:sldId id="3601" r:id="rId1069"/>
    <p:sldId id="1243" r:id="rId1070"/>
    <p:sldId id="1244" r:id="rId1071"/>
    <p:sldId id="1245" r:id="rId1072"/>
    <p:sldId id="3603" r:id="rId1073"/>
    <p:sldId id="3602" r:id="rId1074"/>
    <p:sldId id="3604" r:id="rId1075"/>
    <p:sldId id="1247" r:id="rId1076"/>
    <p:sldId id="1248" r:id="rId1077"/>
    <p:sldId id="3605" r:id="rId1078"/>
    <p:sldId id="1249" r:id="rId1079"/>
    <p:sldId id="3606" r:id="rId1080"/>
    <p:sldId id="1250" r:id="rId1081"/>
    <p:sldId id="3607" r:id="rId1082"/>
    <p:sldId id="1251" r:id="rId1083"/>
    <p:sldId id="3608" r:id="rId1084"/>
    <p:sldId id="1252" r:id="rId1085"/>
    <p:sldId id="1253" r:id="rId1086"/>
    <p:sldId id="1254" r:id="rId1087"/>
    <p:sldId id="1255" r:id="rId1088"/>
    <p:sldId id="1256" r:id="rId1089"/>
    <p:sldId id="1257" r:id="rId1090"/>
    <p:sldId id="1258" r:id="rId1091"/>
    <p:sldId id="1259" r:id="rId1092"/>
    <p:sldId id="1260" r:id="rId1093"/>
    <p:sldId id="1261" r:id="rId1094"/>
    <p:sldId id="3609" r:id="rId1095"/>
    <p:sldId id="1262" r:id="rId1096"/>
    <p:sldId id="3610" r:id="rId1097"/>
    <p:sldId id="1263" r:id="rId1098"/>
    <p:sldId id="1264" r:id="rId1099"/>
    <p:sldId id="1265" r:id="rId1100"/>
    <p:sldId id="1266" r:id="rId1101"/>
    <p:sldId id="1267" r:id="rId1102"/>
    <p:sldId id="1268" r:id="rId1103"/>
    <p:sldId id="1269" r:id="rId1104"/>
    <p:sldId id="3611" r:id="rId1105"/>
    <p:sldId id="1270" r:id="rId1106"/>
    <p:sldId id="3612" r:id="rId1107"/>
    <p:sldId id="1271" r:id="rId1108"/>
    <p:sldId id="3613" r:id="rId1109"/>
    <p:sldId id="1272" r:id="rId1110"/>
    <p:sldId id="1273" r:id="rId1111"/>
    <p:sldId id="1274" r:id="rId1112"/>
    <p:sldId id="3614" r:id="rId1113"/>
    <p:sldId id="1275" r:id="rId1114"/>
    <p:sldId id="3615" r:id="rId1115"/>
    <p:sldId id="1276" r:id="rId1116"/>
    <p:sldId id="1277" r:id="rId1117"/>
    <p:sldId id="3616" r:id="rId1118"/>
    <p:sldId id="1278" r:id="rId1119"/>
    <p:sldId id="3617" r:id="rId1120"/>
    <p:sldId id="1279" r:id="rId1121"/>
    <p:sldId id="3618" r:id="rId1122"/>
    <p:sldId id="1280" r:id="rId1123"/>
    <p:sldId id="1283" r:id="rId1124"/>
    <p:sldId id="3619" r:id="rId1125"/>
    <p:sldId id="1285" r:id="rId1126"/>
    <p:sldId id="3620" r:id="rId1127"/>
    <p:sldId id="1287" r:id="rId1128"/>
    <p:sldId id="1288" r:id="rId1129"/>
    <p:sldId id="3621" r:id="rId1130"/>
    <p:sldId id="1289" r:id="rId1131"/>
    <p:sldId id="3622" r:id="rId1132"/>
    <p:sldId id="1290" r:id="rId1133"/>
    <p:sldId id="3623" r:id="rId1134"/>
    <p:sldId id="1291" r:id="rId1135"/>
    <p:sldId id="1292" r:id="rId1136"/>
    <p:sldId id="1293" r:id="rId1137"/>
    <p:sldId id="1294" r:id="rId1138"/>
    <p:sldId id="1295" r:id="rId1139"/>
    <p:sldId id="1296" r:id="rId1140"/>
    <p:sldId id="3624" r:id="rId1141"/>
    <p:sldId id="1297" r:id="rId1142"/>
    <p:sldId id="1298" r:id="rId1143"/>
    <p:sldId id="1299" r:id="rId1144"/>
    <p:sldId id="3625" r:id="rId1145"/>
    <p:sldId id="1300" r:id="rId1146"/>
    <p:sldId id="3626" r:id="rId1147"/>
    <p:sldId id="1301" r:id="rId1148"/>
    <p:sldId id="1302" r:id="rId1149"/>
    <p:sldId id="3627" r:id="rId1150"/>
    <p:sldId id="1303" r:id="rId1151"/>
    <p:sldId id="3628" r:id="rId1152"/>
    <p:sldId id="1304" r:id="rId1153"/>
    <p:sldId id="3629" r:id="rId1154"/>
    <p:sldId id="1305" r:id="rId1155"/>
    <p:sldId id="1306" r:id="rId1156"/>
    <p:sldId id="1307" r:id="rId1157"/>
    <p:sldId id="1308" r:id="rId1158"/>
    <p:sldId id="1309" r:id="rId1159"/>
    <p:sldId id="1310" r:id="rId1160"/>
    <p:sldId id="1312" r:id="rId1161"/>
    <p:sldId id="1313" r:id="rId1162"/>
    <p:sldId id="3630" r:id="rId1163"/>
    <p:sldId id="1315" r:id="rId1164"/>
    <p:sldId id="1316" r:id="rId1165"/>
    <p:sldId id="1317" r:id="rId1166"/>
    <p:sldId id="1319" r:id="rId1167"/>
    <p:sldId id="1321" r:id="rId1168"/>
    <p:sldId id="1323" r:id="rId1169"/>
    <p:sldId id="1325" r:id="rId1170"/>
    <p:sldId id="1326" r:id="rId1171"/>
    <p:sldId id="1327" r:id="rId1172"/>
    <p:sldId id="1328" r:id="rId1173"/>
    <p:sldId id="1329" r:id="rId1174"/>
    <p:sldId id="3631" r:id="rId1175"/>
    <p:sldId id="1330" r:id="rId1176"/>
    <p:sldId id="3632" r:id="rId1177"/>
    <p:sldId id="1331" r:id="rId1178"/>
    <p:sldId id="1332" r:id="rId1179"/>
    <p:sldId id="1333" r:id="rId1180"/>
    <p:sldId id="1334" r:id="rId1181"/>
    <p:sldId id="1335" r:id="rId1182"/>
    <p:sldId id="3633" r:id="rId1183"/>
    <p:sldId id="1336" r:id="rId1184"/>
    <p:sldId id="1337" r:id="rId1185"/>
    <p:sldId id="1338" r:id="rId1186"/>
    <p:sldId id="3634" r:id="rId1187"/>
    <p:sldId id="1339" r:id="rId1188"/>
    <p:sldId id="3635" r:id="rId1189"/>
    <p:sldId id="1340" r:id="rId1190"/>
    <p:sldId id="3636" r:id="rId1191"/>
    <p:sldId id="1341" r:id="rId1192"/>
    <p:sldId id="1343" r:id="rId1193"/>
    <p:sldId id="3637" r:id="rId1194"/>
    <p:sldId id="1345" r:id="rId1195"/>
    <p:sldId id="3638" r:id="rId1196"/>
    <p:sldId id="1347" r:id="rId1197"/>
    <p:sldId id="1348" r:id="rId1198"/>
    <p:sldId id="1349" r:id="rId1199"/>
    <p:sldId id="1350" r:id="rId1200"/>
    <p:sldId id="1351" r:id="rId1201"/>
    <p:sldId id="1352" r:id="rId1202"/>
    <p:sldId id="3639" r:id="rId1203"/>
    <p:sldId id="1353" r:id="rId1204"/>
    <p:sldId id="3640" r:id="rId1205"/>
    <p:sldId id="1354" r:id="rId1206"/>
    <p:sldId id="3641" r:id="rId1207"/>
    <p:sldId id="1355" r:id="rId1208"/>
    <p:sldId id="1357" r:id="rId1209"/>
    <p:sldId id="1360" r:id="rId1210"/>
    <p:sldId id="1362" r:id="rId1211"/>
    <p:sldId id="1363" r:id="rId1212"/>
    <p:sldId id="1364" r:id="rId1213"/>
    <p:sldId id="1365" r:id="rId1214"/>
    <p:sldId id="1366" r:id="rId1215"/>
    <p:sldId id="1367" r:id="rId1216"/>
    <p:sldId id="1368" r:id="rId1217"/>
    <p:sldId id="1369" r:id="rId1218"/>
    <p:sldId id="1370" r:id="rId1219"/>
    <p:sldId id="1371" r:id="rId1220"/>
    <p:sldId id="1372" r:id="rId1221"/>
    <p:sldId id="1373" r:id="rId1222"/>
    <p:sldId id="3642" r:id="rId1223"/>
    <p:sldId id="1374" r:id="rId1224"/>
    <p:sldId id="3643" r:id="rId1225"/>
    <p:sldId id="1375" r:id="rId1226"/>
    <p:sldId id="1377" r:id="rId1227"/>
    <p:sldId id="1378" r:id="rId1228"/>
    <p:sldId id="1379" r:id="rId1229"/>
    <p:sldId id="1380" r:id="rId1230"/>
    <p:sldId id="1381" r:id="rId1231"/>
    <p:sldId id="1382" r:id="rId1232"/>
    <p:sldId id="3644" r:id="rId1233"/>
    <p:sldId id="1383" r:id="rId1234"/>
    <p:sldId id="3645" r:id="rId1235"/>
    <p:sldId id="1384" r:id="rId1236"/>
    <p:sldId id="3646" r:id="rId1237"/>
    <p:sldId id="1385" r:id="rId1238"/>
    <p:sldId id="1386" r:id="rId1239"/>
    <p:sldId id="1387" r:id="rId1240"/>
    <p:sldId id="3287" r:id="rId1241"/>
    <p:sldId id="1388" r:id="rId1242"/>
    <p:sldId id="1390" r:id="rId1243"/>
    <p:sldId id="1391" r:id="rId1244"/>
    <p:sldId id="1392" r:id="rId1245"/>
    <p:sldId id="1394" r:id="rId1246"/>
    <p:sldId id="1395" r:id="rId1247"/>
    <p:sldId id="1396" r:id="rId1248"/>
    <p:sldId id="1397" r:id="rId1249"/>
    <p:sldId id="1398" r:id="rId1250"/>
    <p:sldId id="1399" r:id="rId1251"/>
    <p:sldId id="1400" r:id="rId1252"/>
    <p:sldId id="1401" r:id="rId1253"/>
    <p:sldId id="1402" r:id="rId1254"/>
    <p:sldId id="1403" r:id="rId1255"/>
    <p:sldId id="1404" r:id="rId1256"/>
    <p:sldId id="1405" r:id="rId1257"/>
    <p:sldId id="3647" r:id="rId1258"/>
    <p:sldId id="1406" r:id="rId1259"/>
    <p:sldId id="3648" r:id="rId1260"/>
    <p:sldId id="1407" r:id="rId1261"/>
    <p:sldId id="3650" r:id="rId1262"/>
    <p:sldId id="1408" r:id="rId1263"/>
    <p:sldId id="3651" r:id="rId1264"/>
    <p:sldId id="1409" r:id="rId1265"/>
    <p:sldId id="3652" r:id="rId1266"/>
    <p:sldId id="1411" r:id="rId1267"/>
    <p:sldId id="1413" r:id="rId1268"/>
    <p:sldId id="1414" r:id="rId1269"/>
    <p:sldId id="1415" r:id="rId1270"/>
    <p:sldId id="1416" r:id="rId1271"/>
    <p:sldId id="3653" r:id="rId1272"/>
    <p:sldId id="1417" r:id="rId1273"/>
    <p:sldId id="3654" r:id="rId1274"/>
    <p:sldId id="1418" r:id="rId1275"/>
    <p:sldId id="1419" r:id="rId1276"/>
    <p:sldId id="1420" r:id="rId1277"/>
    <p:sldId id="3655" r:id="rId1278"/>
    <p:sldId id="1421" r:id="rId1279"/>
    <p:sldId id="1422" r:id="rId1280"/>
    <p:sldId id="1423" r:id="rId1281"/>
    <p:sldId id="1424" r:id="rId1282"/>
    <p:sldId id="1425" r:id="rId1283"/>
    <p:sldId id="3656" r:id="rId1284"/>
    <p:sldId id="1426" r:id="rId1285"/>
    <p:sldId id="3657" r:id="rId1286"/>
    <p:sldId id="1427" r:id="rId1287"/>
    <p:sldId id="1428" r:id="rId1288"/>
    <p:sldId id="3660" r:id="rId1289"/>
    <p:sldId id="1429" r:id="rId1290"/>
    <p:sldId id="3658" r:id="rId1291"/>
    <p:sldId id="1430" r:id="rId1292"/>
    <p:sldId id="3661" r:id="rId1293"/>
    <p:sldId id="1431" r:id="rId1294"/>
    <p:sldId id="1432" r:id="rId1295"/>
    <p:sldId id="1433" r:id="rId1296"/>
    <p:sldId id="3662" r:id="rId1297"/>
    <p:sldId id="1434" r:id="rId1298"/>
    <p:sldId id="3663" r:id="rId1299"/>
    <p:sldId id="1435" r:id="rId1300"/>
    <p:sldId id="1436" r:id="rId1301"/>
    <p:sldId id="1437" r:id="rId1302"/>
    <p:sldId id="1438" r:id="rId1303"/>
    <p:sldId id="1439" r:id="rId1304"/>
    <p:sldId id="1440" r:id="rId1305"/>
    <p:sldId id="1441" r:id="rId1306"/>
    <p:sldId id="1442" r:id="rId1307"/>
    <p:sldId id="1443" r:id="rId1308"/>
    <p:sldId id="3664" r:id="rId1309"/>
    <p:sldId id="1444" r:id="rId1310"/>
    <p:sldId id="1445" r:id="rId1311"/>
    <p:sldId id="1446" r:id="rId1312"/>
    <p:sldId id="1447" r:id="rId1313"/>
    <p:sldId id="1448" r:id="rId1314"/>
    <p:sldId id="1449" r:id="rId1315"/>
    <p:sldId id="1450" r:id="rId1316"/>
    <p:sldId id="1451" r:id="rId1317"/>
    <p:sldId id="1452" r:id="rId1318"/>
    <p:sldId id="1453" r:id="rId1319"/>
    <p:sldId id="3665" r:id="rId1320"/>
    <p:sldId id="1454" r:id="rId1321"/>
    <p:sldId id="3666" r:id="rId1322"/>
    <p:sldId id="1455" r:id="rId1323"/>
    <p:sldId id="1456" r:id="rId1324"/>
    <p:sldId id="1457" r:id="rId1325"/>
    <p:sldId id="1458" r:id="rId1326"/>
    <p:sldId id="1459" r:id="rId1327"/>
    <p:sldId id="3667" r:id="rId1328"/>
    <p:sldId id="1460" r:id="rId1329"/>
    <p:sldId id="3668" r:id="rId1330"/>
    <p:sldId id="1461" r:id="rId1331"/>
    <p:sldId id="3669" r:id="rId1332"/>
    <p:sldId id="1462" r:id="rId1333"/>
    <p:sldId id="3670" r:id="rId1334"/>
    <p:sldId id="1463" r:id="rId1335"/>
    <p:sldId id="1464" r:id="rId1336"/>
    <p:sldId id="1465" r:id="rId1337"/>
    <p:sldId id="3671" r:id="rId1338"/>
    <p:sldId id="1466" r:id="rId1339"/>
    <p:sldId id="3672" r:id="rId1340"/>
    <p:sldId id="1467" r:id="rId1341"/>
    <p:sldId id="1468" r:id="rId1342"/>
    <p:sldId id="1469" r:id="rId1343"/>
    <p:sldId id="1470" r:id="rId1344"/>
    <p:sldId id="1471" r:id="rId1345"/>
    <p:sldId id="3673" r:id="rId1346"/>
    <p:sldId id="1472" r:id="rId1347"/>
    <p:sldId id="3674" r:id="rId1348"/>
    <p:sldId id="1473" r:id="rId1349"/>
    <p:sldId id="1474" r:id="rId1350"/>
    <p:sldId id="3675" r:id="rId1351"/>
    <p:sldId id="1475" r:id="rId1352"/>
    <p:sldId id="3676" r:id="rId1353"/>
    <p:sldId id="1476" r:id="rId1354"/>
    <p:sldId id="3288" r:id="rId1355"/>
    <p:sldId id="1477" r:id="rId1356"/>
    <p:sldId id="1478" r:id="rId1357"/>
    <p:sldId id="1479" r:id="rId1358"/>
    <p:sldId id="1480" r:id="rId1359"/>
    <p:sldId id="3677" r:id="rId1360"/>
    <p:sldId id="1481" r:id="rId1361"/>
    <p:sldId id="3678" r:id="rId1362"/>
    <p:sldId id="3679" r:id="rId1363"/>
    <p:sldId id="1482" r:id="rId1364"/>
    <p:sldId id="1483" r:id="rId1365"/>
    <p:sldId id="1484" r:id="rId1366"/>
    <p:sldId id="1485" r:id="rId1367"/>
    <p:sldId id="1486" r:id="rId1368"/>
    <p:sldId id="1487" r:id="rId1369"/>
    <p:sldId id="1488" r:id="rId1370"/>
    <p:sldId id="1489" r:id="rId1371"/>
    <p:sldId id="1491" r:id="rId1372"/>
    <p:sldId id="1493" r:id="rId1373"/>
    <p:sldId id="1494" r:id="rId1374"/>
    <p:sldId id="1496" r:id="rId1375"/>
    <p:sldId id="1498" r:id="rId1376"/>
    <p:sldId id="1499" r:id="rId1377"/>
    <p:sldId id="1500" r:id="rId1378"/>
    <p:sldId id="1501" r:id="rId1379"/>
    <p:sldId id="1502" r:id="rId1380"/>
    <p:sldId id="3680" r:id="rId1381"/>
    <p:sldId id="1503" r:id="rId1382"/>
    <p:sldId id="3681" r:id="rId1383"/>
    <p:sldId id="1504" r:id="rId1384"/>
    <p:sldId id="3682" r:id="rId1385"/>
    <p:sldId id="1505" r:id="rId1386"/>
    <p:sldId id="1506" r:id="rId1387"/>
    <p:sldId id="1507" r:id="rId1388"/>
    <p:sldId id="1508" r:id="rId1389"/>
    <p:sldId id="1509" r:id="rId1390"/>
    <p:sldId id="1510" r:id="rId1391"/>
    <p:sldId id="1511" r:id="rId1392"/>
    <p:sldId id="1512" r:id="rId1393"/>
    <p:sldId id="1513" r:id="rId1394"/>
    <p:sldId id="1515" r:id="rId1395"/>
    <p:sldId id="1517" r:id="rId1396"/>
    <p:sldId id="3683" r:id="rId1397"/>
    <p:sldId id="1518" r:id="rId1398"/>
    <p:sldId id="3684" r:id="rId1399"/>
    <p:sldId id="1519" r:id="rId1400"/>
    <p:sldId id="3685" r:id="rId1401"/>
    <p:sldId id="1520" r:id="rId1402"/>
    <p:sldId id="3686" r:id="rId1403"/>
    <p:sldId id="1521" r:id="rId1404"/>
    <p:sldId id="3687" r:id="rId1405"/>
    <p:sldId id="1522" r:id="rId1406"/>
    <p:sldId id="3688" r:id="rId1407"/>
    <p:sldId id="1523" r:id="rId1408"/>
    <p:sldId id="1525" r:id="rId1409"/>
    <p:sldId id="1526" r:id="rId1410"/>
    <p:sldId id="1527" r:id="rId1411"/>
    <p:sldId id="1528" r:id="rId1412"/>
    <p:sldId id="1529" r:id="rId1413"/>
    <p:sldId id="1530" r:id="rId1414"/>
    <p:sldId id="1531" r:id="rId1415"/>
    <p:sldId id="1532" r:id="rId1416"/>
    <p:sldId id="1533" r:id="rId1417"/>
    <p:sldId id="1534" r:id="rId1418"/>
    <p:sldId id="1535" r:id="rId1419"/>
    <p:sldId id="1536" r:id="rId1420"/>
    <p:sldId id="1537" r:id="rId1421"/>
    <p:sldId id="1538" r:id="rId1422"/>
    <p:sldId id="1539" r:id="rId1423"/>
    <p:sldId id="1540" r:id="rId1424"/>
    <p:sldId id="1541" r:id="rId1425"/>
    <p:sldId id="1542" r:id="rId1426"/>
    <p:sldId id="1543" r:id="rId1427"/>
    <p:sldId id="1544" r:id="rId1428"/>
    <p:sldId id="1545" r:id="rId1429"/>
    <p:sldId id="1546" r:id="rId1430"/>
    <p:sldId id="1547" r:id="rId1431"/>
    <p:sldId id="1549" r:id="rId1432"/>
    <p:sldId id="1551" r:id="rId1433"/>
    <p:sldId id="1552" r:id="rId1434"/>
    <p:sldId id="1553" r:id="rId1435"/>
    <p:sldId id="1554" r:id="rId1436"/>
    <p:sldId id="1555" r:id="rId1437"/>
    <p:sldId id="3692" r:id="rId1438"/>
    <p:sldId id="1556" r:id="rId1439"/>
    <p:sldId id="3693" r:id="rId1440"/>
    <p:sldId id="1557" r:id="rId1441"/>
    <p:sldId id="3689" r:id="rId1442"/>
    <p:sldId id="1558" r:id="rId1443"/>
    <p:sldId id="3694" r:id="rId1444"/>
    <p:sldId id="1559" r:id="rId1445"/>
    <p:sldId id="1560" r:id="rId1446"/>
    <p:sldId id="3695" r:id="rId1447"/>
    <p:sldId id="1561" r:id="rId1448"/>
    <p:sldId id="3696" r:id="rId1449"/>
    <p:sldId id="3697" r:id="rId1450"/>
    <p:sldId id="3698" r:id="rId1451"/>
    <p:sldId id="1563" r:id="rId1452"/>
    <p:sldId id="1564" r:id="rId1453"/>
    <p:sldId id="1565" r:id="rId1454"/>
    <p:sldId id="1566" r:id="rId1455"/>
    <p:sldId id="1567" r:id="rId1456"/>
    <p:sldId id="3699" r:id="rId1457"/>
    <p:sldId id="1568" r:id="rId1458"/>
    <p:sldId id="3700" r:id="rId1459"/>
    <p:sldId id="1569" r:id="rId1460"/>
    <p:sldId id="3701" r:id="rId1461"/>
    <p:sldId id="1570" r:id="rId1462"/>
    <p:sldId id="3702" r:id="rId1463"/>
    <p:sldId id="1571" r:id="rId1464"/>
    <p:sldId id="1572" r:id="rId1465"/>
    <p:sldId id="1573" r:id="rId1466"/>
    <p:sldId id="1574" r:id="rId1467"/>
    <p:sldId id="1575" r:id="rId1468"/>
    <p:sldId id="1576" r:id="rId1469"/>
    <p:sldId id="1577" r:id="rId1470"/>
    <p:sldId id="1578" r:id="rId1471"/>
    <p:sldId id="1579" r:id="rId1472"/>
    <p:sldId id="1580" r:id="rId1473"/>
    <p:sldId id="1581" r:id="rId1474"/>
    <p:sldId id="1582" r:id="rId1475"/>
    <p:sldId id="1583" r:id="rId1476"/>
    <p:sldId id="1584" r:id="rId1477"/>
    <p:sldId id="1585" r:id="rId1478"/>
    <p:sldId id="1586" r:id="rId1479"/>
    <p:sldId id="1587" r:id="rId1480"/>
    <p:sldId id="1588" r:id="rId1481"/>
    <p:sldId id="1589" r:id="rId1482"/>
    <p:sldId id="1590" r:id="rId1483"/>
    <p:sldId id="1591" r:id="rId1484"/>
    <p:sldId id="3703" r:id="rId1485"/>
    <p:sldId id="1592" r:id="rId1486"/>
    <p:sldId id="3704" r:id="rId1487"/>
    <p:sldId id="1593" r:id="rId1488"/>
    <p:sldId id="1595" r:id="rId1489"/>
    <p:sldId id="1596" r:id="rId1490"/>
    <p:sldId id="1597" r:id="rId1491"/>
    <p:sldId id="1598" r:id="rId1492"/>
    <p:sldId id="1599" r:id="rId1493"/>
    <p:sldId id="1600" r:id="rId1494"/>
    <p:sldId id="1601" r:id="rId1495"/>
    <p:sldId id="1602" r:id="rId1496"/>
    <p:sldId id="1603" r:id="rId1497"/>
    <p:sldId id="3705" r:id="rId1498"/>
    <p:sldId id="1604" r:id="rId1499"/>
    <p:sldId id="3706" r:id="rId1500"/>
    <p:sldId id="1605" r:id="rId1501"/>
    <p:sldId id="3707" r:id="rId1502"/>
    <p:sldId id="1606" r:id="rId1503"/>
    <p:sldId id="3708" r:id="rId1504"/>
    <p:sldId id="1608" r:id="rId1505"/>
    <p:sldId id="1610" r:id="rId1506"/>
    <p:sldId id="1611" r:id="rId1507"/>
    <p:sldId id="1612" r:id="rId1508"/>
    <p:sldId id="1613" r:id="rId1509"/>
    <p:sldId id="3709" r:id="rId1510"/>
    <p:sldId id="3710" r:id="rId1511"/>
    <p:sldId id="1615" r:id="rId1512"/>
    <p:sldId id="3711" r:id="rId1513"/>
    <p:sldId id="1616" r:id="rId1514"/>
    <p:sldId id="3712" r:id="rId1515"/>
    <p:sldId id="1617" r:id="rId1516"/>
    <p:sldId id="1618" r:id="rId1517"/>
    <p:sldId id="1619" r:id="rId1518"/>
    <p:sldId id="1620" r:id="rId1519"/>
    <p:sldId id="1621" r:id="rId1520"/>
    <p:sldId id="1623" r:id="rId1521"/>
    <p:sldId id="1625" r:id="rId1522"/>
    <p:sldId id="1627" r:id="rId1523"/>
    <p:sldId id="1628" r:id="rId1524"/>
    <p:sldId id="3713" r:id="rId1525"/>
    <p:sldId id="1629" r:id="rId1526"/>
    <p:sldId id="3714" r:id="rId1527"/>
    <p:sldId id="1630" r:id="rId1528"/>
    <p:sldId id="1631" r:id="rId1529"/>
    <p:sldId id="1632" r:id="rId1530"/>
    <p:sldId id="1633" r:id="rId1531"/>
    <p:sldId id="1634" r:id="rId1532"/>
    <p:sldId id="1635" r:id="rId1533"/>
    <p:sldId id="1636" r:id="rId1534"/>
    <p:sldId id="1637" r:id="rId1535"/>
    <p:sldId id="3715" r:id="rId1536"/>
    <p:sldId id="1638" r:id="rId1537"/>
    <p:sldId id="3716" r:id="rId1538"/>
    <p:sldId id="1639" r:id="rId1539"/>
    <p:sldId id="1640" r:id="rId1540"/>
    <p:sldId id="3717" r:id="rId1541"/>
    <p:sldId id="3718" r:id="rId1542"/>
    <p:sldId id="1642" r:id="rId1543"/>
    <p:sldId id="3720" r:id="rId1544"/>
    <p:sldId id="3719" r:id="rId1545"/>
    <p:sldId id="3721" r:id="rId1546"/>
    <p:sldId id="1644" r:id="rId1547"/>
    <p:sldId id="1645" r:id="rId1548"/>
    <p:sldId id="1646" r:id="rId1549"/>
    <p:sldId id="3723" r:id="rId1550"/>
    <p:sldId id="3722" r:id="rId1551"/>
    <p:sldId id="3724" r:id="rId1552"/>
    <p:sldId id="1648" r:id="rId1553"/>
    <p:sldId id="1650" r:id="rId1554"/>
    <p:sldId id="3725" r:id="rId1555"/>
    <p:sldId id="3726" r:id="rId1556"/>
    <p:sldId id="1653" r:id="rId1557"/>
    <p:sldId id="1655" r:id="rId1558"/>
    <p:sldId id="1656" r:id="rId1559"/>
    <p:sldId id="1657" r:id="rId1560"/>
    <p:sldId id="1658" r:id="rId1561"/>
    <p:sldId id="1659" r:id="rId1562"/>
    <p:sldId id="1660" r:id="rId1563"/>
    <p:sldId id="1661" r:id="rId1564"/>
    <p:sldId id="1662" r:id="rId1565"/>
    <p:sldId id="1663" r:id="rId1566"/>
    <p:sldId id="1664" r:id="rId1567"/>
    <p:sldId id="1665" r:id="rId1568"/>
    <p:sldId id="1666" r:id="rId1569"/>
    <p:sldId id="1668" r:id="rId1570"/>
    <p:sldId id="1670" r:id="rId1571"/>
    <p:sldId id="1672" r:id="rId1572"/>
    <p:sldId id="1673" r:id="rId1573"/>
    <p:sldId id="1674" r:id="rId1574"/>
    <p:sldId id="1675" r:id="rId1575"/>
    <p:sldId id="3727" r:id="rId1576"/>
    <p:sldId id="1676" r:id="rId1577"/>
    <p:sldId id="1677" r:id="rId1578"/>
    <p:sldId id="1678" r:id="rId1579"/>
    <p:sldId id="1679" r:id="rId1580"/>
    <p:sldId id="1680" r:id="rId1581"/>
    <p:sldId id="1681" r:id="rId1582"/>
    <p:sldId id="1682" r:id="rId1583"/>
    <p:sldId id="3728" r:id="rId1584"/>
    <p:sldId id="1683" r:id="rId1585"/>
    <p:sldId id="3729" r:id="rId1586"/>
    <p:sldId id="1684" r:id="rId1587"/>
    <p:sldId id="3730" r:id="rId1588"/>
    <p:sldId id="1685" r:id="rId1589"/>
    <p:sldId id="1686" r:id="rId1590"/>
    <p:sldId id="3731" r:id="rId1591"/>
    <p:sldId id="1687" r:id="rId1592"/>
    <p:sldId id="3732" r:id="rId1593"/>
    <p:sldId id="1688" r:id="rId1594"/>
    <p:sldId id="3733" r:id="rId1595"/>
    <p:sldId id="3734" r:id="rId1596"/>
    <p:sldId id="1691" r:id="rId1597"/>
    <p:sldId id="1693" r:id="rId1598"/>
    <p:sldId id="3735" r:id="rId1599"/>
    <p:sldId id="1695" r:id="rId1600"/>
    <p:sldId id="3736" r:id="rId1601"/>
    <p:sldId id="1697" r:id="rId1602"/>
    <p:sldId id="1698" r:id="rId1603"/>
    <p:sldId id="1699" r:id="rId1604"/>
    <p:sldId id="1700" r:id="rId1605"/>
    <p:sldId id="1701" r:id="rId1606"/>
    <p:sldId id="1702" r:id="rId1607"/>
    <p:sldId id="1703" r:id="rId1608"/>
    <p:sldId id="1704" r:id="rId1609"/>
    <p:sldId id="1705" r:id="rId1610"/>
    <p:sldId id="1706" r:id="rId1611"/>
    <p:sldId id="1707" r:id="rId1612"/>
    <p:sldId id="1708" r:id="rId1613"/>
    <p:sldId id="1709" r:id="rId1614"/>
    <p:sldId id="1710" r:id="rId1615"/>
    <p:sldId id="1711" r:id="rId1616"/>
    <p:sldId id="1712" r:id="rId1617"/>
    <p:sldId id="1713" r:id="rId1618"/>
    <p:sldId id="1714" r:id="rId1619"/>
    <p:sldId id="3737" r:id="rId1620"/>
    <p:sldId id="1715" r:id="rId1621"/>
    <p:sldId id="3738" r:id="rId1622"/>
    <p:sldId id="1716" r:id="rId1623"/>
    <p:sldId id="3739" r:id="rId1624"/>
    <p:sldId id="1717" r:id="rId1625"/>
    <p:sldId id="3740" r:id="rId1626"/>
    <p:sldId id="1718" r:id="rId1627"/>
    <p:sldId id="3741" r:id="rId1628"/>
    <p:sldId id="1719" r:id="rId1629"/>
    <p:sldId id="1721" r:id="rId1630"/>
    <p:sldId id="1722" r:id="rId1631"/>
    <p:sldId id="1723" r:id="rId1632"/>
    <p:sldId id="3742" r:id="rId1633"/>
    <p:sldId id="1724" r:id="rId1634"/>
    <p:sldId id="3743" r:id="rId1635"/>
    <p:sldId id="1725" r:id="rId1636"/>
    <p:sldId id="3744" r:id="rId1637"/>
    <p:sldId id="1726" r:id="rId1638"/>
    <p:sldId id="1727" r:id="rId1639"/>
    <p:sldId id="1728" r:id="rId1640"/>
    <p:sldId id="1729" r:id="rId1641"/>
    <p:sldId id="1730" r:id="rId1642"/>
    <p:sldId id="1731" r:id="rId1643"/>
    <p:sldId id="1732" r:id="rId1644"/>
    <p:sldId id="1733" r:id="rId1645"/>
    <p:sldId id="1734" r:id="rId1646"/>
    <p:sldId id="1736" r:id="rId1647"/>
    <p:sldId id="1737" r:id="rId1648"/>
    <p:sldId id="1738" r:id="rId1649"/>
    <p:sldId id="1739" r:id="rId1650"/>
    <p:sldId id="3745" r:id="rId1651"/>
    <p:sldId id="1740" r:id="rId1652"/>
    <p:sldId id="3746" r:id="rId1653"/>
    <p:sldId id="1741" r:id="rId1654"/>
    <p:sldId id="3747" r:id="rId1655"/>
    <p:sldId id="1742" r:id="rId1656"/>
    <p:sldId id="1744" r:id="rId1657"/>
    <p:sldId id="1745" r:id="rId1658"/>
    <p:sldId id="1746" r:id="rId1659"/>
    <p:sldId id="1747" r:id="rId1660"/>
    <p:sldId id="1748" r:id="rId1661"/>
    <p:sldId id="1750" r:id="rId1662"/>
    <p:sldId id="3748" r:id="rId1663"/>
    <p:sldId id="1752" r:id="rId1664"/>
    <p:sldId id="3749" r:id="rId1665"/>
    <p:sldId id="1754" r:id="rId1666"/>
    <p:sldId id="1756" r:id="rId1667"/>
    <p:sldId id="1757" r:id="rId1668"/>
    <p:sldId id="1758" r:id="rId1669"/>
    <p:sldId id="1759" r:id="rId1670"/>
    <p:sldId id="1760" r:id="rId1671"/>
    <p:sldId id="1761" r:id="rId1672"/>
    <p:sldId id="1762" r:id="rId1673"/>
    <p:sldId id="1763" r:id="rId1674"/>
    <p:sldId id="3750" r:id="rId1675"/>
    <p:sldId id="1764" r:id="rId1676"/>
    <p:sldId id="3751" r:id="rId1677"/>
    <p:sldId id="1765" r:id="rId1678"/>
    <p:sldId id="1766" r:id="rId1679"/>
    <p:sldId id="3752" r:id="rId1680"/>
    <p:sldId id="1767" r:id="rId1681"/>
    <p:sldId id="3753" r:id="rId1682"/>
    <p:sldId id="1768" r:id="rId1683"/>
    <p:sldId id="3754" r:id="rId1684"/>
    <p:sldId id="1769" r:id="rId1685"/>
    <p:sldId id="3755" r:id="rId1686"/>
    <p:sldId id="1770" r:id="rId1687"/>
    <p:sldId id="1771" r:id="rId1688"/>
    <p:sldId id="1772" r:id="rId1689"/>
    <p:sldId id="1773" r:id="rId1690"/>
    <p:sldId id="1774" r:id="rId1691"/>
    <p:sldId id="1776" r:id="rId1692"/>
    <p:sldId id="1777" r:id="rId1693"/>
    <p:sldId id="1778" r:id="rId1694"/>
    <p:sldId id="1779" r:id="rId1695"/>
    <p:sldId id="1780" r:id="rId1696"/>
    <p:sldId id="1781" r:id="rId1697"/>
    <p:sldId id="1782" r:id="rId1698"/>
    <p:sldId id="3756" r:id="rId1699"/>
    <p:sldId id="1783" r:id="rId1700"/>
    <p:sldId id="1784" r:id="rId1701"/>
    <p:sldId id="1785" r:id="rId1702"/>
    <p:sldId id="1786" r:id="rId1703"/>
    <p:sldId id="1787" r:id="rId1704"/>
    <p:sldId id="1788" r:id="rId1705"/>
    <p:sldId id="3757" r:id="rId1706"/>
    <p:sldId id="1789" r:id="rId1707"/>
    <p:sldId id="3758" r:id="rId1708"/>
    <p:sldId id="1790" r:id="rId1709"/>
    <p:sldId id="3759" r:id="rId1710"/>
    <p:sldId id="1791" r:id="rId1711"/>
    <p:sldId id="1792" r:id="rId1712"/>
    <p:sldId id="3760" r:id="rId1713"/>
    <p:sldId id="1793" r:id="rId1714"/>
    <p:sldId id="3761" r:id="rId1715"/>
    <p:sldId id="1794" r:id="rId1716"/>
    <p:sldId id="3762" r:id="rId1717"/>
    <p:sldId id="1795" r:id="rId1718"/>
    <p:sldId id="1796" r:id="rId1719"/>
    <p:sldId id="3763" r:id="rId1720"/>
    <p:sldId id="1797" r:id="rId1721"/>
    <p:sldId id="3764" r:id="rId1722"/>
    <p:sldId id="1798" r:id="rId1723"/>
    <p:sldId id="3765" r:id="rId1724"/>
    <p:sldId id="1799" r:id="rId1725"/>
    <p:sldId id="1800" r:id="rId1726"/>
    <p:sldId id="1801" r:id="rId1727"/>
    <p:sldId id="1802" r:id="rId1728"/>
    <p:sldId id="1803" r:id="rId1729"/>
    <p:sldId id="1804" r:id="rId1730"/>
    <p:sldId id="1805" r:id="rId1731"/>
    <p:sldId id="1806" r:id="rId1732"/>
    <p:sldId id="1807" r:id="rId1733"/>
    <p:sldId id="1808" r:id="rId1734"/>
    <p:sldId id="1809" r:id="rId1735"/>
    <p:sldId id="1810" r:id="rId1736"/>
    <p:sldId id="1811" r:id="rId1737"/>
    <p:sldId id="1812" r:id="rId1738"/>
    <p:sldId id="1813" r:id="rId1739"/>
    <p:sldId id="1814" r:id="rId1740"/>
    <p:sldId id="1816" r:id="rId1741"/>
    <p:sldId id="1818" r:id="rId1742"/>
    <p:sldId id="1820" r:id="rId1743"/>
    <p:sldId id="1821" r:id="rId1744"/>
    <p:sldId id="3766" r:id="rId1745"/>
    <p:sldId id="1822" r:id="rId1746"/>
    <p:sldId id="3767" r:id="rId1747"/>
    <p:sldId id="1823" r:id="rId1748"/>
    <p:sldId id="3768" r:id="rId1749"/>
    <p:sldId id="1824" r:id="rId1750"/>
    <p:sldId id="3769" r:id="rId1751"/>
    <p:sldId id="1825" r:id="rId1752"/>
    <p:sldId id="1826" r:id="rId1753"/>
    <p:sldId id="3770" r:id="rId1754"/>
    <p:sldId id="1827" r:id="rId1755"/>
    <p:sldId id="1829" r:id="rId1756"/>
    <p:sldId id="1830" r:id="rId1757"/>
    <p:sldId id="1831" r:id="rId1758"/>
    <p:sldId id="1832" r:id="rId1759"/>
    <p:sldId id="1833" r:id="rId1760"/>
    <p:sldId id="3771" r:id="rId1761"/>
    <p:sldId id="1834" r:id="rId1762"/>
    <p:sldId id="3772" r:id="rId1763"/>
    <p:sldId id="1835" r:id="rId1764"/>
    <p:sldId id="3773" r:id="rId1765"/>
    <p:sldId id="1836" r:id="rId1766"/>
    <p:sldId id="1837" r:id="rId1767"/>
    <p:sldId id="1838" r:id="rId1768"/>
    <p:sldId id="1839" r:id="rId1769"/>
    <p:sldId id="1840" r:id="rId1770"/>
    <p:sldId id="1841" r:id="rId1771"/>
    <p:sldId id="1842" r:id="rId1772"/>
    <p:sldId id="3774" r:id="rId1773"/>
    <p:sldId id="1843" r:id="rId1774"/>
    <p:sldId id="3775" r:id="rId1775"/>
    <p:sldId id="1844" r:id="rId1776"/>
    <p:sldId id="3777" r:id="rId1777"/>
    <p:sldId id="1845" r:id="rId1778"/>
    <p:sldId id="3776" r:id="rId1779"/>
    <p:sldId id="1846" r:id="rId1780"/>
    <p:sldId id="1847" r:id="rId1781"/>
    <p:sldId id="1848" r:id="rId1782"/>
    <p:sldId id="1849" r:id="rId1783"/>
    <p:sldId id="1850" r:id="rId1784"/>
    <p:sldId id="1851" r:id="rId1785"/>
    <p:sldId id="1852" r:id="rId1786"/>
    <p:sldId id="1853" r:id="rId1787"/>
    <p:sldId id="1854" r:id="rId1788"/>
    <p:sldId id="1855" r:id="rId1789"/>
    <p:sldId id="1856" r:id="rId1790"/>
    <p:sldId id="1857" r:id="rId1791"/>
    <p:sldId id="1858" r:id="rId1792"/>
    <p:sldId id="1859" r:id="rId1793"/>
    <p:sldId id="1860" r:id="rId1794"/>
    <p:sldId id="1861" r:id="rId1795"/>
    <p:sldId id="1862" r:id="rId1796"/>
    <p:sldId id="1863" r:id="rId1797"/>
    <p:sldId id="3778" r:id="rId1798"/>
    <p:sldId id="1864" r:id="rId1799"/>
    <p:sldId id="3779" r:id="rId1800"/>
    <p:sldId id="1865" r:id="rId1801"/>
    <p:sldId id="3780" r:id="rId1802"/>
    <p:sldId id="1866" r:id="rId1803"/>
    <p:sldId id="3781" r:id="rId1804"/>
    <p:sldId id="1867" r:id="rId1805"/>
    <p:sldId id="3782" r:id="rId1806"/>
    <p:sldId id="1868" r:id="rId1807"/>
    <p:sldId id="1869" r:id="rId1808"/>
    <p:sldId id="1870" r:id="rId1809"/>
    <p:sldId id="1871" r:id="rId1810"/>
    <p:sldId id="1872" r:id="rId1811"/>
    <p:sldId id="1873" r:id="rId1812"/>
    <p:sldId id="1874" r:id="rId1813"/>
    <p:sldId id="3783" r:id="rId1814"/>
    <p:sldId id="1875" r:id="rId1815"/>
    <p:sldId id="3785" r:id="rId1816"/>
    <p:sldId id="1876" r:id="rId1817"/>
    <p:sldId id="3786" r:id="rId1818"/>
    <p:sldId id="1877" r:id="rId1819"/>
    <p:sldId id="1878" r:id="rId1820"/>
    <p:sldId id="3787" r:id="rId1821"/>
    <p:sldId id="3788" r:id="rId1822"/>
    <p:sldId id="1879" r:id="rId1823"/>
    <p:sldId id="1880" r:id="rId1824"/>
    <p:sldId id="1881" r:id="rId1825"/>
    <p:sldId id="1882" r:id="rId1826"/>
    <p:sldId id="1883" r:id="rId1827"/>
    <p:sldId id="1884" r:id="rId1828"/>
    <p:sldId id="1885" r:id="rId1829"/>
    <p:sldId id="1886" r:id="rId1830"/>
    <p:sldId id="1887" r:id="rId1831"/>
    <p:sldId id="1888" r:id="rId1832"/>
    <p:sldId id="1889" r:id="rId1833"/>
    <p:sldId id="1890" r:id="rId1834"/>
    <p:sldId id="1891" r:id="rId1835"/>
    <p:sldId id="1892" r:id="rId1836"/>
    <p:sldId id="1893" r:id="rId1837"/>
    <p:sldId id="1894" r:id="rId1838"/>
    <p:sldId id="1895" r:id="rId1839"/>
    <p:sldId id="1896" r:id="rId1840"/>
    <p:sldId id="1897" r:id="rId1841"/>
    <p:sldId id="1899" r:id="rId1842"/>
    <p:sldId id="1900" r:id="rId1843"/>
    <p:sldId id="3789" r:id="rId1844"/>
    <p:sldId id="1902" r:id="rId1845"/>
    <p:sldId id="1903" r:id="rId1846"/>
    <p:sldId id="1905" r:id="rId1847"/>
    <p:sldId id="1907" r:id="rId1848"/>
    <p:sldId id="1908" r:id="rId1849"/>
    <p:sldId id="1909" r:id="rId1850"/>
    <p:sldId id="3290" r:id="rId1851"/>
    <p:sldId id="1910" r:id="rId1852"/>
    <p:sldId id="1911" r:id="rId1853"/>
    <p:sldId id="1912" r:id="rId1854"/>
    <p:sldId id="1913" r:id="rId1855"/>
    <p:sldId id="3790" r:id="rId1856"/>
    <p:sldId id="1914" r:id="rId1857"/>
    <p:sldId id="3791" r:id="rId1858"/>
    <p:sldId id="1915" r:id="rId1859"/>
    <p:sldId id="3792" r:id="rId1860"/>
    <p:sldId id="1916" r:id="rId1861"/>
    <p:sldId id="3291" r:id="rId1862"/>
    <p:sldId id="1917" r:id="rId1863"/>
    <p:sldId id="1918" r:id="rId1864"/>
    <p:sldId id="1919" r:id="rId1865"/>
    <p:sldId id="1920" r:id="rId1866"/>
    <p:sldId id="1921" r:id="rId1867"/>
    <p:sldId id="1922" r:id="rId1868"/>
    <p:sldId id="1923" r:id="rId1869"/>
    <p:sldId id="1924" r:id="rId1870"/>
    <p:sldId id="1925" r:id="rId1871"/>
    <p:sldId id="3793" r:id="rId1872"/>
    <p:sldId id="1926" r:id="rId1873"/>
    <p:sldId id="3794" r:id="rId1874"/>
    <p:sldId id="1927" r:id="rId1875"/>
    <p:sldId id="3795" r:id="rId1876"/>
    <p:sldId id="1928" r:id="rId1877"/>
    <p:sldId id="1929" r:id="rId1878"/>
    <p:sldId id="1930" r:id="rId1879"/>
    <p:sldId id="1931" r:id="rId1880"/>
    <p:sldId id="1932" r:id="rId1881"/>
    <p:sldId id="1933" r:id="rId1882"/>
    <p:sldId id="3796" r:id="rId1883"/>
    <p:sldId id="1934" r:id="rId1884"/>
    <p:sldId id="1935" r:id="rId1885"/>
    <p:sldId id="1936" r:id="rId1886"/>
    <p:sldId id="1937" r:id="rId1887"/>
    <p:sldId id="3797" r:id="rId1888"/>
    <p:sldId id="1938" r:id="rId1889"/>
    <p:sldId id="3798" r:id="rId1890"/>
    <p:sldId id="1939" r:id="rId1891"/>
    <p:sldId id="1940" r:id="rId1892"/>
    <p:sldId id="1941" r:id="rId1893"/>
    <p:sldId id="3799" r:id="rId1894"/>
    <p:sldId id="1942" r:id="rId1895"/>
    <p:sldId id="3800" r:id="rId1896"/>
    <p:sldId id="1943" r:id="rId1897"/>
    <p:sldId id="1944" r:id="rId1898"/>
    <p:sldId id="3801" r:id="rId1899"/>
    <p:sldId id="1945" r:id="rId1900"/>
    <p:sldId id="3802" r:id="rId1901"/>
    <p:sldId id="1946" r:id="rId1902"/>
    <p:sldId id="3803" r:id="rId1903"/>
    <p:sldId id="1947" r:id="rId1904"/>
    <p:sldId id="1948" r:id="rId1905"/>
    <p:sldId id="1949" r:id="rId1906"/>
    <p:sldId id="1950" r:id="rId1907"/>
    <p:sldId id="1951" r:id="rId1908"/>
    <p:sldId id="1952" r:id="rId1909"/>
    <p:sldId id="1953" r:id="rId1910"/>
    <p:sldId id="3804" r:id="rId1911"/>
    <p:sldId id="1954" r:id="rId1912"/>
    <p:sldId id="3805" r:id="rId1913"/>
    <p:sldId id="1955" r:id="rId1914"/>
    <p:sldId id="3806" r:id="rId1915"/>
    <p:sldId id="1956" r:id="rId1916"/>
    <p:sldId id="1957" r:id="rId1917"/>
    <p:sldId id="1958" r:id="rId1918"/>
    <p:sldId id="1959" r:id="rId1919"/>
    <p:sldId id="1960" r:id="rId1920"/>
    <p:sldId id="1961" r:id="rId1921"/>
    <p:sldId id="1962" r:id="rId1922"/>
    <p:sldId id="3807" r:id="rId1923"/>
    <p:sldId id="1963" r:id="rId1924"/>
    <p:sldId id="3808" r:id="rId1925"/>
    <p:sldId id="1964" r:id="rId1926"/>
    <p:sldId id="3809" r:id="rId1927"/>
    <p:sldId id="1965" r:id="rId1928"/>
    <p:sldId id="3810" r:id="rId1929"/>
    <p:sldId id="1966" r:id="rId1930"/>
    <p:sldId id="1967" r:id="rId1931"/>
    <p:sldId id="1968" r:id="rId1932"/>
    <p:sldId id="1969" r:id="rId1933"/>
    <p:sldId id="1970" r:id="rId1934"/>
    <p:sldId id="1971" r:id="rId1935"/>
    <p:sldId id="1972" r:id="rId1936"/>
    <p:sldId id="3811" r:id="rId1937"/>
    <p:sldId id="3812" r:id="rId1938"/>
    <p:sldId id="3813" r:id="rId1939"/>
    <p:sldId id="1973" r:id="rId1940"/>
    <p:sldId id="1974" r:id="rId1941"/>
    <p:sldId id="1975" r:id="rId1942"/>
    <p:sldId id="1976" r:id="rId1943"/>
    <p:sldId id="1977" r:id="rId1944"/>
    <p:sldId id="1978" r:id="rId1945"/>
    <p:sldId id="1979" r:id="rId1946"/>
    <p:sldId id="1980" r:id="rId1947"/>
    <p:sldId id="1981" r:id="rId1948"/>
    <p:sldId id="1982" r:id="rId1949"/>
    <p:sldId id="1983" r:id="rId1950"/>
    <p:sldId id="1984" r:id="rId1951"/>
    <p:sldId id="1985" r:id="rId1952"/>
    <p:sldId id="1986" r:id="rId1953"/>
    <p:sldId id="1987" r:id="rId1954"/>
    <p:sldId id="1988" r:id="rId1955"/>
    <p:sldId id="1989" r:id="rId1956"/>
    <p:sldId id="1990" r:id="rId1957"/>
    <p:sldId id="1991" r:id="rId1958"/>
    <p:sldId id="3814" r:id="rId1959"/>
    <p:sldId id="1992" r:id="rId1960"/>
    <p:sldId id="3815" r:id="rId1961"/>
    <p:sldId id="1993" r:id="rId1962"/>
    <p:sldId id="3816" r:id="rId1963"/>
    <p:sldId id="1994" r:id="rId1964"/>
    <p:sldId id="1995" r:id="rId1965"/>
    <p:sldId id="3819" r:id="rId1966"/>
    <p:sldId id="1996" r:id="rId1967"/>
    <p:sldId id="3820" r:id="rId1968"/>
    <p:sldId id="3817" r:id="rId1969"/>
    <p:sldId id="3821" r:id="rId1970"/>
    <p:sldId id="1997" r:id="rId1971"/>
    <p:sldId id="3822" r:id="rId1972"/>
    <p:sldId id="3818" r:id="rId1973"/>
    <p:sldId id="3823" r:id="rId1974"/>
    <p:sldId id="1998" r:id="rId1975"/>
    <p:sldId id="1999" r:id="rId1976"/>
    <p:sldId id="2000" r:id="rId1977"/>
    <p:sldId id="2001" r:id="rId1978"/>
    <p:sldId id="2002" r:id="rId1979"/>
    <p:sldId id="2003" r:id="rId1980"/>
    <p:sldId id="2004" r:id="rId1981"/>
    <p:sldId id="2005" r:id="rId1982"/>
    <p:sldId id="2006" r:id="rId1983"/>
    <p:sldId id="2007" r:id="rId1984"/>
    <p:sldId id="2008" r:id="rId1985"/>
    <p:sldId id="2009" r:id="rId1986"/>
    <p:sldId id="2010" r:id="rId1987"/>
    <p:sldId id="2011" r:id="rId1988"/>
    <p:sldId id="3824" r:id="rId1989"/>
    <p:sldId id="2012" r:id="rId1990"/>
    <p:sldId id="2013" r:id="rId1991"/>
    <p:sldId id="2014" r:id="rId1992"/>
    <p:sldId id="2015" r:id="rId1993"/>
    <p:sldId id="2016" r:id="rId1994"/>
    <p:sldId id="2017" r:id="rId1995"/>
    <p:sldId id="2018" r:id="rId1996"/>
    <p:sldId id="2019" r:id="rId1997"/>
    <p:sldId id="2020" r:id="rId1998"/>
    <p:sldId id="2021" r:id="rId1999"/>
    <p:sldId id="2022" r:id="rId2000"/>
    <p:sldId id="2023" r:id="rId2001"/>
    <p:sldId id="2024" r:id="rId2002"/>
    <p:sldId id="2025" r:id="rId2003"/>
    <p:sldId id="2026" r:id="rId2004"/>
    <p:sldId id="2027" r:id="rId2005"/>
    <p:sldId id="2028" r:id="rId2006"/>
    <p:sldId id="2029" r:id="rId2007"/>
    <p:sldId id="2030" r:id="rId2008"/>
    <p:sldId id="2031" r:id="rId2009"/>
    <p:sldId id="2032" r:id="rId2010"/>
    <p:sldId id="2033" r:id="rId2011"/>
    <p:sldId id="2034" r:id="rId2012"/>
    <p:sldId id="3825" r:id="rId2013"/>
    <p:sldId id="2035" r:id="rId2014"/>
    <p:sldId id="3826" r:id="rId2015"/>
    <p:sldId id="2036" r:id="rId2016"/>
    <p:sldId id="3827" r:id="rId2017"/>
    <p:sldId id="2037" r:id="rId2018"/>
    <p:sldId id="2038" r:id="rId2019"/>
    <p:sldId id="2039" r:id="rId2020"/>
    <p:sldId id="2040" r:id="rId2021"/>
    <p:sldId id="2041" r:id="rId2022"/>
    <p:sldId id="2042" r:id="rId2023"/>
    <p:sldId id="2043" r:id="rId2024"/>
    <p:sldId id="2044" r:id="rId2025"/>
    <p:sldId id="2045" r:id="rId2026"/>
    <p:sldId id="2047" r:id="rId2027"/>
    <p:sldId id="3828" r:id="rId2028"/>
    <p:sldId id="2049" r:id="rId2029"/>
    <p:sldId id="2050" r:id="rId2030"/>
    <p:sldId id="2052" r:id="rId2031"/>
    <p:sldId id="2054" r:id="rId2032"/>
    <p:sldId id="2056" r:id="rId2033"/>
    <p:sldId id="2057" r:id="rId2034"/>
    <p:sldId id="2058" r:id="rId2035"/>
    <p:sldId id="2059" r:id="rId2036"/>
    <p:sldId id="2060" r:id="rId2037"/>
    <p:sldId id="2061" r:id="rId2038"/>
    <p:sldId id="2062" r:id="rId2039"/>
    <p:sldId id="2063" r:id="rId2040"/>
    <p:sldId id="2064" r:id="rId2041"/>
    <p:sldId id="2065" r:id="rId2042"/>
    <p:sldId id="2066" r:id="rId2043"/>
    <p:sldId id="2068" r:id="rId2044"/>
    <p:sldId id="2069" r:id="rId2045"/>
    <p:sldId id="2070" r:id="rId2046"/>
    <p:sldId id="2071" r:id="rId2047"/>
    <p:sldId id="2072" r:id="rId2048"/>
    <p:sldId id="2073" r:id="rId2049"/>
    <p:sldId id="2074" r:id="rId2050"/>
    <p:sldId id="2075" r:id="rId2051"/>
    <p:sldId id="2076" r:id="rId2052"/>
    <p:sldId id="2077" r:id="rId2053"/>
    <p:sldId id="2078" r:id="rId2054"/>
    <p:sldId id="2079" r:id="rId2055"/>
    <p:sldId id="2080" r:id="rId2056"/>
    <p:sldId id="2081" r:id="rId2057"/>
    <p:sldId id="2083" r:id="rId2058"/>
    <p:sldId id="2085" r:id="rId2059"/>
    <p:sldId id="2087" r:id="rId2060"/>
    <p:sldId id="2088" r:id="rId2061"/>
    <p:sldId id="3292" r:id="rId2062"/>
    <p:sldId id="2089" r:id="rId2063"/>
    <p:sldId id="2090" r:id="rId2064"/>
    <p:sldId id="2091" r:id="rId2065"/>
    <p:sldId id="2092" r:id="rId2066"/>
    <p:sldId id="2093" r:id="rId2067"/>
    <p:sldId id="2094" r:id="rId2068"/>
    <p:sldId id="2095" r:id="rId2069"/>
    <p:sldId id="2096" r:id="rId2070"/>
    <p:sldId id="3829" r:id="rId2071"/>
    <p:sldId id="2097" r:id="rId2072"/>
    <p:sldId id="3830" r:id="rId2073"/>
    <p:sldId id="2098" r:id="rId2074"/>
    <p:sldId id="2099" r:id="rId2075"/>
    <p:sldId id="3831" r:id="rId2076"/>
    <p:sldId id="2100" r:id="rId2077"/>
    <p:sldId id="3832" r:id="rId2078"/>
    <p:sldId id="2101" r:id="rId2079"/>
    <p:sldId id="3834" r:id="rId2080"/>
    <p:sldId id="2102" r:id="rId2081"/>
    <p:sldId id="3835" r:id="rId2082"/>
    <p:sldId id="2103" r:id="rId2083"/>
    <p:sldId id="2104" r:id="rId2084"/>
    <p:sldId id="3836" r:id="rId2085"/>
    <p:sldId id="2105" r:id="rId2086"/>
    <p:sldId id="3837" r:id="rId2087"/>
    <p:sldId id="2106" r:id="rId2088"/>
    <p:sldId id="3838" r:id="rId2089"/>
    <p:sldId id="2107" r:id="rId2090"/>
    <p:sldId id="3839" r:id="rId2091"/>
    <p:sldId id="2108" r:id="rId2092"/>
    <p:sldId id="3840" r:id="rId2093"/>
    <p:sldId id="2109" r:id="rId2094"/>
    <p:sldId id="2110" r:id="rId2095"/>
    <p:sldId id="3841" r:id="rId2096"/>
    <p:sldId id="2111" r:id="rId2097"/>
    <p:sldId id="3842" r:id="rId2098"/>
    <p:sldId id="2112" r:id="rId2099"/>
    <p:sldId id="2113" r:id="rId2100"/>
    <p:sldId id="2114" r:id="rId2101"/>
    <p:sldId id="3843" r:id="rId2102"/>
    <p:sldId id="2116" r:id="rId2103"/>
    <p:sldId id="2117" r:id="rId2104"/>
    <p:sldId id="2118" r:id="rId2105"/>
    <p:sldId id="2119" r:id="rId2106"/>
    <p:sldId id="2120" r:id="rId2107"/>
    <p:sldId id="2121" r:id="rId2108"/>
    <p:sldId id="2122" r:id="rId2109"/>
    <p:sldId id="2123" r:id="rId2110"/>
    <p:sldId id="2124" r:id="rId2111"/>
    <p:sldId id="2125" r:id="rId2112"/>
    <p:sldId id="2126" r:id="rId2113"/>
    <p:sldId id="2127" r:id="rId2114"/>
    <p:sldId id="2128" r:id="rId2115"/>
    <p:sldId id="2129" r:id="rId2116"/>
    <p:sldId id="2130" r:id="rId2117"/>
    <p:sldId id="2131" r:id="rId2118"/>
    <p:sldId id="2132" r:id="rId2119"/>
    <p:sldId id="2133" r:id="rId2120"/>
    <p:sldId id="2134" r:id="rId2121"/>
    <p:sldId id="2135" r:id="rId2122"/>
    <p:sldId id="2136" r:id="rId2123"/>
    <p:sldId id="2137" r:id="rId2124"/>
    <p:sldId id="2138" r:id="rId2125"/>
    <p:sldId id="2139" r:id="rId2126"/>
    <p:sldId id="2140" r:id="rId2127"/>
    <p:sldId id="2141" r:id="rId2128"/>
    <p:sldId id="2142" r:id="rId2129"/>
    <p:sldId id="2143" r:id="rId2130"/>
    <p:sldId id="2144" r:id="rId2131"/>
    <p:sldId id="2145" r:id="rId2132"/>
    <p:sldId id="2146" r:id="rId2133"/>
    <p:sldId id="2147" r:id="rId2134"/>
    <p:sldId id="2148" r:id="rId2135"/>
    <p:sldId id="2149" r:id="rId2136"/>
    <p:sldId id="2150" r:id="rId2137"/>
    <p:sldId id="2151" r:id="rId2138"/>
    <p:sldId id="2152" r:id="rId2139"/>
    <p:sldId id="2153" r:id="rId2140"/>
    <p:sldId id="2154" r:id="rId2141"/>
    <p:sldId id="2155" r:id="rId2142"/>
    <p:sldId id="2156" r:id="rId2143"/>
    <p:sldId id="2157" r:id="rId2144"/>
    <p:sldId id="2158" r:id="rId2145"/>
    <p:sldId id="2159" r:id="rId2146"/>
    <p:sldId id="2160" r:id="rId2147"/>
    <p:sldId id="2161" r:id="rId2148"/>
    <p:sldId id="2162" r:id="rId2149"/>
    <p:sldId id="2163" r:id="rId2150"/>
    <p:sldId id="2164" r:id="rId2151"/>
    <p:sldId id="2165" r:id="rId2152"/>
    <p:sldId id="2166" r:id="rId2153"/>
    <p:sldId id="2167" r:id="rId2154"/>
    <p:sldId id="2168" r:id="rId2155"/>
    <p:sldId id="2169" r:id="rId2156"/>
    <p:sldId id="2170" r:id="rId2157"/>
    <p:sldId id="2171" r:id="rId2158"/>
    <p:sldId id="2172" r:id="rId2159"/>
    <p:sldId id="2173" r:id="rId2160"/>
    <p:sldId id="2174" r:id="rId2161"/>
    <p:sldId id="2175" r:id="rId2162"/>
    <p:sldId id="2176" r:id="rId2163"/>
    <p:sldId id="2177" r:id="rId2164"/>
    <p:sldId id="2178" r:id="rId2165"/>
    <p:sldId id="2179" r:id="rId2166"/>
    <p:sldId id="2180" r:id="rId2167"/>
    <p:sldId id="2181" r:id="rId2168"/>
    <p:sldId id="2182" r:id="rId2169"/>
    <p:sldId id="2183" r:id="rId2170"/>
    <p:sldId id="2184" r:id="rId2171"/>
    <p:sldId id="2185" r:id="rId2172"/>
    <p:sldId id="2186" r:id="rId2173"/>
    <p:sldId id="2187" r:id="rId2174"/>
    <p:sldId id="2188" r:id="rId2175"/>
    <p:sldId id="2189" r:id="rId2176"/>
    <p:sldId id="2190" r:id="rId2177"/>
    <p:sldId id="2191" r:id="rId2178"/>
    <p:sldId id="2192" r:id="rId2179"/>
    <p:sldId id="2193" r:id="rId2180"/>
    <p:sldId id="2194" r:id="rId2181"/>
    <p:sldId id="2195" r:id="rId2182"/>
    <p:sldId id="2196" r:id="rId2183"/>
    <p:sldId id="2197" r:id="rId2184"/>
    <p:sldId id="2198" r:id="rId2185"/>
    <p:sldId id="2199" r:id="rId2186"/>
    <p:sldId id="2200" r:id="rId2187"/>
    <p:sldId id="3293" r:id="rId2188"/>
    <p:sldId id="2201" r:id="rId2189"/>
    <p:sldId id="2202" r:id="rId2190"/>
    <p:sldId id="2203" r:id="rId2191"/>
    <p:sldId id="2204" r:id="rId2192"/>
    <p:sldId id="2205" r:id="rId2193"/>
    <p:sldId id="2206" r:id="rId2194"/>
    <p:sldId id="2207" r:id="rId2195"/>
    <p:sldId id="2208" r:id="rId2196"/>
    <p:sldId id="2209" r:id="rId2197"/>
    <p:sldId id="2210" r:id="rId2198"/>
    <p:sldId id="2211" r:id="rId2199"/>
    <p:sldId id="2212" r:id="rId2200"/>
    <p:sldId id="2213" r:id="rId2201"/>
    <p:sldId id="2214" r:id="rId2202"/>
    <p:sldId id="2215" r:id="rId2203"/>
    <p:sldId id="2216" r:id="rId2204"/>
    <p:sldId id="2217" r:id="rId2205"/>
    <p:sldId id="2218" r:id="rId2206"/>
    <p:sldId id="2219" r:id="rId2207"/>
    <p:sldId id="2220" r:id="rId2208"/>
    <p:sldId id="2221" r:id="rId2209"/>
    <p:sldId id="2222" r:id="rId2210"/>
    <p:sldId id="2223" r:id="rId2211"/>
    <p:sldId id="2224" r:id="rId2212"/>
    <p:sldId id="2225" r:id="rId2213"/>
    <p:sldId id="2226" r:id="rId2214"/>
    <p:sldId id="2227" r:id="rId2215"/>
    <p:sldId id="2229" r:id="rId2216"/>
    <p:sldId id="2230" r:id="rId2217"/>
    <p:sldId id="2231" r:id="rId2218"/>
    <p:sldId id="2232" r:id="rId2219"/>
    <p:sldId id="2233" r:id="rId2220"/>
    <p:sldId id="2235" r:id="rId2221"/>
    <p:sldId id="2234" r:id="rId2222"/>
    <p:sldId id="3849" r:id="rId2223"/>
    <p:sldId id="2236" r:id="rId2224"/>
    <p:sldId id="2237" r:id="rId2225"/>
    <p:sldId id="2238" r:id="rId2226"/>
    <p:sldId id="2239" r:id="rId2227"/>
    <p:sldId id="2240" r:id="rId2228"/>
    <p:sldId id="2241" r:id="rId2229"/>
    <p:sldId id="2242" r:id="rId2230"/>
    <p:sldId id="2243" r:id="rId2231"/>
    <p:sldId id="2244" r:id="rId2232"/>
    <p:sldId id="2245" r:id="rId2233"/>
    <p:sldId id="2246" r:id="rId2234"/>
    <p:sldId id="2247" r:id="rId2235"/>
    <p:sldId id="2248" r:id="rId2236"/>
    <p:sldId id="2249" r:id="rId2237"/>
    <p:sldId id="2250" r:id="rId2238"/>
    <p:sldId id="2251" r:id="rId2239"/>
    <p:sldId id="2252" r:id="rId2240"/>
    <p:sldId id="2253" r:id="rId2241"/>
    <p:sldId id="2254" r:id="rId2242"/>
    <p:sldId id="2255" r:id="rId2243"/>
    <p:sldId id="2256" r:id="rId2244"/>
    <p:sldId id="2257" r:id="rId2245"/>
    <p:sldId id="2258" r:id="rId2246"/>
    <p:sldId id="2259" r:id="rId2247"/>
    <p:sldId id="2260" r:id="rId2248"/>
    <p:sldId id="2261" r:id="rId2249"/>
    <p:sldId id="2262" r:id="rId2250"/>
    <p:sldId id="2263" r:id="rId2251"/>
    <p:sldId id="2264" r:id="rId2252"/>
    <p:sldId id="2265" r:id="rId2253"/>
    <p:sldId id="2266" r:id="rId2254"/>
    <p:sldId id="2267" r:id="rId2255"/>
    <p:sldId id="2268" r:id="rId2256"/>
    <p:sldId id="2269" r:id="rId2257"/>
    <p:sldId id="2270" r:id="rId2258"/>
    <p:sldId id="2271" r:id="rId2259"/>
    <p:sldId id="2272" r:id="rId2260"/>
    <p:sldId id="2273" r:id="rId2261"/>
    <p:sldId id="2274" r:id="rId2262"/>
    <p:sldId id="2275" r:id="rId2263"/>
    <p:sldId id="2276" r:id="rId2264"/>
    <p:sldId id="2277" r:id="rId2265"/>
    <p:sldId id="2278" r:id="rId2266"/>
    <p:sldId id="2279" r:id="rId2267"/>
    <p:sldId id="2280" r:id="rId2268"/>
    <p:sldId id="2282" r:id="rId2269"/>
    <p:sldId id="2283" r:id="rId2270"/>
    <p:sldId id="2284" r:id="rId2271"/>
    <p:sldId id="2285" r:id="rId2272"/>
    <p:sldId id="3850" r:id="rId2273"/>
    <p:sldId id="3851" r:id="rId2274"/>
    <p:sldId id="3852" r:id="rId2275"/>
    <p:sldId id="3853" r:id="rId2276"/>
    <p:sldId id="3854" r:id="rId2277"/>
    <p:sldId id="3855" r:id="rId22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827" Type="http://schemas.openxmlformats.org/officeDocument/2006/relationships/slide" Target="slides/slide1826.xml"/><Relationship Id="rId170" Type="http://schemas.openxmlformats.org/officeDocument/2006/relationships/slide" Target="slides/slide169.xml"/><Relationship Id="rId987" Type="http://schemas.openxmlformats.org/officeDocument/2006/relationships/slide" Target="slides/slide986.xml"/><Relationship Id="rId847" Type="http://schemas.openxmlformats.org/officeDocument/2006/relationships/slide" Target="slides/slide846.xml"/><Relationship Id="rId1477" Type="http://schemas.openxmlformats.org/officeDocument/2006/relationships/slide" Target="slides/slide1476.xml"/><Relationship Id="rId1684" Type="http://schemas.openxmlformats.org/officeDocument/2006/relationships/slide" Target="slides/slide1683.xml"/><Relationship Id="rId1891" Type="http://schemas.openxmlformats.org/officeDocument/2006/relationships/slide" Target="slides/slide1890.xml"/><Relationship Id="rId707" Type="http://schemas.openxmlformats.org/officeDocument/2006/relationships/slide" Target="slides/slide706.xml"/><Relationship Id="rId914" Type="http://schemas.openxmlformats.org/officeDocument/2006/relationships/slide" Target="slides/slide913.xml"/><Relationship Id="rId1337" Type="http://schemas.openxmlformats.org/officeDocument/2006/relationships/slide" Target="slides/slide1336.xml"/><Relationship Id="rId1544" Type="http://schemas.openxmlformats.org/officeDocument/2006/relationships/slide" Target="slides/slide1543.xml"/><Relationship Id="rId1751" Type="http://schemas.openxmlformats.org/officeDocument/2006/relationships/slide" Target="slides/slide1750.xml"/><Relationship Id="rId43" Type="http://schemas.openxmlformats.org/officeDocument/2006/relationships/slide" Target="slides/slide42.xml"/><Relationship Id="rId1404" Type="http://schemas.openxmlformats.org/officeDocument/2006/relationships/slide" Target="slides/slide1403.xml"/><Relationship Id="rId1611" Type="http://schemas.openxmlformats.org/officeDocument/2006/relationships/slide" Target="slides/slide1610.xml"/><Relationship Id="rId497" Type="http://schemas.openxmlformats.org/officeDocument/2006/relationships/slide" Target="slides/slide496.xml"/><Relationship Id="rId2178" Type="http://schemas.openxmlformats.org/officeDocument/2006/relationships/slide" Target="slides/slide2177.xml"/><Relationship Id="rId357" Type="http://schemas.openxmlformats.org/officeDocument/2006/relationships/slide" Target="slides/slide356.xml"/><Relationship Id="rId1194" Type="http://schemas.openxmlformats.org/officeDocument/2006/relationships/slide" Target="slides/slide1193.xml"/><Relationship Id="rId2038" Type="http://schemas.openxmlformats.org/officeDocument/2006/relationships/slide" Target="slides/slide2037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771" Type="http://schemas.openxmlformats.org/officeDocument/2006/relationships/slide" Target="slides/slide770.xml"/><Relationship Id="rId2245" Type="http://schemas.openxmlformats.org/officeDocument/2006/relationships/slide" Target="slides/slide2244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1054" Type="http://schemas.openxmlformats.org/officeDocument/2006/relationships/slide" Target="slides/slide1053.xml"/><Relationship Id="rId1261" Type="http://schemas.openxmlformats.org/officeDocument/2006/relationships/slide" Target="slides/slide1260.xml"/><Relationship Id="rId2105" Type="http://schemas.openxmlformats.org/officeDocument/2006/relationships/slide" Target="slides/slide2104.xml"/><Relationship Id="rId1121" Type="http://schemas.openxmlformats.org/officeDocument/2006/relationships/slide" Target="slides/slide1120.xml"/><Relationship Id="rId1938" Type="http://schemas.openxmlformats.org/officeDocument/2006/relationships/slide" Target="slides/slide1937.xml"/><Relationship Id="rId281" Type="http://schemas.openxmlformats.org/officeDocument/2006/relationships/slide" Target="slides/slide280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958" Type="http://schemas.openxmlformats.org/officeDocument/2006/relationships/slide" Target="slides/slide957.xml"/><Relationship Id="rId1588" Type="http://schemas.openxmlformats.org/officeDocument/2006/relationships/slide" Target="slides/slide1587.xml"/><Relationship Id="rId1795" Type="http://schemas.openxmlformats.org/officeDocument/2006/relationships/slide" Target="slides/slide1794.xml"/><Relationship Id="rId87" Type="http://schemas.openxmlformats.org/officeDocument/2006/relationships/slide" Target="slides/slide86.xml"/><Relationship Id="rId818" Type="http://schemas.openxmlformats.org/officeDocument/2006/relationships/slide" Target="slides/slide817.xml"/><Relationship Id="rId1448" Type="http://schemas.openxmlformats.org/officeDocument/2006/relationships/slide" Target="slides/slide1447.xml"/><Relationship Id="rId1655" Type="http://schemas.openxmlformats.org/officeDocument/2006/relationships/slide" Target="slides/slide1654.xml"/><Relationship Id="rId1308" Type="http://schemas.openxmlformats.org/officeDocument/2006/relationships/slide" Target="slides/slide1307.xml"/><Relationship Id="rId1862" Type="http://schemas.openxmlformats.org/officeDocument/2006/relationships/slide" Target="slides/slide1861.xml"/><Relationship Id="rId1515" Type="http://schemas.openxmlformats.org/officeDocument/2006/relationships/slide" Target="slides/slide1514.xml"/><Relationship Id="rId1722" Type="http://schemas.openxmlformats.org/officeDocument/2006/relationships/slide" Target="slides/slide1721.xml"/><Relationship Id="rId14" Type="http://schemas.openxmlformats.org/officeDocument/2006/relationships/slide" Target="slides/slide13.xml"/><Relationship Id="rId468" Type="http://schemas.openxmlformats.org/officeDocument/2006/relationships/slide" Target="slides/slide467.xml"/><Relationship Id="rId675" Type="http://schemas.openxmlformats.org/officeDocument/2006/relationships/slide" Target="slides/slide674.xml"/><Relationship Id="rId882" Type="http://schemas.openxmlformats.org/officeDocument/2006/relationships/slide" Target="slides/slide881.xml"/><Relationship Id="rId1098" Type="http://schemas.openxmlformats.org/officeDocument/2006/relationships/slide" Target="slides/slide1097.xml"/><Relationship Id="rId2149" Type="http://schemas.openxmlformats.org/officeDocument/2006/relationships/slide" Target="slides/slide2148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742" Type="http://schemas.openxmlformats.org/officeDocument/2006/relationships/slide" Target="slides/slide741.xml"/><Relationship Id="rId1165" Type="http://schemas.openxmlformats.org/officeDocument/2006/relationships/slide" Target="slides/slide1164.xml"/><Relationship Id="rId1372" Type="http://schemas.openxmlformats.org/officeDocument/2006/relationships/slide" Target="slides/slide1371.xml"/><Relationship Id="rId2009" Type="http://schemas.openxmlformats.org/officeDocument/2006/relationships/slide" Target="slides/slide2008.xml"/><Relationship Id="rId2216" Type="http://schemas.openxmlformats.org/officeDocument/2006/relationships/slide" Target="slides/slide2215.xml"/><Relationship Id="rId602" Type="http://schemas.openxmlformats.org/officeDocument/2006/relationships/slide" Target="slides/slide601.xml"/><Relationship Id="rId1025" Type="http://schemas.openxmlformats.org/officeDocument/2006/relationships/slide" Target="slides/slide1024.xml"/><Relationship Id="rId1232" Type="http://schemas.openxmlformats.org/officeDocument/2006/relationships/slide" Target="slides/slide1231.xml"/><Relationship Id="rId185" Type="http://schemas.openxmlformats.org/officeDocument/2006/relationships/slide" Target="slides/slide184.xml"/><Relationship Id="rId1909" Type="http://schemas.openxmlformats.org/officeDocument/2006/relationships/slide" Target="slides/slide1908.xml"/><Relationship Id="rId392" Type="http://schemas.openxmlformats.org/officeDocument/2006/relationships/slide" Target="slides/slide391.xml"/><Relationship Id="rId2073" Type="http://schemas.openxmlformats.org/officeDocument/2006/relationships/slide" Target="slides/slide2072.xml"/><Relationship Id="rId2280" Type="http://schemas.openxmlformats.org/officeDocument/2006/relationships/handoutMaster" Target="handoutMasters/handoutMaster1.xml"/><Relationship Id="rId252" Type="http://schemas.openxmlformats.org/officeDocument/2006/relationships/slide" Target="slides/slide251.xml"/><Relationship Id="rId2140" Type="http://schemas.openxmlformats.org/officeDocument/2006/relationships/slide" Target="slides/slide2139.xml"/><Relationship Id="rId112" Type="http://schemas.openxmlformats.org/officeDocument/2006/relationships/slide" Target="slides/slide111.xml"/><Relationship Id="rId1699" Type="http://schemas.openxmlformats.org/officeDocument/2006/relationships/slide" Target="slides/slide1698.xml"/><Relationship Id="rId2000" Type="http://schemas.openxmlformats.org/officeDocument/2006/relationships/slide" Target="slides/slide1999.xml"/><Relationship Id="rId929" Type="http://schemas.openxmlformats.org/officeDocument/2006/relationships/slide" Target="slides/slide928.xml"/><Relationship Id="rId1559" Type="http://schemas.openxmlformats.org/officeDocument/2006/relationships/slide" Target="slides/slide1558.xml"/><Relationship Id="rId1766" Type="http://schemas.openxmlformats.org/officeDocument/2006/relationships/slide" Target="slides/slide1765.xml"/><Relationship Id="rId1973" Type="http://schemas.openxmlformats.org/officeDocument/2006/relationships/slide" Target="slides/slide1972.xml"/><Relationship Id="rId58" Type="http://schemas.openxmlformats.org/officeDocument/2006/relationships/slide" Target="slides/slide57.xml"/><Relationship Id="rId1419" Type="http://schemas.openxmlformats.org/officeDocument/2006/relationships/slide" Target="slides/slide1418.xml"/><Relationship Id="rId1626" Type="http://schemas.openxmlformats.org/officeDocument/2006/relationships/slide" Target="slides/slide1625.xml"/><Relationship Id="rId1833" Type="http://schemas.openxmlformats.org/officeDocument/2006/relationships/slide" Target="slides/slide1832.xml"/><Relationship Id="rId1900" Type="http://schemas.openxmlformats.org/officeDocument/2006/relationships/slide" Target="slides/slide1899.xml"/><Relationship Id="rId579" Type="http://schemas.openxmlformats.org/officeDocument/2006/relationships/slide" Target="slides/slide578.xml"/><Relationship Id="rId786" Type="http://schemas.openxmlformats.org/officeDocument/2006/relationships/slide" Target="slides/slide785.xml"/><Relationship Id="rId993" Type="http://schemas.openxmlformats.org/officeDocument/2006/relationships/slide" Target="slides/slide992.xml"/><Relationship Id="rId439" Type="http://schemas.openxmlformats.org/officeDocument/2006/relationships/slide" Target="slides/slide438.xml"/><Relationship Id="rId646" Type="http://schemas.openxmlformats.org/officeDocument/2006/relationships/slide" Target="slides/slide645.xml"/><Relationship Id="rId1069" Type="http://schemas.openxmlformats.org/officeDocument/2006/relationships/slide" Target="slides/slide1068.xml"/><Relationship Id="rId1276" Type="http://schemas.openxmlformats.org/officeDocument/2006/relationships/slide" Target="slides/slide1275.xml"/><Relationship Id="rId1483" Type="http://schemas.openxmlformats.org/officeDocument/2006/relationships/slide" Target="slides/slide1482.xml"/><Relationship Id="rId506" Type="http://schemas.openxmlformats.org/officeDocument/2006/relationships/slide" Target="slides/slide505.xml"/><Relationship Id="rId853" Type="http://schemas.openxmlformats.org/officeDocument/2006/relationships/slide" Target="slides/slide852.xml"/><Relationship Id="rId1136" Type="http://schemas.openxmlformats.org/officeDocument/2006/relationships/slide" Target="slides/slide1135.xml"/><Relationship Id="rId1690" Type="http://schemas.openxmlformats.org/officeDocument/2006/relationships/slide" Target="slides/slide1689.xml"/><Relationship Id="rId713" Type="http://schemas.openxmlformats.org/officeDocument/2006/relationships/slide" Target="slides/slide712.xml"/><Relationship Id="rId920" Type="http://schemas.openxmlformats.org/officeDocument/2006/relationships/slide" Target="slides/slide919.xml"/><Relationship Id="rId1343" Type="http://schemas.openxmlformats.org/officeDocument/2006/relationships/slide" Target="slides/slide1342.xml"/><Relationship Id="rId1550" Type="http://schemas.openxmlformats.org/officeDocument/2006/relationships/slide" Target="slides/slide1549.xml"/><Relationship Id="rId1203" Type="http://schemas.openxmlformats.org/officeDocument/2006/relationships/slide" Target="slides/slide1202.xml"/><Relationship Id="rId1410" Type="http://schemas.openxmlformats.org/officeDocument/2006/relationships/slide" Target="slides/slide1409.xml"/><Relationship Id="rId296" Type="http://schemas.openxmlformats.org/officeDocument/2006/relationships/slide" Target="slides/slide295.xml"/><Relationship Id="rId2184" Type="http://schemas.openxmlformats.org/officeDocument/2006/relationships/slide" Target="slides/slide2183.xml"/><Relationship Id="rId156" Type="http://schemas.openxmlformats.org/officeDocument/2006/relationships/slide" Target="slides/slide155.xml"/><Relationship Id="rId363" Type="http://schemas.openxmlformats.org/officeDocument/2006/relationships/slide" Target="slides/slide362.xml"/><Relationship Id="rId570" Type="http://schemas.openxmlformats.org/officeDocument/2006/relationships/slide" Target="slides/slide569.xml"/><Relationship Id="rId2044" Type="http://schemas.openxmlformats.org/officeDocument/2006/relationships/slide" Target="slides/slide2043.xml"/><Relationship Id="rId2251" Type="http://schemas.openxmlformats.org/officeDocument/2006/relationships/slide" Target="slides/slide2250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1060" Type="http://schemas.openxmlformats.org/officeDocument/2006/relationships/slide" Target="slides/slide1059.xml"/><Relationship Id="rId2111" Type="http://schemas.openxmlformats.org/officeDocument/2006/relationships/slide" Target="slides/slide2110.xml"/><Relationship Id="rId1877" Type="http://schemas.openxmlformats.org/officeDocument/2006/relationships/slide" Target="slides/slide1876.xml"/><Relationship Id="rId1737" Type="http://schemas.openxmlformats.org/officeDocument/2006/relationships/slide" Target="slides/slide1736.xml"/><Relationship Id="rId1944" Type="http://schemas.openxmlformats.org/officeDocument/2006/relationships/slide" Target="slides/slide1943.xml"/><Relationship Id="rId29" Type="http://schemas.openxmlformats.org/officeDocument/2006/relationships/slide" Target="slides/slide28.xml"/><Relationship Id="rId1804" Type="http://schemas.openxmlformats.org/officeDocument/2006/relationships/slide" Target="slides/slide1803.xml"/><Relationship Id="rId897" Type="http://schemas.openxmlformats.org/officeDocument/2006/relationships/slide" Target="slides/slide896.xml"/><Relationship Id="rId757" Type="http://schemas.openxmlformats.org/officeDocument/2006/relationships/slide" Target="slides/slide756.xml"/><Relationship Id="rId964" Type="http://schemas.openxmlformats.org/officeDocument/2006/relationships/slide" Target="slides/slide963.xml"/><Relationship Id="rId1387" Type="http://schemas.openxmlformats.org/officeDocument/2006/relationships/slide" Target="slides/slide1386.xml"/><Relationship Id="rId1594" Type="http://schemas.openxmlformats.org/officeDocument/2006/relationships/slide" Target="slides/slide1593.xml"/><Relationship Id="rId93" Type="http://schemas.openxmlformats.org/officeDocument/2006/relationships/slide" Target="slides/slide92.xml"/><Relationship Id="rId617" Type="http://schemas.openxmlformats.org/officeDocument/2006/relationships/slide" Target="slides/slide616.xml"/><Relationship Id="rId824" Type="http://schemas.openxmlformats.org/officeDocument/2006/relationships/slide" Target="slides/slide823.xml"/><Relationship Id="rId1247" Type="http://schemas.openxmlformats.org/officeDocument/2006/relationships/slide" Target="slides/slide1246.xml"/><Relationship Id="rId1454" Type="http://schemas.openxmlformats.org/officeDocument/2006/relationships/slide" Target="slides/slide1453.xml"/><Relationship Id="rId1661" Type="http://schemas.openxmlformats.org/officeDocument/2006/relationships/slide" Target="slides/slide1660.xml"/><Relationship Id="rId1107" Type="http://schemas.openxmlformats.org/officeDocument/2006/relationships/slide" Target="slides/slide1106.xml"/><Relationship Id="rId1314" Type="http://schemas.openxmlformats.org/officeDocument/2006/relationships/slide" Target="slides/slide1313.xml"/><Relationship Id="rId1521" Type="http://schemas.openxmlformats.org/officeDocument/2006/relationships/slide" Target="slides/slide1520.xml"/><Relationship Id="rId20" Type="http://schemas.openxmlformats.org/officeDocument/2006/relationships/slide" Target="slides/slide19.xml"/><Relationship Id="rId2088" Type="http://schemas.openxmlformats.org/officeDocument/2006/relationships/slide" Target="slides/slide2087.xml"/><Relationship Id="rId267" Type="http://schemas.openxmlformats.org/officeDocument/2006/relationships/slide" Target="slides/slide266.xml"/><Relationship Id="rId474" Type="http://schemas.openxmlformats.org/officeDocument/2006/relationships/slide" Target="slides/slide473.xml"/><Relationship Id="rId2155" Type="http://schemas.openxmlformats.org/officeDocument/2006/relationships/slide" Target="slides/slide2154.xml"/><Relationship Id="rId127" Type="http://schemas.openxmlformats.org/officeDocument/2006/relationships/slide" Target="slides/slide126.xml"/><Relationship Id="rId681" Type="http://schemas.openxmlformats.org/officeDocument/2006/relationships/slide" Target="slides/slide680.xml"/><Relationship Id="rId779" Type="http://schemas.openxmlformats.org/officeDocument/2006/relationships/slide" Target="slides/slide778.xml"/><Relationship Id="rId986" Type="http://schemas.openxmlformats.org/officeDocument/2006/relationships/slide" Target="slides/slide985.xml"/><Relationship Id="rId334" Type="http://schemas.openxmlformats.org/officeDocument/2006/relationships/slide" Target="slides/slide333.xml"/><Relationship Id="rId541" Type="http://schemas.openxmlformats.org/officeDocument/2006/relationships/slide" Target="slides/slide540.xml"/><Relationship Id="rId639" Type="http://schemas.openxmlformats.org/officeDocument/2006/relationships/slide" Target="slides/slide638.xml"/><Relationship Id="rId1171" Type="http://schemas.openxmlformats.org/officeDocument/2006/relationships/slide" Target="slides/slide1170.xml"/><Relationship Id="rId1269" Type="http://schemas.openxmlformats.org/officeDocument/2006/relationships/slide" Target="slides/slide1268.xml"/><Relationship Id="rId1476" Type="http://schemas.openxmlformats.org/officeDocument/2006/relationships/slide" Target="slides/slide1475.xml"/><Relationship Id="rId2015" Type="http://schemas.openxmlformats.org/officeDocument/2006/relationships/slide" Target="slides/slide2014.xml"/><Relationship Id="rId2222" Type="http://schemas.openxmlformats.org/officeDocument/2006/relationships/slide" Target="slides/slide2221.xml"/><Relationship Id="rId401" Type="http://schemas.openxmlformats.org/officeDocument/2006/relationships/slide" Target="slides/slide400.xml"/><Relationship Id="rId846" Type="http://schemas.openxmlformats.org/officeDocument/2006/relationships/slide" Target="slides/slide845.xml"/><Relationship Id="rId1031" Type="http://schemas.openxmlformats.org/officeDocument/2006/relationships/slide" Target="slides/slide1030.xml"/><Relationship Id="rId1129" Type="http://schemas.openxmlformats.org/officeDocument/2006/relationships/slide" Target="slides/slide1128.xml"/><Relationship Id="rId1683" Type="http://schemas.openxmlformats.org/officeDocument/2006/relationships/slide" Target="slides/slide1682.xml"/><Relationship Id="rId1890" Type="http://schemas.openxmlformats.org/officeDocument/2006/relationships/slide" Target="slides/slide1889.xml"/><Relationship Id="rId1988" Type="http://schemas.openxmlformats.org/officeDocument/2006/relationships/slide" Target="slides/slide1987.xml"/><Relationship Id="rId706" Type="http://schemas.openxmlformats.org/officeDocument/2006/relationships/slide" Target="slides/slide705.xml"/><Relationship Id="rId913" Type="http://schemas.openxmlformats.org/officeDocument/2006/relationships/slide" Target="slides/slide912.xml"/><Relationship Id="rId1336" Type="http://schemas.openxmlformats.org/officeDocument/2006/relationships/slide" Target="slides/slide1335.xml"/><Relationship Id="rId1543" Type="http://schemas.openxmlformats.org/officeDocument/2006/relationships/slide" Target="slides/slide1542.xml"/><Relationship Id="rId1750" Type="http://schemas.openxmlformats.org/officeDocument/2006/relationships/slide" Target="slides/slide1749.xml"/><Relationship Id="rId42" Type="http://schemas.openxmlformats.org/officeDocument/2006/relationships/slide" Target="slides/slide41.xml"/><Relationship Id="rId1403" Type="http://schemas.openxmlformats.org/officeDocument/2006/relationships/slide" Target="slides/slide1402.xml"/><Relationship Id="rId1610" Type="http://schemas.openxmlformats.org/officeDocument/2006/relationships/slide" Target="slides/slide1609.xml"/><Relationship Id="rId1848" Type="http://schemas.openxmlformats.org/officeDocument/2006/relationships/slide" Target="slides/slide1847.xml"/><Relationship Id="rId191" Type="http://schemas.openxmlformats.org/officeDocument/2006/relationships/slide" Target="slides/slide190.xml"/><Relationship Id="rId1708" Type="http://schemas.openxmlformats.org/officeDocument/2006/relationships/slide" Target="slides/slide1707.xml"/><Relationship Id="rId1915" Type="http://schemas.openxmlformats.org/officeDocument/2006/relationships/slide" Target="slides/slide1914.xml"/><Relationship Id="rId289" Type="http://schemas.openxmlformats.org/officeDocument/2006/relationships/slide" Target="slides/slide288.xml"/><Relationship Id="rId496" Type="http://schemas.openxmlformats.org/officeDocument/2006/relationships/slide" Target="slides/slide495.xml"/><Relationship Id="rId2177" Type="http://schemas.openxmlformats.org/officeDocument/2006/relationships/slide" Target="slides/slide2176.xml"/><Relationship Id="rId149" Type="http://schemas.openxmlformats.org/officeDocument/2006/relationships/slide" Target="slides/slide148.xml"/><Relationship Id="rId356" Type="http://schemas.openxmlformats.org/officeDocument/2006/relationships/slide" Target="slides/slide355.xml"/><Relationship Id="rId563" Type="http://schemas.openxmlformats.org/officeDocument/2006/relationships/slide" Target="slides/slide562.xml"/><Relationship Id="rId770" Type="http://schemas.openxmlformats.org/officeDocument/2006/relationships/slide" Target="slides/slide769.xml"/><Relationship Id="rId1193" Type="http://schemas.openxmlformats.org/officeDocument/2006/relationships/slide" Target="slides/slide1192.xml"/><Relationship Id="rId2037" Type="http://schemas.openxmlformats.org/officeDocument/2006/relationships/slide" Target="slides/slide2036.xml"/><Relationship Id="rId2244" Type="http://schemas.openxmlformats.org/officeDocument/2006/relationships/slide" Target="slides/slide2243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868" Type="http://schemas.openxmlformats.org/officeDocument/2006/relationships/slide" Target="slides/slide867.xml"/><Relationship Id="rId1053" Type="http://schemas.openxmlformats.org/officeDocument/2006/relationships/slide" Target="slides/slide1052.xml"/><Relationship Id="rId1260" Type="http://schemas.openxmlformats.org/officeDocument/2006/relationships/slide" Target="slides/slide1259.xml"/><Relationship Id="rId1498" Type="http://schemas.openxmlformats.org/officeDocument/2006/relationships/slide" Target="slides/slide1497.xml"/><Relationship Id="rId2104" Type="http://schemas.openxmlformats.org/officeDocument/2006/relationships/slide" Target="slides/slide2103.xml"/><Relationship Id="rId630" Type="http://schemas.openxmlformats.org/officeDocument/2006/relationships/slide" Target="slides/slide629.xml"/><Relationship Id="rId728" Type="http://schemas.openxmlformats.org/officeDocument/2006/relationships/slide" Target="slides/slide727.xml"/><Relationship Id="rId935" Type="http://schemas.openxmlformats.org/officeDocument/2006/relationships/slide" Target="slides/slide934.xml"/><Relationship Id="rId1358" Type="http://schemas.openxmlformats.org/officeDocument/2006/relationships/slide" Target="slides/slide1357.xml"/><Relationship Id="rId1565" Type="http://schemas.openxmlformats.org/officeDocument/2006/relationships/slide" Target="slides/slide1564.xml"/><Relationship Id="rId1772" Type="http://schemas.openxmlformats.org/officeDocument/2006/relationships/slide" Target="slides/slide1771.xml"/><Relationship Id="rId64" Type="http://schemas.openxmlformats.org/officeDocument/2006/relationships/slide" Target="slides/slide63.xml"/><Relationship Id="rId1120" Type="http://schemas.openxmlformats.org/officeDocument/2006/relationships/slide" Target="slides/slide1119.xml"/><Relationship Id="rId1218" Type="http://schemas.openxmlformats.org/officeDocument/2006/relationships/slide" Target="slides/slide1217.xml"/><Relationship Id="rId1425" Type="http://schemas.openxmlformats.org/officeDocument/2006/relationships/slide" Target="slides/slide1424.xml"/><Relationship Id="rId1632" Type="http://schemas.openxmlformats.org/officeDocument/2006/relationships/slide" Target="slides/slide1631.xml"/><Relationship Id="rId1937" Type="http://schemas.openxmlformats.org/officeDocument/2006/relationships/slide" Target="slides/slide1936.xml"/><Relationship Id="rId2199" Type="http://schemas.openxmlformats.org/officeDocument/2006/relationships/slide" Target="slides/slide2198.xml"/><Relationship Id="rId280" Type="http://schemas.openxmlformats.org/officeDocument/2006/relationships/slide" Target="slides/slide279.xml"/><Relationship Id="rId140" Type="http://schemas.openxmlformats.org/officeDocument/2006/relationships/slide" Target="slides/slide139.xml"/><Relationship Id="rId378" Type="http://schemas.openxmlformats.org/officeDocument/2006/relationships/slide" Target="slides/slide377.xml"/><Relationship Id="rId585" Type="http://schemas.openxmlformats.org/officeDocument/2006/relationships/slide" Target="slides/slide584.xml"/><Relationship Id="rId792" Type="http://schemas.openxmlformats.org/officeDocument/2006/relationships/slide" Target="slides/slide791.xml"/><Relationship Id="rId2059" Type="http://schemas.openxmlformats.org/officeDocument/2006/relationships/slide" Target="slides/slide2058.xml"/><Relationship Id="rId2266" Type="http://schemas.openxmlformats.org/officeDocument/2006/relationships/slide" Target="slides/slide2265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652" Type="http://schemas.openxmlformats.org/officeDocument/2006/relationships/slide" Target="slides/slide651.xml"/><Relationship Id="rId1075" Type="http://schemas.openxmlformats.org/officeDocument/2006/relationships/slide" Target="slides/slide1074.xml"/><Relationship Id="rId1282" Type="http://schemas.openxmlformats.org/officeDocument/2006/relationships/slide" Target="slides/slide1281.xml"/><Relationship Id="rId2126" Type="http://schemas.openxmlformats.org/officeDocument/2006/relationships/slide" Target="slides/slide2125.xml"/><Relationship Id="rId305" Type="http://schemas.openxmlformats.org/officeDocument/2006/relationships/slide" Target="slides/slide304.xml"/><Relationship Id="rId512" Type="http://schemas.openxmlformats.org/officeDocument/2006/relationships/slide" Target="slides/slide511.xml"/><Relationship Id="rId957" Type="http://schemas.openxmlformats.org/officeDocument/2006/relationships/slide" Target="slides/slide956.xml"/><Relationship Id="rId1142" Type="http://schemas.openxmlformats.org/officeDocument/2006/relationships/slide" Target="slides/slide1141.xml"/><Relationship Id="rId1587" Type="http://schemas.openxmlformats.org/officeDocument/2006/relationships/slide" Target="slides/slide1586.xml"/><Relationship Id="rId1794" Type="http://schemas.openxmlformats.org/officeDocument/2006/relationships/slide" Target="slides/slide1793.xml"/><Relationship Id="rId86" Type="http://schemas.openxmlformats.org/officeDocument/2006/relationships/slide" Target="slides/slide85.xml"/><Relationship Id="rId817" Type="http://schemas.openxmlformats.org/officeDocument/2006/relationships/slide" Target="slides/slide816.xml"/><Relationship Id="rId1002" Type="http://schemas.openxmlformats.org/officeDocument/2006/relationships/slide" Target="slides/slide1001.xml"/><Relationship Id="rId1447" Type="http://schemas.openxmlformats.org/officeDocument/2006/relationships/slide" Target="slides/slide1446.xml"/><Relationship Id="rId1654" Type="http://schemas.openxmlformats.org/officeDocument/2006/relationships/slide" Target="slides/slide1653.xml"/><Relationship Id="rId1861" Type="http://schemas.openxmlformats.org/officeDocument/2006/relationships/slide" Target="slides/slide1860.xml"/><Relationship Id="rId1307" Type="http://schemas.openxmlformats.org/officeDocument/2006/relationships/slide" Target="slides/slide1306.xml"/><Relationship Id="rId1514" Type="http://schemas.openxmlformats.org/officeDocument/2006/relationships/slide" Target="slides/slide1513.xml"/><Relationship Id="rId1721" Type="http://schemas.openxmlformats.org/officeDocument/2006/relationships/slide" Target="slides/slide1720.xml"/><Relationship Id="rId1959" Type="http://schemas.openxmlformats.org/officeDocument/2006/relationships/slide" Target="slides/slide1958.xml"/><Relationship Id="rId13" Type="http://schemas.openxmlformats.org/officeDocument/2006/relationships/slide" Target="slides/slide12.xml"/><Relationship Id="rId1819" Type="http://schemas.openxmlformats.org/officeDocument/2006/relationships/slide" Target="slides/slide1818.xml"/><Relationship Id="rId2190" Type="http://schemas.openxmlformats.org/officeDocument/2006/relationships/slide" Target="slides/slide2189.xml"/><Relationship Id="rId162" Type="http://schemas.openxmlformats.org/officeDocument/2006/relationships/slide" Target="slides/slide161.xml"/><Relationship Id="rId467" Type="http://schemas.openxmlformats.org/officeDocument/2006/relationships/slide" Target="slides/slide466.xml"/><Relationship Id="rId1097" Type="http://schemas.openxmlformats.org/officeDocument/2006/relationships/slide" Target="slides/slide1096.xml"/><Relationship Id="rId2050" Type="http://schemas.openxmlformats.org/officeDocument/2006/relationships/slide" Target="slides/slide2049.xml"/><Relationship Id="rId2148" Type="http://schemas.openxmlformats.org/officeDocument/2006/relationships/slide" Target="slides/slide2147.xml"/><Relationship Id="rId674" Type="http://schemas.openxmlformats.org/officeDocument/2006/relationships/slide" Target="slides/slide673.xml"/><Relationship Id="rId881" Type="http://schemas.openxmlformats.org/officeDocument/2006/relationships/slide" Target="slides/slide880.xml"/><Relationship Id="rId979" Type="http://schemas.openxmlformats.org/officeDocument/2006/relationships/slide" Target="slides/slide978.xml"/><Relationship Id="rId327" Type="http://schemas.openxmlformats.org/officeDocument/2006/relationships/slide" Target="slides/slide326.xml"/><Relationship Id="rId534" Type="http://schemas.openxmlformats.org/officeDocument/2006/relationships/slide" Target="slides/slide533.xml"/><Relationship Id="rId741" Type="http://schemas.openxmlformats.org/officeDocument/2006/relationships/slide" Target="slides/slide740.xml"/><Relationship Id="rId839" Type="http://schemas.openxmlformats.org/officeDocument/2006/relationships/slide" Target="slides/slide838.xml"/><Relationship Id="rId1164" Type="http://schemas.openxmlformats.org/officeDocument/2006/relationships/slide" Target="slides/slide1163.xml"/><Relationship Id="rId1371" Type="http://schemas.openxmlformats.org/officeDocument/2006/relationships/slide" Target="slides/slide1370.xml"/><Relationship Id="rId1469" Type="http://schemas.openxmlformats.org/officeDocument/2006/relationships/slide" Target="slides/slide1468.xml"/><Relationship Id="rId2008" Type="http://schemas.openxmlformats.org/officeDocument/2006/relationships/slide" Target="slides/slide2007.xml"/><Relationship Id="rId2215" Type="http://schemas.openxmlformats.org/officeDocument/2006/relationships/slide" Target="slides/slide2214.xml"/><Relationship Id="rId601" Type="http://schemas.openxmlformats.org/officeDocument/2006/relationships/slide" Target="slides/slide600.xml"/><Relationship Id="rId1024" Type="http://schemas.openxmlformats.org/officeDocument/2006/relationships/slide" Target="slides/slide1023.xml"/><Relationship Id="rId1231" Type="http://schemas.openxmlformats.org/officeDocument/2006/relationships/slide" Target="slides/slide1230.xml"/><Relationship Id="rId1676" Type="http://schemas.openxmlformats.org/officeDocument/2006/relationships/slide" Target="slides/slide1675.xml"/><Relationship Id="rId1883" Type="http://schemas.openxmlformats.org/officeDocument/2006/relationships/slide" Target="slides/slide1882.xml"/><Relationship Id="rId906" Type="http://schemas.openxmlformats.org/officeDocument/2006/relationships/slide" Target="slides/slide905.xml"/><Relationship Id="rId1329" Type="http://schemas.openxmlformats.org/officeDocument/2006/relationships/slide" Target="slides/slide1328.xml"/><Relationship Id="rId1536" Type="http://schemas.openxmlformats.org/officeDocument/2006/relationships/slide" Target="slides/slide1535.xml"/><Relationship Id="rId1743" Type="http://schemas.openxmlformats.org/officeDocument/2006/relationships/slide" Target="slides/slide1742.xml"/><Relationship Id="rId1950" Type="http://schemas.openxmlformats.org/officeDocument/2006/relationships/slide" Target="slides/slide1949.xml"/><Relationship Id="rId35" Type="http://schemas.openxmlformats.org/officeDocument/2006/relationships/slide" Target="slides/slide34.xml"/><Relationship Id="rId1603" Type="http://schemas.openxmlformats.org/officeDocument/2006/relationships/slide" Target="slides/slide1602.xml"/><Relationship Id="rId1810" Type="http://schemas.openxmlformats.org/officeDocument/2006/relationships/slide" Target="slides/slide1809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1908" Type="http://schemas.openxmlformats.org/officeDocument/2006/relationships/slide" Target="slides/slide1907.xml"/><Relationship Id="rId2072" Type="http://schemas.openxmlformats.org/officeDocument/2006/relationships/slide" Target="slides/slide2071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696" Type="http://schemas.openxmlformats.org/officeDocument/2006/relationships/slide" Target="slides/slide695.xml"/><Relationship Id="rId349" Type="http://schemas.openxmlformats.org/officeDocument/2006/relationships/slide" Target="slides/slide348.xml"/><Relationship Id="rId556" Type="http://schemas.openxmlformats.org/officeDocument/2006/relationships/slide" Target="slides/slide555.xml"/><Relationship Id="rId763" Type="http://schemas.openxmlformats.org/officeDocument/2006/relationships/slide" Target="slides/slide762.xml"/><Relationship Id="rId1186" Type="http://schemas.openxmlformats.org/officeDocument/2006/relationships/slide" Target="slides/slide1185.xml"/><Relationship Id="rId1393" Type="http://schemas.openxmlformats.org/officeDocument/2006/relationships/slide" Target="slides/slide1392.xml"/><Relationship Id="rId2237" Type="http://schemas.openxmlformats.org/officeDocument/2006/relationships/slide" Target="slides/slide2236.xml"/><Relationship Id="rId111" Type="http://schemas.openxmlformats.org/officeDocument/2006/relationships/slide" Target="slides/slide110.xml"/><Relationship Id="rId209" Type="http://schemas.openxmlformats.org/officeDocument/2006/relationships/slide" Target="slides/slide208.xml"/><Relationship Id="rId416" Type="http://schemas.openxmlformats.org/officeDocument/2006/relationships/slide" Target="slides/slide415.xml"/><Relationship Id="rId970" Type="http://schemas.openxmlformats.org/officeDocument/2006/relationships/slide" Target="slides/slide969.xml"/><Relationship Id="rId1046" Type="http://schemas.openxmlformats.org/officeDocument/2006/relationships/slide" Target="slides/slide1045.xml"/><Relationship Id="rId1253" Type="http://schemas.openxmlformats.org/officeDocument/2006/relationships/slide" Target="slides/slide1252.xml"/><Relationship Id="rId1698" Type="http://schemas.openxmlformats.org/officeDocument/2006/relationships/slide" Target="slides/slide1697.xml"/><Relationship Id="rId623" Type="http://schemas.openxmlformats.org/officeDocument/2006/relationships/slide" Target="slides/slide622.xml"/><Relationship Id="rId830" Type="http://schemas.openxmlformats.org/officeDocument/2006/relationships/slide" Target="slides/slide829.xml"/><Relationship Id="rId928" Type="http://schemas.openxmlformats.org/officeDocument/2006/relationships/slide" Target="slides/slide927.xml"/><Relationship Id="rId1460" Type="http://schemas.openxmlformats.org/officeDocument/2006/relationships/slide" Target="slides/slide1459.xml"/><Relationship Id="rId1558" Type="http://schemas.openxmlformats.org/officeDocument/2006/relationships/slide" Target="slides/slide1557.xml"/><Relationship Id="rId1765" Type="http://schemas.openxmlformats.org/officeDocument/2006/relationships/slide" Target="slides/slide1764.xml"/><Relationship Id="rId57" Type="http://schemas.openxmlformats.org/officeDocument/2006/relationships/slide" Target="slides/slide56.xml"/><Relationship Id="rId1113" Type="http://schemas.openxmlformats.org/officeDocument/2006/relationships/slide" Target="slides/slide1112.xml"/><Relationship Id="rId1320" Type="http://schemas.openxmlformats.org/officeDocument/2006/relationships/slide" Target="slides/slide1319.xml"/><Relationship Id="rId1418" Type="http://schemas.openxmlformats.org/officeDocument/2006/relationships/slide" Target="slides/slide1417.xml"/><Relationship Id="rId1972" Type="http://schemas.openxmlformats.org/officeDocument/2006/relationships/slide" Target="slides/slide1971.xml"/><Relationship Id="rId1625" Type="http://schemas.openxmlformats.org/officeDocument/2006/relationships/slide" Target="slides/slide1624.xml"/><Relationship Id="rId1832" Type="http://schemas.openxmlformats.org/officeDocument/2006/relationships/slide" Target="slides/slide1831.xml"/><Relationship Id="rId2094" Type="http://schemas.openxmlformats.org/officeDocument/2006/relationships/slide" Target="slides/slide2093.xml"/><Relationship Id="rId273" Type="http://schemas.openxmlformats.org/officeDocument/2006/relationships/slide" Target="slides/slide272.xml"/><Relationship Id="rId480" Type="http://schemas.openxmlformats.org/officeDocument/2006/relationships/slide" Target="slides/slide479.xml"/><Relationship Id="rId2161" Type="http://schemas.openxmlformats.org/officeDocument/2006/relationships/slide" Target="slides/slide2160.xml"/><Relationship Id="rId133" Type="http://schemas.openxmlformats.org/officeDocument/2006/relationships/slide" Target="slides/slide132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785" Type="http://schemas.openxmlformats.org/officeDocument/2006/relationships/slide" Target="slides/slide784.xml"/><Relationship Id="rId992" Type="http://schemas.openxmlformats.org/officeDocument/2006/relationships/slide" Target="slides/slide991.xml"/><Relationship Id="rId2021" Type="http://schemas.openxmlformats.org/officeDocument/2006/relationships/slide" Target="slides/slide2020.xml"/><Relationship Id="rId2259" Type="http://schemas.openxmlformats.org/officeDocument/2006/relationships/slide" Target="slides/slide2258.xml"/><Relationship Id="rId200" Type="http://schemas.openxmlformats.org/officeDocument/2006/relationships/slide" Target="slides/slide199.xml"/><Relationship Id="rId438" Type="http://schemas.openxmlformats.org/officeDocument/2006/relationships/slide" Target="slides/slide437.xml"/><Relationship Id="rId645" Type="http://schemas.openxmlformats.org/officeDocument/2006/relationships/slide" Target="slides/slide644.xml"/><Relationship Id="rId852" Type="http://schemas.openxmlformats.org/officeDocument/2006/relationships/slide" Target="slides/slide851.xml"/><Relationship Id="rId1068" Type="http://schemas.openxmlformats.org/officeDocument/2006/relationships/slide" Target="slides/slide1067.xml"/><Relationship Id="rId1275" Type="http://schemas.openxmlformats.org/officeDocument/2006/relationships/slide" Target="slides/slide1274.xml"/><Relationship Id="rId1482" Type="http://schemas.openxmlformats.org/officeDocument/2006/relationships/slide" Target="slides/slide1481.xml"/><Relationship Id="rId2119" Type="http://schemas.openxmlformats.org/officeDocument/2006/relationships/slide" Target="slides/slide2118.xml"/><Relationship Id="rId505" Type="http://schemas.openxmlformats.org/officeDocument/2006/relationships/slide" Target="slides/slide504.xml"/><Relationship Id="rId712" Type="http://schemas.openxmlformats.org/officeDocument/2006/relationships/slide" Target="slides/slide711.xml"/><Relationship Id="rId1135" Type="http://schemas.openxmlformats.org/officeDocument/2006/relationships/slide" Target="slides/slide1134.xml"/><Relationship Id="rId1342" Type="http://schemas.openxmlformats.org/officeDocument/2006/relationships/slide" Target="slides/slide1341.xml"/><Relationship Id="rId1787" Type="http://schemas.openxmlformats.org/officeDocument/2006/relationships/slide" Target="slides/slide1786.xml"/><Relationship Id="rId1994" Type="http://schemas.openxmlformats.org/officeDocument/2006/relationships/slide" Target="slides/slide1993.xml"/><Relationship Id="rId79" Type="http://schemas.openxmlformats.org/officeDocument/2006/relationships/slide" Target="slides/slide78.xml"/><Relationship Id="rId1202" Type="http://schemas.openxmlformats.org/officeDocument/2006/relationships/slide" Target="slides/slide1201.xml"/><Relationship Id="rId1647" Type="http://schemas.openxmlformats.org/officeDocument/2006/relationships/slide" Target="slides/slide1646.xml"/><Relationship Id="rId1854" Type="http://schemas.openxmlformats.org/officeDocument/2006/relationships/slide" Target="slides/slide1853.xml"/><Relationship Id="rId1507" Type="http://schemas.openxmlformats.org/officeDocument/2006/relationships/slide" Target="slides/slide1506.xml"/><Relationship Id="rId1714" Type="http://schemas.openxmlformats.org/officeDocument/2006/relationships/slide" Target="slides/slide1713.xml"/><Relationship Id="rId295" Type="http://schemas.openxmlformats.org/officeDocument/2006/relationships/slide" Target="slides/slide294.xml"/><Relationship Id="rId1921" Type="http://schemas.openxmlformats.org/officeDocument/2006/relationships/slide" Target="slides/slide1920.xml"/><Relationship Id="rId2183" Type="http://schemas.openxmlformats.org/officeDocument/2006/relationships/slide" Target="slides/slide2182.xml"/><Relationship Id="rId155" Type="http://schemas.openxmlformats.org/officeDocument/2006/relationships/slide" Target="slides/slide154.xml"/><Relationship Id="rId362" Type="http://schemas.openxmlformats.org/officeDocument/2006/relationships/slide" Target="slides/slide361.xml"/><Relationship Id="rId1297" Type="http://schemas.openxmlformats.org/officeDocument/2006/relationships/slide" Target="slides/slide1296.xml"/><Relationship Id="rId2043" Type="http://schemas.openxmlformats.org/officeDocument/2006/relationships/slide" Target="slides/slide2042.xml"/><Relationship Id="rId2250" Type="http://schemas.openxmlformats.org/officeDocument/2006/relationships/slide" Target="slides/slide2249.xml"/><Relationship Id="rId222" Type="http://schemas.openxmlformats.org/officeDocument/2006/relationships/slide" Target="slides/slide221.xml"/><Relationship Id="rId667" Type="http://schemas.openxmlformats.org/officeDocument/2006/relationships/slide" Target="slides/slide666.xml"/><Relationship Id="rId874" Type="http://schemas.openxmlformats.org/officeDocument/2006/relationships/slide" Target="slides/slide873.xml"/><Relationship Id="rId2110" Type="http://schemas.openxmlformats.org/officeDocument/2006/relationships/slide" Target="slides/slide2109.xml"/><Relationship Id="rId527" Type="http://schemas.openxmlformats.org/officeDocument/2006/relationships/slide" Target="slides/slide526.xml"/><Relationship Id="rId734" Type="http://schemas.openxmlformats.org/officeDocument/2006/relationships/slide" Target="slides/slide733.xml"/><Relationship Id="rId941" Type="http://schemas.openxmlformats.org/officeDocument/2006/relationships/slide" Target="slides/slide940.xml"/><Relationship Id="rId1157" Type="http://schemas.openxmlformats.org/officeDocument/2006/relationships/slide" Target="slides/slide1156.xml"/><Relationship Id="rId1364" Type="http://schemas.openxmlformats.org/officeDocument/2006/relationships/slide" Target="slides/slide1363.xml"/><Relationship Id="rId1571" Type="http://schemas.openxmlformats.org/officeDocument/2006/relationships/slide" Target="slides/slide1570.xml"/><Relationship Id="rId2208" Type="http://schemas.openxmlformats.org/officeDocument/2006/relationships/slide" Target="slides/slide2207.xml"/><Relationship Id="rId70" Type="http://schemas.openxmlformats.org/officeDocument/2006/relationships/slide" Target="slides/slide69.xml"/><Relationship Id="rId801" Type="http://schemas.openxmlformats.org/officeDocument/2006/relationships/slide" Target="slides/slide800.xml"/><Relationship Id="rId1017" Type="http://schemas.openxmlformats.org/officeDocument/2006/relationships/slide" Target="slides/slide1016.xml"/><Relationship Id="rId1224" Type="http://schemas.openxmlformats.org/officeDocument/2006/relationships/slide" Target="slides/slide1223.xml"/><Relationship Id="rId1431" Type="http://schemas.openxmlformats.org/officeDocument/2006/relationships/slide" Target="slides/slide1430.xml"/><Relationship Id="rId1669" Type="http://schemas.openxmlformats.org/officeDocument/2006/relationships/slide" Target="slides/slide1668.xml"/><Relationship Id="rId1876" Type="http://schemas.openxmlformats.org/officeDocument/2006/relationships/slide" Target="slides/slide1875.xml"/><Relationship Id="rId1529" Type="http://schemas.openxmlformats.org/officeDocument/2006/relationships/slide" Target="slides/slide1528.xml"/><Relationship Id="rId1736" Type="http://schemas.openxmlformats.org/officeDocument/2006/relationships/slide" Target="slides/slide1735.xml"/><Relationship Id="rId1943" Type="http://schemas.openxmlformats.org/officeDocument/2006/relationships/slide" Target="slides/slide1942.xml"/><Relationship Id="rId28" Type="http://schemas.openxmlformats.org/officeDocument/2006/relationships/slide" Target="slides/slide27.xml"/><Relationship Id="rId1803" Type="http://schemas.openxmlformats.org/officeDocument/2006/relationships/slide" Target="slides/slide1802.xml"/><Relationship Id="rId177" Type="http://schemas.openxmlformats.org/officeDocument/2006/relationships/slide" Target="slides/slide176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2065" Type="http://schemas.openxmlformats.org/officeDocument/2006/relationships/slide" Target="slides/slide2064.xml"/><Relationship Id="rId2272" Type="http://schemas.openxmlformats.org/officeDocument/2006/relationships/slide" Target="slides/slide2271.xml"/><Relationship Id="rId244" Type="http://schemas.openxmlformats.org/officeDocument/2006/relationships/slide" Target="slides/slide243.xml"/><Relationship Id="rId689" Type="http://schemas.openxmlformats.org/officeDocument/2006/relationships/slide" Target="slides/slide688.xml"/><Relationship Id="rId896" Type="http://schemas.openxmlformats.org/officeDocument/2006/relationships/slide" Target="slides/slide895.xml"/><Relationship Id="rId1081" Type="http://schemas.openxmlformats.org/officeDocument/2006/relationships/slide" Target="slides/slide1080.xml"/><Relationship Id="rId451" Type="http://schemas.openxmlformats.org/officeDocument/2006/relationships/slide" Target="slides/slide450.xml"/><Relationship Id="rId549" Type="http://schemas.openxmlformats.org/officeDocument/2006/relationships/slide" Target="slides/slide548.xml"/><Relationship Id="rId756" Type="http://schemas.openxmlformats.org/officeDocument/2006/relationships/slide" Target="slides/slide755.xml"/><Relationship Id="rId1179" Type="http://schemas.openxmlformats.org/officeDocument/2006/relationships/slide" Target="slides/slide1178.xml"/><Relationship Id="rId1386" Type="http://schemas.openxmlformats.org/officeDocument/2006/relationships/slide" Target="slides/slide1385.xml"/><Relationship Id="rId1593" Type="http://schemas.openxmlformats.org/officeDocument/2006/relationships/slide" Target="slides/slide1592.xml"/><Relationship Id="rId2132" Type="http://schemas.openxmlformats.org/officeDocument/2006/relationships/slide" Target="slides/slide2131.xml"/><Relationship Id="rId104" Type="http://schemas.openxmlformats.org/officeDocument/2006/relationships/slide" Target="slides/slide103.xml"/><Relationship Id="rId311" Type="http://schemas.openxmlformats.org/officeDocument/2006/relationships/slide" Target="slides/slide310.xml"/><Relationship Id="rId409" Type="http://schemas.openxmlformats.org/officeDocument/2006/relationships/slide" Target="slides/slide408.xml"/><Relationship Id="rId963" Type="http://schemas.openxmlformats.org/officeDocument/2006/relationships/slide" Target="slides/slide962.xml"/><Relationship Id="rId1039" Type="http://schemas.openxmlformats.org/officeDocument/2006/relationships/slide" Target="slides/slide1038.xml"/><Relationship Id="rId1246" Type="http://schemas.openxmlformats.org/officeDocument/2006/relationships/slide" Target="slides/slide1245.xml"/><Relationship Id="rId1898" Type="http://schemas.openxmlformats.org/officeDocument/2006/relationships/slide" Target="slides/slide1897.xml"/><Relationship Id="rId92" Type="http://schemas.openxmlformats.org/officeDocument/2006/relationships/slide" Target="slides/slide91.xml"/><Relationship Id="rId616" Type="http://schemas.openxmlformats.org/officeDocument/2006/relationships/slide" Target="slides/slide615.xml"/><Relationship Id="rId823" Type="http://schemas.openxmlformats.org/officeDocument/2006/relationships/slide" Target="slides/slide822.xml"/><Relationship Id="rId1453" Type="http://schemas.openxmlformats.org/officeDocument/2006/relationships/slide" Target="slides/slide1452.xml"/><Relationship Id="rId1660" Type="http://schemas.openxmlformats.org/officeDocument/2006/relationships/slide" Target="slides/slide1659.xml"/><Relationship Id="rId1758" Type="http://schemas.openxmlformats.org/officeDocument/2006/relationships/slide" Target="slides/slide1757.xml"/><Relationship Id="rId1106" Type="http://schemas.openxmlformats.org/officeDocument/2006/relationships/slide" Target="slides/slide1105.xml"/><Relationship Id="rId1313" Type="http://schemas.openxmlformats.org/officeDocument/2006/relationships/slide" Target="slides/slide1312.xml"/><Relationship Id="rId1520" Type="http://schemas.openxmlformats.org/officeDocument/2006/relationships/slide" Target="slides/slide1519.xml"/><Relationship Id="rId1965" Type="http://schemas.openxmlformats.org/officeDocument/2006/relationships/slide" Target="slides/slide1964.xml"/><Relationship Id="rId1618" Type="http://schemas.openxmlformats.org/officeDocument/2006/relationships/slide" Target="slides/slide1617.xml"/><Relationship Id="rId1825" Type="http://schemas.openxmlformats.org/officeDocument/2006/relationships/slide" Target="slides/slide1824.xml"/><Relationship Id="rId199" Type="http://schemas.openxmlformats.org/officeDocument/2006/relationships/slide" Target="slides/slide198.xml"/><Relationship Id="rId2087" Type="http://schemas.openxmlformats.org/officeDocument/2006/relationships/slide" Target="slides/slide2086.xml"/><Relationship Id="rId266" Type="http://schemas.openxmlformats.org/officeDocument/2006/relationships/slide" Target="slides/slide265.xml"/><Relationship Id="rId473" Type="http://schemas.openxmlformats.org/officeDocument/2006/relationships/slide" Target="slides/slide472.xml"/><Relationship Id="rId680" Type="http://schemas.openxmlformats.org/officeDocument/2006/relationships/slide" Target="slides/slide679.xml"/><Relationship Id="rId2154" Type="http://schemas.openxmlformats.org/officeDocument/2006/relationships/slide" Target="slides/slide2153.xml"/><Relationship Id="rId126" Type="http://schemas.openxmlformats.org/officeDocument/2006/relationships/slide" Target="slides/slide125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78" Type="http://schemas.openxmlformats.org/officeDocument/2006/relationships/slide" Target="slides/slide777.xml"/><Relationship Id="rId985" Type="http://schemas.openxmlformats.org/officeDocument/2006/relationships/slide" Target="slides/slide984.xml"/><Relationship Id="rId1170" Type="http://schemas.openxmlformats.org/officeDocument/2006/relationships/slide" Target="slides/slide1169.xml"/><Relationship Id="rId2014" Type="http://schemas.openxmlformats.org/officeDocument/2006/relationships/slide" Target="slides/slide2013.xml"/><Relationship Id="rId2221" Type="http://schemas.openxmlformats.org/officeDocument/2006/relationships/slide" Target="slides/slide2220.xml"/><Relationship Id="rId638" Type="http://schemas.openxmlformats.org/officeDocument/2006/relationships/slide" Target="slides/slide637.xml"/><Relationship Id="rId845" Type="http://schemas.openxmlformats.org/officeDocument/2006/relationships/slide" Target="slides/slide844.xml"/><Relationship Id="rId1030" Type="http://schemas.openxmlformats.org/officeDocument/2006/relationships/slide" Target="slides/slide1029.xml"/><Relationship Id="rId1268" Type="http://schemas.openxmlformats.org/officeDocument/2006/relationships/slide" Target="slides/slide1267.xml"/><Relationship Id="rId1475" Type="http://schemas.openxmlformats.org/officeDocument/2006/relationships/slide" Target="slides/slide1474.xml"/><Relationship Id="rId1682" Type="http://schemas.openxmlformats.org/officeDocument/2006/relationships/slide" Target="slides/slide1681.xml"/><Relationship Id="rId400" Type="http://schemas.openxmlformats.org/officeDocument/2006/relationships/slide" Target="slides/slide399.xml"/><Relationship Id="rId705" Type="http://schemas.openxmlformats.org/officeDocument/2006/relationships/slide" Target="slides/slide704.xml"/><Relationship Id="rId1128" Type="http://schemas.openxmlformats.org/officeDocument/2006/relationships/slide" Target="slides/slide1127.xml"/><Relationship Id="rId1335" Type="http://schemas.openxmlformats.org/officeDocument/2006/relationships/slide" Target="slides/slide1334.xml"/><Relationship Id="rId1542" Type="http://schemas.openxmlformats.org/officeDocument/2006/relationships/slide" Target="slides/slide1541.xml"/><Relationship Id="rId1987" Type="http://schemas.openxmlformats.org/officeDocument/2006/relationships/slide" Target="slides/slide1986.xml"/><Relationship Id="rId912" Type="http://schemas.openxmlformats.org/officeDocument/2006/relationships/slide" Target="slides/slide911.xml"/><Relationship Id="rId1847" Type="http://schemas.openxmlformats.org/officeDocument/2006/relationships/slide" Target="slides/slide1846.xml"/><Relationship Id="rId41" Type="http://schemas.openxmlformats.org/officeDocument/2006/relationships/slide" Target="slides/slide40.xml"/><Relationship Id="rId1402" Type="http://schemas.openxmlformats.org/officeDocument/2006/relationships/slide" Target="slides/slide1401.xml"/><Relationship Id="rId1707" Type="http://schemas.openxmlformats.org/officeDocument/2006/relationships/slide" Target="slides/slide1706.xml"/><Relationship Id="rId190" Type="http://schemas.openxmlformats.org/officeDocument/2006/relationships/slide" Target="slides/slide189.xml"/><Relationship Id="rId288" Type="http://schemas.openxmlformats.org/officeDocument/2006/relationships/slide" Target="slides/slide287.xml"/><Relationship Id="rId1914" Type="http://schemas.openxmlformats.org/officeDocument/2006/relationships/slide" Target="slides/slide1913.xml"/><Relationship Id="rId495" Type="http://schemas.openxmlformats.org/officeDocument/2006/relationships/slide" Target="slides/slide494.xml"/><Relationship Id="rId2176" Type="http://schemas.openxmlformats.org/officeDocument/2006/relationships/slide" Target="slides/slide2175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562" Type="http://schemas.openxmlformats.org/officeDocument/2006/relationships/slide" Target="slides/slide561.xml"/><Relationship Id="rId1192" Type="http://schemas.openxmlformats.org/officeDocument/2006/relationships/slide" Target="slides/slide1191.xml"/><Relationship Id="rId2036" Type="http://schemas.openxmlformats.org/officeDocument/2006/relationships/slide" Target="slides/slide2035.xml"/><Relationship Id="rId2243" Type="http://schemas.openxmlformats.org/officeDocument/2006/relationships/slide" Target="slides/slide2242.xml"/><Relationship Id="rId215" Type="http://schemas.openxmlformats.org/officeDocument/2006/relationships/slide" Target="slides/slide214.xml"/><Relationship Id="rId422" Type="http://schemas.openxmlformats.org/officeDocument/2006/relationships/slide" Target="slides/slide421.xml"/><Relationship Id="rId867" Type="http://schemas.openxmlformats.org/officeDocument/2006/relationships/slide" Target="slides/slide866.xml"/><Relationship Id="rId1052" Type="http://schemas.openxmlformats.org/officeDocument/2006/relationships/slide" Target="slides/slide1051.xml"/><Relationship Id="rId1497" Type="http://schemas.openxmlformats.org/officeDocument/2006/relationships/slide" Target="slides/slide1496.xml"/><Relationship Id="rId2103" Type="http://schemas.openxmlformats.org/officeDocument/2006/relationships/slide" Target="slides/slide2102.xml"/><Relationship Id="rId727" Type="http://schemas.openxmlformats.org/officeDocument/2006/relationships/slide" Target="slides/slide726.xml"/><Relationship Id="rId934" Type="http://schemas.openxmlformats.org/officeDocument/2006/relationships/slide" Target="slides/slide933.xml"/><Relationship Id="rId1357" Type="http://schemas.openxmlformats.org/officeDocument/2006/relationships/slide" Target="slides/slide1356.xml"/><Relationship Id="rId1564" Type="http://schemas.openxmlformats.org/officeDocument/2006/relationships/slide" Target="slides/slide1563.xml"/><Relationship Id="rId1771" Type="http://schemas.openxmlformats.org/officeDocument/2006/relationships/slide" Target="slides/slide1770.xml"/><Relationship Id="rId63" Type="http://schemas.openxmlformats.org/officeDocument/2006/relationships/slide" Target="slides/slide62.xml"/><Relationship Id="rId1217" Type="http://schemas.openxmlformats.org/officeDocument/2006/relationships/slide" Target="slides/slide1216.xml"/><Relationship Id="rId1424" Type="http://schemas.openxmlformats.org/officeDocument/2006/relationships/slide" Target="slides/slide1423.xml"/><Relationship Id="rId1631" Type="http://schemas.openxmlformats.org/officeDocument/2006/relationships/slide" Target="slides/slide1630.xml"/><Relationship Id="rId1869" Type="http://schemas.openxmlformats.org/officeDocument/2006/relationships/slide" Target="slides/slide1868.xml"/><Relationship Id="rId1729" Type="http://schemas.openxmlformats.org/officeDocument/2006/relationships/slide" Target="slides/slide1728.xml"/><Relationship Id="rId1936" Type="http://schemas.openxmlformats.org/officeDocument/2006/relationships/slide" Target="slides/slide1935.xml"/><Relationship Id="rId2198" Type="http://schemas.openxmlformats.org/officeDocument/2006/relationships/slide" Target="slides/slide2197.xml"/><Relationship Id="rId377" Type="http://schemas.openxmlformats.org/officeDocument/2006/relationships/slide" Target="slides/slide376.xml"/><Relationship Id="rId584" Type="http://schemas.openxmlformats.org/officeDocument/2006/relationships/slide" Target="slides/slide583.xml"/><Relationship Id="rId2058" Type="http://schemas.openxmlformats.org/officeDocument/2006/relationships/slide" Target="slides/slide2057.xml"/><Relationship Id="rId2265" Type="http://schemas.openxmlformats.org/officeDocument/2006/relationships/slide" Target="slides/slide2264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791" Type="http://schemas.openxmlformats.org/officeDocument/2006/relationships/slide" Target="slides/slide790.xml"/><Relationship Id="rId889" Type="http://schemas.openxmlformats.org/officeDocument/2006/relationships/slide" Target="slides/slide888.xml"/><Relationship Id="rId1074" Type="http://schemas.openxmlformats.org/officeDocument/2006/relationships/slide" Target="slides/slide1073.xml"/><Relationship Id="rId444" Type="http://schemas.openxmlformats.org/officeDocument/2006/relationships/slide" Target="slides/slide443.xml"/><Relationship Id="rId651" Type="http://schemas.openxmlformats.org/officeDocument/2006/relationships/slide" Target="slides/slide650.xml"/><Relationship Id="rId749" Type="http://schemas.openxmlformats.org/officeDocument/2006/relationships/slide" Target="slides/slide748.xml"/><Relationship Id="rId1281" Type="http://schemas.openxmlformats.org/officeDocument/2006/relationships/slide" Target="slides/slide1280.xml"/><Relationship Id="rId1379" Type="http://schemas.openxmlformats.org/officeDocument/2006/relationships/slide" Target="slides/slide1378.xml"/><Relationship Id="rId1586" Type="http://schemas.openxmlformats.org/officeDocument/2006/relationships/slide" Target="slides/slide1585.xml"/><Relationship Id="rId2125" Type="http://schemas.openxmlformats.org/officeDocument/2006/relationships/slide" Target="slides/slide2124.xml"/><Relationship Id="rId304" Type="http://schemas.openxmlformats.org/officeDocument/2006/relationships/slide" Target="slides/slide303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956" Type="http://schemas.openxmlformats.org/officeDocument/2006/relationships/slide" Target="slides/slide955.xml"/><Relationship Id="rId1141" Type="http://schemas.openxmlformats.org/officeDocument/2006/relationships/slide" Target="slides/slide1140.xml"/><Relationship Id="rId1239" Type="http://schemas.openxmlformats.org/officeDocument/2006/relationships/slide" Target="slides/slide1238.xml"/><Relationship Id="rId1793" Type="http://schemas.openxmlformats.org/officeDocument/2006/relationships/slide" Target="slides/slide1792.xml"/><Relationship Id="rId85" Type="http://schemas.openxmlformats.org/officeDocument/2006/relationships/slide" Target="slides/slide84.xml"/><Relationship Id="rId816" Type="http://schemas.openxmlformats.org/officeDocument/2006/relationships/slide" Target="slides/slide815.xml"/><Relationship Id="rId1001" Type="http://schemas.openxmlformats.org/officeDocument/2006/relationships/slide" Target="slides/slide1000.xml"/><Relationship Id="rId1446" Type="http://schemas.openxmlformats.org/officeDocument/2006/relationships/slide" Target="slides/slide1445.xml"/><Relationship Id="rId1653" Type="http://schemas.openxmlformats.org/officeDocument/2006/relationships/slide" Target="slides/slide1652.xml"/><Relationship Id="rId1860" Type="http://schemas.openxmlformats.org/officeDocument/2006/relationships/slide" Target="slides/slide1859.xml"/><Relationship Id="rId1306" Type="http://schemas.openxmlformats.org/officeDocument/2006/relationships/slide" Target="slides/slide1305.xml"/><Relationship Id="rId1513" Type="http://schemas.openxmlformats.org/officeDocument/2006/relationships/slide" Target="slides/slide1512.xml"/><Relationship Id="rId1720" Type="http://schemas.openxmlformats.org/officeDocument/2006/relationships/slide" Target="slides/slide1719.xml"/><Relationship Id="rId1958" Type="http://schemas.openxmlformats.org/officeDocument/2006/relationships/slide" Target="slides/slide1957.xml"/><Relationship Id="rId12" Type="http://schemas.openxmlformats.org/officeDocument/2006/relationships/slide" Target="slides/slide11.xml"/><Relationship Id="rId1818" Type="http://schemas.openxmlformats.org/officeDocument/2006/relationships/slide" Target="slides/slide1817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673" Type="http://schemas.openxmlformats.org/officeDocument/2006/relationships/slide" Target="slides/slide672.xml"/><Relationship Id="rId880" Type="http://schemas.openxmlformats.org/officeDocument/2006/relationships/slide" Target="slides/slide879.xml"/><Relationship Id="rId1096" Type="http://schemas.openxmlformats.org/officeDocument/2006/relationships/slide" Target="slides/slide1095.xml"/><Relationship Id="rId2147" Type="http://schemas.openxmlformats.org/officeDocument/2006/relationships/slide" Target="slides/slide2146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978" Type="http://schemas.openxmlformats.org/officeDocument/2006/relationships/slide" Target="slides/slide977.xml"/><Relationship Id="rId1163" Type="http://schemas.openxmlformats.org/officeDocument/2006/relationships/slide" Target="slides/slide1162.xml"/><Relationship Id="rId1370" Type="http://schemas.openxmlformats.org/officeDocument/2006/relationships/slide" Target="slides/slide1369.xml"/><Relationship Id="rId2007" Type="http://schemas.openxmlformats.org/officeDocument/2006/relationships/slide" Target="slides/slide2006.xml"/><Relationship Id="rId2214" Type="http://schemas.openxmlformats.org/officeDocument/2006/relationships/slide" Target="slides/slide2213.xml"/><Relationship Id="rId740" Type="http://schemas.openxmlformats.org/officeDocument/2006/relationships/slide" Target="slides/slide739.xml"/><Relationship Id="rId838" Type="http://schemas.openxmlformats.org/officeDocument/2006/relationships/slide" Target="slides/slide837.xml"/><Relationship Id="rId1023" Type="http://schemas.openxmlformats.org/officeDocument/2006/relationships/slide" Target="slides/slide1022.xml"/><Relationship Id="rId1468" Type="http://schemas.openxmlformats.org/officeDocument/2006/relationships/slide" Target="slides/slide1467.xml"/><Relationship Id="rId1675" Type="http://schemas.openxmlformats.org/officeDocument/2006/relationships/slide" Target="slides/slide1674.xml"/><Relationship Id="rId1882" Type="http://schemas.openxmlformats.org/officeDocument/2006/relationships/slide" Target="slides/slide1881.xml"/><Relationship Id="rId600" Type="http://schemas.openxmlformats.org/officeDocument/2006/relationships/slide" Target="slides/slide599.xml"/><Relationship Id="rId1230" Type="http://schemas.openxmlformats.org/officeDocument/2006/relationships/slide" Target="slides/slide1229.xml"/><Relationship Id="rId1328" Type="http://schemas.openxmlformats.org/officeDocument/2006/relationships/slide" Target="slides/slide1327.xml"/><Relationship Id="rId1535" Type="http://schemas.openxmlformats.org/officeDocument/2006/relationships/slide" Target="slides/slide1534.xml"/><Relationship Id="rId905" Type="http://schemas.openxmlformats.org/officeDocument/2006/relationships/slide" Target="slides/slide904.xml"/><Relationship Id="rId1742" Type="http://schemas.openxmlformats.org/officeDocument/2006/relationships/slide" Target="slides/slide1741.xml"/><Relationship Id="rId34" Type="http://schemas.openxmlformats.org/officeDocument/2006/relationships/slide" Target="slides/slide33.xml"/><Relationship Id="rId1602" Type="http://schemas.openxmlformats.org/officeDocument/2006/relationships/slide" Target="slides/slide1601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1907" Type="http://schemas.openxmlformats.org/officeDocument/2006/relationships/slide" Target="slides/slide1906.xml"/><Relationship Id="rId2071" Type="http://schemas.openxmlformats.org/officeDocument/2006/relationships/slide" Target="slides/slide2070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695" Type="http://schemas.openxmlformats.org/officeDocument/2006/relationships/slide" Target="slides/slide694.xml"/><Relationship Id="rId2169" Type="http://schemas.openxmlformats.org/officeDocument/2006/relationships/slide" Target="slides/slide2168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762" Type="http://schemas.openxmlformats.org/officeDocument/2006/relationships/slide" Target="slides/slide761.xml"/><Relationship Id="rId1185" Type="http://schemas.openxmlformats.org/officeDocument/2006/relationships/slide" Target="slides/slide1184.xml"/><Relationship Id="rId1392" Type="http://schemas.openxmlformats.org/officeDocument/2006/relationships/slide" Target="slides/slide1391.xml"/><Relationship Id="rId2029" Type="http://schemas.openxmlformats.org/officeDocument/2006/relationships/slide" Target="slides/slide2028.xml"/><Relationship Id="rId2236" Type="http://schemas.openxmlformats.org/officeDocument/2006/relationships/slide" Target="slides/slide2235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1045" Type="http://schemas.openxmlformats.org/officeDocument/2006/relationships/slide" Target="slides/slide1044.xml"/><Relationship Id="rId1252" Type="http://schemas.openxmlformats.org/officeDocument/2006/relationships/slide" Target="slides/slide1251.xml"/><Relationship Id="rId1697" Type="http://schemas.openxmlformats.org/officeDocument/2006/relationships/slide" Target="slides/slide1696.xml"/><Relationship Id="rId927" Type="http://schemas.openxmlformats.org/officeDocument/2006/relationships/slide" Target="slides/slide926.xml"/><Relationship Id="rId1112" Type="http://schemas.openxmlformats.org/officeDocument/2006/relationships/slide" Target="slides/slide1111.xml"/><Relationship Id="rId1557" Type="http://schemas.openxmlformats.org/officeDocument/2006/relationships/slide" Target="slides/slide1556.xml"/><Relationship Id="rId1764" Type="http://schemas.openxmlformats.org/officeDocument/2006/relationships/slide" Target="slides/slide1763.xml"/><Relationship Id="rId1971" Type="http://schemas.openxmlformats.org/officeDocument/2006/relationships/slide" Target="slides/slide1970.xml"/><Relationship Id="rId56" Type="http://schemas.openxmlformats.org/officeDocument/2006/relationships/slide" Target="slides/slide55.xml"/><Relationship Id="rId1417" Type="http://schemas.openxmlformats.org/officeDocument/2006/relationships/slide" Target="slides/slide1416.xml"/><Relationship Id="rId1624" Type="http://schemas.openxmlformats.org/officeDocument/2006/relationships/slide" Target="slides/slide1623.xml"/><Relationship Id="rId1831" Type="http://schemas.openxmlformats.org/officeDocument/2006/relationships/slide" Target="slides/slide1830.xml"/><Relationship Id="rId1929" Type="http://schemas.openxmlformats.org/officeDocument/2006/relationships/slide" Target="slides/slide1928.xml"/><Relationship Id="rId2093" Type="http://schemas.openxmlformats.org/officeDocument/2006/relationships/slide" Target="slides/slide2092.xml"/><Relationship Id="rId272" Type="http://schemas.openxmlformats.org/officeDocument/2006/relationships/slide" Target="slides/slide271.xml"/><Relationship Id="rId577" Type="http://schemas.openxmlformats.org/officeDocument/2006/relationships/slide" Target="slides/slide576.xml"/><Relationship Id="rId2160" Type="http://schemas.openxmlformats.org/officeDocument/2006/relationships/slide" Target="slides/slide2159.xml"/><Relationship Id="rId2258" Type="http://schemas.openxmlformats.org/officeDocument/2006/relationships/slide" Target="slides/slide2257.xml"/><Relationship Id="rId132" Type="http://schemas.openxmlformats.org/officeDocument/2006/relationships/slide" Target="slides/slide131.xml"/><Relationship Id="rId784" Type="http://schemas.openxmlformats.org/officeDocument/2006/relationships/slide" Target="slides/slide783.xml"/><Relationship Id="rId991" Type="http://schemas.openxmlformats.org/officeDocument/2006/relationships/slide" Target="slides/slide990.xml"/><Relationship Id="rId1067" Type="http://schemas.openxmlformats.org/officeDocument/2006/relationships/slide" Target="slides/slide1066.xml"/><Relationship Id="rId2020" Type="http://schemas.openxmlformats.org/officeDocument/2006/relationships/slide" Target="slides/slide2019.xml"/><Relationship Id="rId437" Type="http://schemas.openxmlformats.org/officeDocument/2006/relationships/slide" Target="slides/slide436.xml"/><Relationship Id="rId644" Type="http://schemas.openxmlformats.org/officeDocument/2006/relationships/slide" Target="slides/slide643.xml"/><Relationship Id="rId851" Type="http://schemas.openxmlformats.org/officeDocument/2006/relationships/slide" Target="slides/slide850.xml"/><Relationship Id="rId1274" Type="http://schemas.openxmlformats.org/officeDocument/2006/relationships/slide" Target="slides/slide1273.xml"/><Relationship Id="rId1481" Type="http://schemas.openxmlformats.org/officeDocument/2006/relationships/slide" Target="slides/slide1480.xml"/><Relationship Id="rId1579" Type="http://schemas.openxmlformats.org/officeDocument/2006/relationships/slide" Target="slides/slide1578.xml"/><Relationship Id="rId2118" Type="http://schemas.openxmlformats.org/officeDocument/2006/relationships/slide" Target="slides/slide2117.xml"/><Relationship Id="rId504" Type="http://schemas.openxmlformats.org/officeDocument/2006/relationships/slide" Target="slides/slide503.xml"/><Relationship Id="rId711" Type="http://schemas.openxmlformats.org/officeDocument/2006/relationships/slide" Target="slides/slide710.xml"/><Relationship Id="rId949" Type="http://schemas.openxmlformats.org/officeDocument/2006/relationships/slide" Target="slides/slide948.xml"/><Relationship Id="rId1134" Type="http://schemas.openxmlformats.org/officeDocument/2006/relationships/slide" Target="slides/slide1133.xml"/><Relationship Id="rId1341" Type="http://schemas.openxmlformats.org/officeDocument/2006/relationships/slide" Target="slides/slide1340.xml"/><Relationship Id="rId1786" Type="http://schemas.openxmlformats.org/officeDocument/2006/relationships/slide" Target="slides/slide1785.xml"/><Relationship Id="rId1993" Type="http://schemas.openxmlformats.org/officeDocument/2006/relationships/slide" Target="slides/slide1992.xml"/><Relationship Id="rId78" Type="http://schemas.openxmlformats.org/officeDocument/2006/relationships/slide" Target="slides/slide77.xml"/><Relationship Id="rId809" Type="http://schemas.openxmlformats.org/officeDocument/2006/relationships/slide" Target="slides/slide808.xml"/><Relationship Id="rId1201" Type="http://schemas.openxmlformats.org/officeDocument/2006/relationships/slide" Target="slides/slide1200.xml"/><Relationship Id="rId1439" Type="http://schemas.openxmlformats.org/officeDocument/2006/relationships/slide" Target="slides/slide1438.xml"/><Relationship Id="rId1646" Type="http://schemas.openxmlformats.org/officeDocument/2006/relationships/slide" Target="slides/slide1645.xml"/><Relationship Id="rId1853" Type="http://schemas.openxmlformats.org/officeDocument/2006/relationships/slide" Target="slides/slide1852.xml"/><Relationship Id="rId1506" Type="http://schemas.openxmlformats.org/officeDocument/2006/relationships/slide" Target="slides/slide1505.xml"/><Relationship Id="rId1713" Type="http://schemas.openxmlformats.org/officeDocument/2006/relationships/slide" Target="slides/slide1712.xml"/><Relationship Id="rId1920" Type="http://schemas.openxmlformats.org/officeDocument/2006/relationships/slide" Target="slides/slide1919.xml"/><Relationship Id="rId294" Type="http://schemas.openxmlformats.org/officeDocument/2006/relationships/slide" Target="slides/slide293.xml"/><Relationship Id="rId2182" Type="http://schemas.openxmlformats.org/officeDocument/2006/relationships/slide" Target="slides/slide218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99" Type="http://schemas.openxmlformats.org/officeDocument/2006/relationships/slide" Target="slides/slide598.xml"/><Relationship Id="rId2042" Type="http://schemas.openxmlformats.org/officeDocument/2006/relationships/slide" Target="slides/slide2041.xml"/><Relationship Id="rId459" Type="http://schemas.openxmlformats.org/officeDocument/2006/relationships/slide" Target="slides/slide458.xml"/><Relationship Id="rId666" Type="http://schemas.openxmlformats.org/officeDocument/2006/relationships/slide" Target="slides/slide665.xml"/><Relationship Id="rId873" Type="http://schemas.openxmlformats.org/officeDocument/2006/relationships/slide" Target="slides/slide872.xml"/><Relationship Id="rId1089" Type="http://schemas.openxmlformats.org/officeDocument/2006/relationships/slide" Target="slides/slide1088.xml"/><Relationship Id="rId1296" Type="http://schemas.openxmlformats.org/officeDocument/2006/relationships/slide" Target="slides/slide1295.xml"/><Relationship Id="rId221" Type="http://schemas.openxmlformats.org/officeDocument/2006/relationships/slide" Target="slides/slide220.xml"/><Relationship Id="rId319" Type="http://schemas.openxmlformats.org/officeDocument/2006/relationships/slide" Target="slides/slide318.xml"/><Relationship Id="rId526" Type="http://schemas.openxmlformats.org/officeDocument/2006/relationships/slide" Target="slides/slide525.xml"/><Relationship Id="rId1156" Type="http://schemas.openxmlformats.org/officeDocument/2006/relationships/slide" Target="slides/slide1155.xml"/><Relationship Id="rId1363" Type="http://schemas.openxmlformats.org/officeDocument/2006/relationships/slide" Target="slides/slide1362.xml"/><Relationship Id="rId2207" Type="http://schemas.openxmlformats.org/officeDocument/2006/relationships/slide" Target="slides/slide2206.xml"/><Relationship Id="rId733" Type="http://schemas.openxmlformats.org/officeDocument/2006/relationships/slide" Target="slides/slide732.xml"/><Relationship Id="rId940" Type="http://schemas.openxmlformats.org/officeDocument/2006/relationships/slide" Target="slides/slide939.xml"/><Relationship Id="rId1016" Type="http://schemas.openxmlformats.org/officeDocument/2006/relationships/slide" Target="slides/slide1015.xml"/><Relationship Id="rId1570" Type="http://schemas.openxmlformats.org/officeDocument/2006/relationships/slide" Target="slides/slide1569.xml"/><Relationship Id="rId1668" Type="http://schemas.openxmlformats.org/officeDocument/2006/relationships/slide" Target="slides/slide1667.xml"/><Relationship Id="rId1875" Type="http://schemas.openxmlformats.org/officeDocument/2006/relationships/slide" Target="slides/slide1874.xml"/><Relationship Id="rId800" Type="http://schemas.openxmlformats.org/officeDocument/2006/relationships/slide" Target="slides/slide799.xml"/><Relationship Id="rId1223" Type="http://schemas.openxmlformats.org/officeDocument/2006/relationships/slide" Target="slides/slide1222.xml"/><Relationship Id="rId1430" Type="http://schemas.openxmlformats.org/officeDocument/2006/relationships/slide" Target="slides/slide1429.xml"/><Relationship Id="rId1528" Type="http://schemas.openxmlformats.org/officeDocument/2006/relationships/slide" Target="slides/slide1527.xml"/><Relationship Id="rId1735" Type="http://schemas.openxmlformats.org/officeDocument/2006/relationships/slide" Target="slides/slide1734.xml"/><Relationship Id="rId1942" Type="http://schemas.openxmlformats.org/officeDocument/2006/relationships/slide" Target="slides/slide1941.xml"/><Relationship Id="rId27" Type="http://schemas.openxmlformats.org/officeDocument/2006/relationships/slide" Target="slides/slide26.xml"/><Relationship Id="rId1802" Type="http://schemas.openxmlformats.org/officeDocument/2006/relationships/slide" Target="slides/slide1801.xml"/><Relationship Id="rId176" Type="http://schemas.openxmlformats.org/officeDocument/2006/relationships/slide" Target="slides/slide175.xml"/><Relationship Id="rId383" Type="http://schemas.openxmlformats.org/officeDocument/2006/relationships/slide" Target="slides/slide382.xml"/><Relationship Id="rId590" Type="http://schemas.openxmlformats.org/officeDocument/2006/relationships/slide" Target="slides/slide589.xml"/><Relationship Id="rId2064" Type="http://schemas.openxmlformats.org/officeDocument/2006/relationships/slide" Target="slides/slide2063.xml"/><Relationship Id="rId2271" Type="http://schemas.openxmlformats.org/officeDocument/2006/relationships/slide" Target="slides/slide2270.xml"/><Relationship Id="rId243" Type="http://schemas.openxmlformats.org/officeDocument/2006/relationships/slide" Target="slides/slide242.xml"/><Relationship Id="rId450" Type="http://schemas.openxmlformats.org/officeDocument/2006/relationships/slide" Target="slides/slide449.xml"/><Relationship Id="rId688" Type="http://schemas.openxmlformats.org/officeDocument/2006/relationships/slide" Target="slides/slide687.xml"/><Relationship Id="rId895" Type="http://schemas.openxmlformats.org/officeDocument/2006/relationships/slide" Target="slides/slide894.xml"/><Relationship Id="rId1080" Type="http://schemas.openxmlformats.org/officeDocument/2006/relationships/slide" Target="slides/slide1079.xml"/><Relationship Id="rId2131" Type="http://schemas.openxmlformats.org/officeDocument/2006/relationships/slide" Target="slides/slide2130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548" Type="http://schemas.openxmlformats.org/officeDocument/2006/relationships/slide" Target="slides/slide547.xml"/><Relationship Id="rId755" Type="http://schemas.openxmlformats.org/officeDocument/2006/relationships/slide" Target="slides/slide754.xml"/><Relationship Id="rId962" Type="http://schemas.openxmlformats.org/officeDocument/2006/relationships/slide" Target="slides/slide961.xml"/><Relationship Id="rId1178" Type="http://schemas.openxmlformats.org/officeDocument/2006/relationships/slide" Target="slides/slide1177.xml"/><Relationship Id="rId1385" Type="http://schemas.openxmlformats.org/officeDocument/2006/relationships/slide" Target="slides/slide1384.xml"/><Relationship Id="rId1592" Type="http://schemas.openxmlformats.org/officeDocument/2006/relationships/slide" Target="slides/slide1591.xml"/><Relationship Id="rId2229" Type="http://schemas.openxmlformats.org/officeDocument/2006/relationships/slide" Target="slides/slide2228.xml"/><Relationship Id="rId91" Type="http://schemas.openxmlformats.org/officeDocument/2006/relationships/slide" Target="slides/slide90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822" Type="http://schemas.openxmlformats.org/officeDocument/2006/relationships/slide" Target="slides/slide821.xml"/><Relationship Id="rId1038" Type="http://schemas.openxmlformats.org/officeDocument/2006/relationships/slide" Target="slides/slide1037.xml"/><Relationship Id="rId1245" Type="http://schemas.openxmlformats.org/officeDocument/2006/relationships/slide" Target="slides/slide1244.xml"/><Relationship Id="rId1452" Type="http://schemas.openxmlformats.org/officeDocument/2006/relationships/slide" Target="slides/slide1451.xml"/><Relationship Id="rId1897" Type="http://schemas.openxmlformats.org/officeDocument/2006/relationships/slide" Target="slides/slide1896.xml"/><Relationship Id="rId1105" Type="http://schemas.openxmlformats.org/officeDocument/2006/relationships/slide" Target="slides/slide1104.xml"/><Relationship Id="rId1312" Type="http://schemas.openxmlformats.org/officeDocument/2006/relationships/slide" Target="slides/slide1311.xml"/><Relationship Id="rId1757" Type="http://schemas.openxmlformats.org/officeDocument/2006/relationships/slide" Target="slides/slide1756.xml"/><Relationship Id="rId1964" Type="http://schemas.openxmlformats.org/officeDocument/2006/relationships/slide" Target="slides/slide1963.xml"/><Relationship Id="rId49" Type="http://schemas.openxmlformats.org/officeDocument/2006/relationships/slide" Target="slides/slide48.xml"/><Relationship Id="rId1617" Type="http://schemas.openxmlformats.org/officeDocument/2006/relationships/slide" Target="slides/slide1616.xml"/><Relationship Id="rId1824" Type="http://schemas.openxmlformats.org/officeDocument/2006/relationships/slide" Target="slides/slide1823.xml"/><Relationship Id="rId198" Type="http://schemas.openxmlformats.org/officeDocument/2006/relationships/slide" Target="slides/slide197.xml"/><Relationship Id="rId2086" Type="http://schemas.openxmlformats.org/officeDocument/2006/relationships/slide" Target="slides/slide2085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2153" Type="http://schemas.openxmlformats.org/officeDocument/2006/relationships/slide" Target="slides/slide2152.xml"/><Relationship Id="rId125" Type="http://schemas.openxmlformats.org/officeDocument/2006/relationships/slide" Target="slides/slide124.xml"/><Relationship Id="rId332" Type="http://schemas.openxmlformats.org/officeDocument/2006/relationships/slide" Target="slides/slide331.xml"/><Relationship Id="rId777" Type="http://schemas.openxmlformats.org/officeDocument/2006/relationships/slide" Target="slides/slide776.xml"/><Relationship Id="rId984" Type="http://schemas.openxmlformats.org/officeDocument/2006/relationships/slide" Target="slides/slide983.xml"/><Relationship Id="rId2013" Type="http://schemas.openxmlformats.org/officeDocument/2006/relationships/slide" Target="slides/slide2012.xml"/><Relationship Id="rId2220" Type="http://schemas.openxmlformats.org/officeDocument/2006/relationships/slide" Target="slides/slide2219.xml"/><Relationship Id="rId637" Type="http://schemas.openxmlformats.org/officeDocument/2006/relationships/slide" Target="slides/slide636.xml"/><Relationship Id="rId844" Type="http://schemas.openxmlformats.org/officeDocument/2006/relationships/slide" Target="slides/slide843.xml"/><Relationship Id="rId1267" Type="http://schemas.openxmlformats.org/officeDocument/2006/relationships/slide" Target="slides/slide1266.xml"/><Relationship Id="rId1474" Type="http://schemas.openxmlformats.org/officeDocument/2006/relationships/slide" Target="slides/slide1473.xml"/><Relationship Id="rId1681" Type="http://schemas.openxmlformats.org/officeDocument/2006/relationships/slide" Target="slides/slide1680.xml"/><Relationship Id="rId704" Type="http://schemas.openxmlformats.org/officeDocument/2006/relationships/slide" Target="slides/slide703.xml"/><Relationship Id="rId911" Type="http://schemas.openxmlformats.org/officeDocument/2006/relationships/slide" Target="slides/slide910.xml"/><Relationship Id="rId1127" Type="http://schemas.openxmlformats.org/officeDocument/2006/relationships/slide" Target="slides/slide1126.xml"/><Relationship Id="rId1334" Type="http://schemas.openxmlformats.org/officeDocument/2006/relationships/slide" Target="slides/slide1333.xml"/><Relationship Id="rId1541" Type="http://schemas.openxmlformats.org/officeDocument/2006/relationships/slide" Target="slides/slide1540.xml"/><Relationship Id="rId1779" Type="http://schemas.openxmlformats.org/officeDocument/2006/relationships/slide" Target="slides/slide1778.xml"/><Relationship Id="rId1986" Type="http://schemas.openxmlformats.org/officeDocument/2006/relationships/slide" Target="slides/slide1985.xml"/><Relationship Id="rId40" Type="http://schemas.openxmlformats.org/officeDocument/2006/relationships/slide" Target="slides/slide39.xml"/><Relationship Id="rId1401" Type="http://schemas.openxmlformats.org/officeDocument/2006/relationships/slide" Target="slides/slide1400.xml"/><Relationship Id="rId1639" Type="http://schemas.openxmlformats.org/officeDocument/2006/relationships/slide" Target="slides/slide1638.xml"/><Relationship Id="rId1846" Type="http://schemas.openxmlformats.org/officeDocument/2006/relationships/slide" Target="slides/slide1845.xml"/><Relationship Id="rId1706" Type="http://schemas.openxmlformats.org/officeDocument/2006/relationships/slide" Target="slides/slide1705.xml"/><Relationship Id="rId1913" Type="http://schemas.openxmlformats.org/officeDocument/2006/relationships/slide" Target="slides/slide1912.xml"/><Relationship Id="rId287" Type="http://schemas.openxmlformats.org/officeDocument/2006/relationships/slide" Target="slides/slide286.xml"/><Relationship Id="rId494" Type="http://schemas.openxmlformats.org/officeDocument/2006/relationships/slide" Target="slides/slide493.xml"/><Relationship Id="rId2175" Type="http://schemas.openxmlformats.org/officeDocument/2006/relationships/slide" Target="slides/slide2174.xml"/><Relationship Id="rId147" Type="http://schemas.openxmlformats.org/officeDocument/2006/relationships/slide" Target="slides/slide146.xml"/><Relationship Id="rId354" Type="http://schemas.openxmlformats.org/officeDocument/2006/relationships/slide" Target="slides/slide353.xml"/><Relationship Id="rId799" Type="http://schemas.openxmlformats.org/officeDocument/2006/relationships/slide" Target="slides/slide798.xml"/><Relationship Id="rId1191" Type="http://schemas.openxmlformats.org/officeDocument/2006/relationships/slide" Target="slides/slide1190.xml"/><Relationship Id="rId2035" Type="http://schemas.openxmlformats.org/officeDocument/2006/relationships/slide" Target="slides/slide2034.xml"/><Relationship Id="rId561" Type="http://schemas.openxmlformats.org/officeDocument/2006/relationships/slide" Target="slides/slide560.xml"/><Relationship Id="rId659" Type="http://schemas.openxmlformats.org/officeDocument/2006/relationships/slide" Target="slides/slide658.xml"/><Relationship Id="rId866" Type="http://schemas.openxmlformats.org/officeDocument/2006/relationships/slide" Target="slides/slide865.xml"/><Relationship Id="rId1289" Type="http://schemas.openxmlformats.org/officeDocument/2006/relationships/slide" Target="slides/slide1288.xml"/><Relationship Id="rId1496" Type="http://schemas.openxmlformats.org/officeDocument/2006/relationships/slide" Target="slides/slide1495.xml"/><Relationship Id="rId2242" Type="http://schemas.openxmlformats.org/officeDocument/2006/relationships/slide" Target="slides/slide2241.xml"/><Relationship Id="rId214" Type="http://schemas.openxmlformats.org/officeDocument/2006/relationships/slide" Target="slides/slide213.xml"/><Relationship Id="rId421" Type="http://schemas.openxmlformats.org/officeDocument/2006/relationships/slide" Target="slides/slide420.xml"/><Relationship Id="rId519" Type="http://schemas.openxmlformats.org/officeDocument/2006/relationships/slide" Target="slides/slide518.xml"/><Relationship Id="rId1051" Type="http://schemas.openxmlformats.org/officeDocument/2006/relationships/slide" Target="slides/slide1050.xml"/><Relationship Id="rId1149" Type="http://schemas.openxmlformats.org/officeDocument/2006/relationships/slide" Target="slides/slide1148.xml"/><Relationship Id="rId1356" Type="http://schemas.openxmlformats.org/officeDocument/2006/relationships/slide" Target="slides/slide1355.xml"/><Relationship Id="rId2102" Type="http://schemas.openxmlformats.org/officeDocument/2006/relationships/slide" Target="slides/slide2101.xml"/><Relationship Id="rId726" Type="http://schemas.openxmlformats.org/officeDocument/2006/relationships/slide" Target="slides/slide725.xml"/><Relationship Id="rId933" Type="http://schemas.openxmlformats.org/officeDocument/2006/relationships/slide" Target="slides/slide932.xml"/><Relationship Id="rId1009" Type="http://schemas.openxmlformats.org/officeDocument/2006/relationships/slide" Target="slides/slide1008.xml"/><Relationship Id="rId1563" Type="http://schemas.openxmlformats.org/officeDocument/2006/relationships/slide" Target="slides/slide1562.xml"/><Relationship Id="rId1770" Type="http://schemas.openxmlformats.org/officeDocument/2006/relationships/slide" Target="slides/slide1769.xml"/><Relationship Id="rId1868" Type="http://schemas.openxmlformats.org/officeDocument/2006/relationships/slide" Target="slides/slide1867.xml"/><Relationship Id="rId62" Type="http://schemas.openxmlformats.org/officeDocument/2006/relationships/slide" Target="slides/slide61.xml"/><Relationship Id="rId1216" Type="http://schemas.openxmlformats.org/officeDocument/2006/relationships/slide" Target="slides/slide1215.xml"/><Relationship Id="rId1423" Type="http://schemas.openxmlformats.org/officeDocument/2006/relationships/slide" Target="slides/slide1422.xml"/><Relationship Id="rId1630" Type="http://schemas.openxmlformats.org/officeDocument/2006/relationships/slide" Target="slides/slide1629.xml"/><Relationship Id="rId1728" Type="http://schemas.openxmlformats.org/officeDocument/2006/relationships/slide" Target="slides/slide1727.xml"/><Relationship Id="rId1935" Type="http://schemas.openxmlformats.org/officeDocument/2006/relationships/slide" Target="slides/slide1934.xml"/><Relationship Id="rId2197" Type="http://schemas.openxmlformats.org/officeDocument/2006/relationships/slide" Target="slides/slide2196.xml"/><Relationship Id="rId169" Type="http://schemas.openxmlformats.org/officeDocument/2006/relationships/slide" Target="slides/slide168.xml"/><Relationship Id="rId376" Type="http://schemas.openxmlformats.org/officeDocument/2006/relationships/slide" Target="slides/slide375.xml"/><Relationship Id="rId583" Type="http://schemas.openxmlformats.org/officeDocument/2006/relationships/slide" Target="slides/slide582.xml"/><Relationship Id="rId790" Type="http://schemas.openxmlformats.org/officeDocument/2006/relationships/slide" Target="slides/slide789.xml"/><Relationship Id="rId2057" Type="http://schemas.openxmlformats.org/officeDocument/2006/relationships/slide" Target="slides/slide2056.xml"/><Relationship Id="rId2264" Type="http://schemas.openxmlformats.org/officeDocument/2006/relationships/slide" Target="slides/slide2263.xml"/><Relationship Id="rId4" Type="http://schemas.openxmlformats.org/officeDocument/2006/relationships/slide" Target="slides/slide3.xml"/><Relationship Id="rId236" Type="http://schemas.openxmlformats.org/officeDocument/2006/relationships/slide" Target="slides/slide235.xml"/><Relationship Id="rId443" Type="http://schemas.openxmlformats.org/officeDocument/2006/relationships/slide" Target="slides/slide442.xml"/><Relationship Id="rId650" Type="http://schemas.openxmlformats.org/officeDocument/2006/relationships/slide" Target="slides/slide649.xml"/><Relationship Id="rId888" Type="http://schemas.openxmlformats.org/officeDocument/2006/relationships/slide" Target="slides/slide887.xml"/><Relationship Id="rId1073" Type="http://schemas.openxmlformats.org/officeDocument/2006/relationships/slide" Target="slides/slide1072.xml"/><Relationship Id="rId1280" Type="http://schemas.openxmlformats.org/officeDocument/2006/relationships/slide" Target="slides/slide1279.xml"/><Relationship Id="rId2124" Type="http://schemas.openxmlformats.org/officeDocument/2006/relationships/slide" Target="slides/slide2123.xml"/><Relationship Id="rId303" Type="http://schemas.openxmlformats.org/officeDocument/2006/relationships/slide" Target="slides/slide302.xml"/><Relationship Id="rId748" Type="http://schemas.openxmlformats.org/officeDocument/2006/relationships/slide" Target="slides/slide747.xml"/><Relationship Id="rId955" Type="http://schemas.openxmlformats.org/officeDocument/2006/relationships/slide" Target="slides/slide954.xml"/><Relationship Id="rId1140" Type="http://schemas.openxmlformats.org/officeDocument/2006/relationships/slide" Target="slides/slide1139.xml"/><Relationship Id="rId1378" Type="http://schemas.openxmlformats.org/officeDocument/2006/relationships/slide" Target="slides/slide1377.xml"/><Relationship Id="rId1585" Type="http://schemas.openxmlformats.org/officeDocument/2006/relationships/slide" Target="slides/slide1584.xml"/><Relationship Id="rId1792" Type="http://schemas.openxmlformats.org/officeDocument/2006/relationships/slide" Target="slides/slide1791.xml"/><Relationship Id="rId84" Type="http://schemas.openxmlformats.org/officeDocument/2006/relationships/slide" Target="slides/slide83.xml"/><Relationship Id="rId510" Type="http://schemas.openxmlformats.org/officeDocument/2006/relationships/slide" Target="slides/slide509.xml"/><Relationship Id="rId608" Type="http://schemas.openxmlformats.org/officeDocument/2006/relationships/slide" Target="slides/slide607.xml"/><Relationship Id="rId815" Type="http://schemas.openxmlformats.org/officeDocument/2006/relationships/slide" Target="slides/slide814.xml"/><Relationship Id="rId1238" Type="http://schemas.openxmlformats.org/officeDocument/2006/relationships/slide" Target="slides/slide1237.xml"/><Relationship Id="rId1445" Type="http://schemas.openxmlformats.org/officeDocument/2006/relationships/slide" Target="slides/slide1444.xml"/><Relationship Id="rId1652" Type="http://schemas.openxmlformats.org/officeDocument/2006/relationships/slide" Target="slides/slide1651.xml"/><Relationship Id="rId1000" Type="http://schemas.openxmlformats.org/officeDocument/2006/relationships/slide" Target="slides/slide999.xml"/><Relationship Id="rId1305" Type="http://schemas.openxmlformats.org/officeDocument/2006/relationships/slide" Target="slides/slide1304.xml"/><Relationship Id="rId1957" Type="http://schemas.openxmlformats.org/officeDocument/2006/relationships/slide" Target="slides/slide1956.xml"/><Relationship Id="rId1512" Type="http://schemas.openxmlformats.org/officeDocument/2006/relationships/slide" Target="slides/slide1511.xml"/><Relationship Id="rId1817" Type="http://schemas.openxmlformats.org/officeDocument/2006/relationships/slide" Target="slides/slide1816.xml"/><Relationship Id="rId11" Type="http://schemas.openxmlformats.org/officeDocument/2006/relationships/slide" Target="slides/slide10.xml"/><Relationship Id="rId398" Type="http://schemas.openxmlformats.org/officeDocument/2006/relationships/slide" Target="slides/slide397.xml"/><Relationship Id="rId2079" Type="http://schemas.openxmlformats.org/officeDocument/2006/relationships/slide" Target="slides/slide2078.xml"/><Relationship Id="rId160" Type="http://schemas.openxmlformats.org/officeDocument/2006/relationships/slide" Target="slides/slide159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72" Type="http://schemas.openxmlformats.org/officeDocument/2006/relationships/slide" Target="slides/slide671.xml"/><Relationship Id="rId1095" Type="http://schemas.openxmlformats.org/officeDocument/2006/relationships/slide" Target="slides/slide1094.xml"/><Relationship Id="rId2146" Type="http://schemas.openxmlformats.org/officeDocument/2006/relationships/slide" Target="slides/slide2145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532" Type="http://schemas.openxmlformats.org/officeDocument/2006/relationships/slide" Target="slides/slide531.xml"/><Relationship Id="rId977" Type="http://schemas.openxmlformats.org/officeDocument/2006/relationships/slide" Target="slides/slide976.xml"/><Relationship Id="rId1162" Type="http://schemas.openxmlformats.org/officeDocument/2006/relationships/slide" Target="slides/slide1161.xml"/><Relationship Id="rId2006" Type="http://schemas.openxmlformats.org/officeDocument/2006/relationships/slide" Target="slides/slide2005.xml"/><Relationship Id="rId2213" Type="http://schemas.openxmlformats.org/officeDocument/2006/relationships/slide" Target="slides/slide2212.xml"/><Relationship Id="rId837" Type="http://schemas.openxmlformats.org/officeDocument/2006/relationships/slide" Target="slides/slide836.xml"/><Relationship Id="rId1022" Type="http://schemas.openxmlformats.org/officeDocument/2006/relationships/slide" Target="slides/slide1021.xml"/><Relationship Id="rId1467" Type="http://schemas.openxmlformats.org/officeDocument/2006/relationships/slide" Target="slides/slide1466.xml"/><Relationship Id="rId1674" Type="http://schemas.openxmlformats.org/officeDocument/2006/relationships/slide" Target="slides/slide1673.xml"/><Relationship Id="rId1881" Type="http://schemas.openxmlformats.org/officeDocument/2006/relationships/slide" Target="slides/slide1880.xml"/><Relationship Id="rId904" Type="http://schemas.openxmlformats.org/officeDocument/2006/relationships/slide" Target="slides/slide903.xml"/><Relationship Id="rId1327" Type="http://schemas.openxmlformats.org/officeDocument/2006/relationships/slide" Target="slides/slide1326.xml"/><Relationship Id="rId1534" Type="http://schemas.openxmlformats.org/officeDocument/2006/relationships/slide" Target="slides/slide1533.xml"/><Relationship Id="rId1741" Type="http://schemas.openxmlformats.org/officeDocument/2006/relationships/slide" Target="slides/slide1740.xml"/><Relationship Id="rId1979" Type="http://schemas.openxmlformats.org/officeDocument/2006/relationships/slide" Target="slides/slide1978.xml"/><Relationship Id="rId33" Type="http://schemas.openxmlformats.org/officeDocument/2006/relationships/slide" Target="slides/slide32.xml"/><Relationship Id="rId1601" Type="http://schemas.openxmlformats.org/officeDocument/2006/relationships/slide" Target="slides/slide1600.xml"/><Relationship Id="rId1839" Type="http://schemas.openxmlformats.org/officeDocument/2006/relationships/slide" Target="slides/slide1838.xml"/><Relationship Id="rId182" Type="http://schemas.openxmlformats.org/officeDocument/2006/relationships/slide" Target="slides/slide181.xml"/><Relationship Id="rId1906" Type="http://schemas.openxmlformats.org/officeDocument/2006/relationships/slide" Target="slides/slide1905.xml"/><Relationship Id="rId487" Type="http://schemas.openxmlformats.org/officeDocument/2006/relationships/slide" Target="slides/slide486.xml"/><Relationship Id="rId694" Type="http://schemas.openxmlformats.org/officeDocument/2006/relationships/slide" Target="slides/slide693.xml"/><Relationship Id="rId2070" Type="http://schemas.openxmlformats.org/officeDocument/2006/relationships/slide" Target="slides/slide2069.xml"/><Relationship Id="rId2168" Type="http://schemas.openxmlformats.org/officeDocument/2006/relationships/slide" Target="slides/slide2167.xml"/><Relationship Id="rId347" Type="http://schemas.openxmlformats.org/officeDocument/2006/relationships/slide" Target="slides/slide346.xml"/><Relationship Id="rId999" Type="http://schemas.openxmlformats.org/officeDocument/2006/relationships/slide" Target="slides/slide998.xml"/><Relationship Id="rId1184" Type="http://schemas.openxmlformats.org/officeDocument/2006/relationships/slide" Target="slides/slide1183.xml"/><Relationship Id="rId2028" Type="http://schemas.openxmlformats.org/officeDocument/2006/relationships/slide" Target="slides/slide2027.xml"/><Relationship Id="rId554" Type="http://schemas.openxmlformats.org/officeDocument/2006/relationships/slide" Target="slides/slide553.xml"/><Relationship Id="rId761" Type="http://schemas.openxmlformats.org/officeDocument/2006/relationships/slide" Target="slides/slide760.xml"/><Relationship Id="rId859" Type="http://schemas.openxmlformats.org/officeDocument/2006/relationships/slide" Target="slides/slide858.xml"/><Relationship Id="rId1391" Type="http://schemas.openxmlformats.org/officeDocument/2006/relationships/slide" Target="slides/slide1390.xml"/><Relationship Id="rId1489" Type="http://schemas.openxmlformats.org/officeDocument/2006/relationships/slide" Target="slides/slide1488.xml"/><Relationship Id="rId1696" Type="http://schemas.openxmlformats.org/officeDocument/2006/relationships/slide" Target="slides/slide1695.xml"/><Relationship Id="rId2235" Type="http://schemas.openxmlformats.org/officeDocument/2006/relationships/slide" Target="slides/slide2234.xml"/><Relationship Id="rId207" Type="http://schemas.openxmlformats.org/officeDocument/2006/relationships/slide" Target="slides/slide206.xml"/><Relationship Id="rId414" Type="http://schemas.openxmlformats.org/officeDocument/2006/relationships/slide" Target="slides/slide413.xml"/><Relationship Id="rId621" Type="http://schemas.openxmlformats.org/officeDocument/2006/relationships/slide" Target="slides/slide620.xml"/><Relationship Id="rId1044" Type="http://schemas.openxmlformats.org/officeDocument/2006/relationships/slide" Target="slides/slide1043.xml"/><Relationship Id="rId1251" Type="http://schemas.openxmlformats.org/officeDocument/2006/relationships/slide" Target="slides/slide1250.xml"/><Relationship Id="rId1349" Type="http://schemas.openxmlformats.org/officeDocument/2006/relationships/slide" Target="slides/slide1348.xml"/><Relationship Id="rId719" Type="http://schemas.openxmlformats.org/officeDocument/2006/relationships/slide" Target="slides/slide718.xml"/><Relationship Id="rId926" Type="http://schemas.openxmlformats.org/officeDocument/2006/relationships/slide" Target="slides/slide925.xml"/><Relationship Id="rId1111" Type="http://schemas.openxmlformats.org/officeDocument/2006/relationships/slide" Target="slides/slide1110.xml"/><Relationship Id="rId1556" Type="http://schemas.openxmlformats.org/officeDocument/2006/relationships/slide" Target="slides/slide1555.xml"/><Relationship Id="rId1763" Type="http://schemas.openxmlformats.org/officeDocument/2006/relationships/slide" Target="slides/slide1762.xml"/><Relationship Id="rId1970" Type="http://schemas.openxmlformats.org/officeDocument/2006/relationships/slide" Target="slides/slide1969.xml"/><Relationship Id="rId55" Type="http://schemas.openxmlformats.org/officeDocument/2006/relationships/slide" Target="slides/slide54.xml"/><Relationship Id="rId1209" Type="http://schemas.openxmlformats.org/officeDocument/2006/relationships/slide" Target="slides/slide1208.xml"/><Relationship Id="rId1416" Type="http://schemas.openxmlformats.org/officeDocument/2006/relationships/slide" Target="slides/slide1415.xml"/><Relationship Id="rId1623" Type="http://schemas.openxmlformats.org/officeDocument/2006/relationships/slide" Target="slides/slide1622.xml"/><Relationship Id="rId1830" Type="http://schemas.openxmlformats.org/officeDocument/2006/relationships/slide" Target="slides/slide1829.xml"/><Relationship Id="rId1928" Type="http://schemas.openxmlformats.org/officeDocument/2006/relationships/slide" Target="slides/slide1927.xml"/><Relationship Id="rId2092" Type="http://schemas.openxmlformats.org/officeDocument/2006/relationships/slide" Target="slides/slide2091.xml"/><Relationship Id="rId271" Type="http://schemas.openxmlformats.org/officeDocument/2006/relationships/slide" Target="slides/slide270.xml"/><Relationship Id="rId131" Type="http://schemas.openxmlformats.org/officeDocument/2006/relationships/slide" Target="slides/slide130.xml"/><Relationship Id="rId369" Type="http://schemas.openxmlformats.org/officeDocument/2006/relationships/slide" Target="slides/slide368.xml"/><Relationship Id="rId576" Type="http://schemas.openxmlformats.org/officeDocument/2006/relationships/slide" Target="slides/slide575.xml"/><Relationship Id="rId783" Type="http://schemas.openxmlformats.org/officeDocument/2006/relationships/slide" Target="slides/slide782.xml"/><Relationship Id="rId990" Type="http://schemas.openxmlformats.org/officeDocument/2006/relationships/slide" Target="slides/slide989.xml"/><Relationship Id="rId2257" Type="http://schemas.openxmlformats.org/officeDocument/2006/relationships/slide" Target="slides/slide2256.xml"/><Relationship Id="rId229" Type="http://schemas.openxmlformats.org/officeDocument/2006/relationships/slide" Target="slides/slide228.xml"/><Relationship Id="rId436" Type="http://schemas.openxmlformats.org/officeDocument/2006/relationships/slide" Target="slides/slide435.xml"/><Relationship Id="rId643" Type="http://schemas.openxmlformats.org/officeDocument/2006/relationships/slide" Target="slides/slide642.xml"/><Relationship Id="rId1066" Type="http://schemas.openxmlformats.org/officeDocument/2006/relationships/slide" Target="slides/slide1065.xml"/><Relationship Id="rId1273" Type="http://schemas.openxmlformats.org/officeDocument/2006/relationships/slide" Target="slides/slide1272.xml"/><Relationship Id="rId1480" Type="http://schemas.openxmlformats.org/officeDocument/2006/relationships/slide" Target="slides/slide1479.xml"/><Relationship Id="rId2117" Type="http://schemas.openxmlformats.org/officeDocument/2006/relationships/slide" Target="slides/slide2116.xml"/><Relationship Id="rId850" Type="http://schemas.openxmlformats.org/officeDocument/2006/relationships/slide" Target="slides/slide849.xml"/><Relationship Id="rId948" Type="http://schemas.openxmlformats.org/officeDocument/2006/relationships/slide" Target="slides/slide947.xml"/><Relationship Id="rId1133" Type="http://schemas.openxmlformats.org/officeDocument/2006/relationships/slide" Target="slides/slide1132.xml"/><Relationship Id="rId1578" Type="http://schemas.openxmlformats.org/officeDocument/2006/relationships/slide" Target="slides/slide1577.xml"/><Relationship Id="rId1785" Type="http://schemas.openxmlformats.org/officeDocument/2006/relationships/slide" Target="slides/slide1784.xml"/><Relationship Id="rId1992" Type="http://schemas.openxmlformats.org/officeDocument/2006/relationships/slide" Target="slides/slide1991.xml"/><Relationship Id="rId77" Type="http://schemas.openxmlformats.org/officeDocument/2006/relationships/slide" Target="slides/slide76.xml"/><Relationship Id="rId503" Type="http://schemas.openxmlformats.org/officeDocument/2006/relationships/slide" Target="slides/slide502.xml"/><Relationship Id="rId710" Type="http://schemas.openxmlformats.org/officeDocument/2006/relationships/slide" Target="slides/slide709.xml"/><Relationship Id="rId808" Type="http://schemas.openxmlformats.org/officeDocument/2006/relationships/slide" Target="slides/slide807.xml"/><Relationship Id="rId1340" Type="http://schemas.openxmlformats.org/officeDocument/2006/relationships/slide" Target="slides/slide1339.xml"/><Relationship Id="rId1438" Type="http://schemas.openxmlformats.org/officeDocument/2006/relationships/slide" Target="slides/slide1437.xml"/><Relationship Id="rId1645" Type="http://schemas.openxmlformats.org/officeDocument/2006/relationships/slide" Target="slides/slide1644.xml"/><Relationship Id="rId1200" Type="http://schemas.openxmlformats.org/officeDocument/2006/relationships/slide" Target="slides/slide1199.xml"/><Relationship Id="rId1852" Type="http://schemas.openxmlformats.org/officeDocument/2006/relationships/slide" Target="slides/slide1851.xml"/><Relationship Id="rId1505" Type="http://schemas.openxmlformats.org/officeDocument/2006/relationships/slide" Target="slides/slide1504.xml"/><Relationship Id="rId1712" Type="http://schemas.openxmlformats.org/officeDocument/2006/relationships/slide" Target="slides/slide1711.xml"/><Relationship Id="rId293" Type="http://schemas.openxmlformats.org/officeDocument/2006/relationships/slide" Target="slides/slide292.xml"/><Relationship Id="rId2181" Type="http://schemas.openxmlformats.org/officeDocument/2006/relationships/slide" Target="slides/slide2180.xml"/><Relationship Id="rId153" Type="http://schemas.openxmlformats.org/officeDocument/2006/relationships/slide" Target="slides/slide152.xml"/><Relationship Id="rId360" Type="http://schemas.openxmlformats.org/officeDocument/2006/relationships/slide" Target="slides/slide359.xml"/><Relationship Id="rId598" Type="http://schemas.openxmlformats.org/officeDocument/2006/relationships/slide" Target="slides/slide597.xml"/><Relationship Id="rId2041" Type="http://schemas.openxmlformats.org/officeDocument/2006/relationships/slide" Target="slides/slide2040.xml"/><Relationship Id="rId2279" Type="http://schemas.openxmlformats.org/officeDocument/2006/relationships/notesMaster" Target="notesMasters/notesMaster1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65" Type="http://schemas.openxmlformats.org/officeDocument/2006/relationships/slide" Target="slides/slide664.xml"/><Relationship Id="rId872" Type="http://schemas.openxmlformats.org/officeDocument/2006/relationships/slide" Target="slides/slide871.xml"/><Relationship Id="rId1088" Type="http://schemas.openxmlformats.org/officeDocument/2006/relationships/slide" Target="slides/slide1087.xml"/><Relationship Id="rId1295" Type="http://schemas.openxmlformats.org/officeDocument/2006/relationships/slide" Target="slides/slide1294.xml"/><Relationship Id="rId2139" Type="http://schemas.openxmlformats.org/officeDocument/2006/relationships/slide" Target="slides/slide2138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732" Type="http://schemas.openxmlformats.org/officeDocument/2006/relationships/slide" Target="slides/slide731.xml"/><Relationship Id="rId1155" Type="http://schemas.openxmlformats.org/officeDocument/2006/relationships/slide" Target="slides/slide1154.xml"/><Relationship Id="rId1362" Type="http://schemas.openxmlformats.org/officeDocument/2006/relationships/slide" Target="slides/slide1361.xml"/><Relationship Id="rId2206" Type="http://schemas.openxmlformats.org/officeDocument/2006/relationships/slide" Target="slides/slide2205.xml"/><Relationship Id="rId99" Type="http://schemas.openxmlformats.org/officeDocument/2006/relationships/slide" Target="slides/slide98.xml"/><Relationship Id="rId1015" Type="http://schemas.openxmlformats.org/officeDocument/2006/relationships/slide" Target="slides/slide1014.xml"/><Relationship Id="rId1222" Type="http://schemas.openxmlformats.org/officeDocument/2006/relationships/slide" Target="slides/slide1221.xml"/><Relationship Id="rId1667" Type="http://schemas.openxmlformats.org/officeDocument/2006/relationships/slide" Target="slides/slide1666.xml"/><Relationship Id="rId1874" Type="http://schemas.openxmlformats.org/officeDocument/2006/relationships/slide" Target="slides/slide1873.xml"/><Relationship Id="rId1527" Type="http://schemas.openxmlformats.org/officeDocument/2006/relationships/slide" Target="slides/slide1526.xml"/><Relationship Id="rId1734" Type="http://schemas.openxmlformats.org/officeDocument/2006/relationships/slide" Target="slides/slide1733.xml"/><Relationship Id="rId1941" Type="http://schemas.openxmlformats.org/officeDocument/2006/relationships/slide" Target="slides/slide1940.xml"/><Relationship Id="rId26" Type="http://schemas.openxmlformats.org/officeDocument/2006/relationships/slide" Target="slides/slide25.xml"/><Relationship Id="rId175" Type="http://schemas.openxmlformats.org/officeDocument/2006/relationships/slide" Target="slides/slide174.xml"/><Relationship Id="rId1801" Type="http://schemas.openxmlformats.org/officeDocument/2006/relationships/slide" Target="slides/slide1800.xml"/><Relationship Id="rId382" Type="http://schemas.openxmlformats.org/officeDocument/2006/relationships/slide" Target="slides/slide381.xml"/><Relationship Id="rId687" Type="http://schemas.openxmlformats.org/officeDocument/2006/relationships/slide" Target="slides/slide686.xml"/><Relationship Id="rId2063" Type="http://schemas.openxmlformats.org/officeDocument/2006/relationships/slide" Target="slides/slide2062.xml"/><Relationship Id="rId2270" Type="http://schemas.openxmlformats.org/officeDocument/2006/relationships/slide" Target="slides/slide2269.xml"/><Relationship Id="rId242" Type="http://schemas.openxmlformats.org/officeDocument/2006/relationships/slide" Target="slides/slide241.xml"/><Relationship Id="rId894" Type="http://schemas.openxmlformats.org/officeDocument/2006/relationships/slide" Target="slides/slide893.xml"/><Relationship Id="rId1177" Type="http://schemas.openxmlformats.org/officeDocument/2006/relationships/slide" Target="slides/slide1176.xml"/><Relationship Id="rId2130" Type="http://schemas.openxmlformats.org/officeDocument/2006/relationships/slide" Target="slides/slide2129.xml"/><Relationship Id="rId102" Type="http://schemas.openxmlformats.org/officeDocument/2006/relationships/slide" Target="slides/slide101.xml"/><Relationship Id="rId547" Type="http://schemas.openxmlformats.org/officeDocument/2006/relationships/slide" Target="slides/slide546.xml"/><Relationship Id="rId754" Type="http://schemas.openxmlformats.org/officeDocument/2006/relationships/slide" Target="slides/slide753.xml"/><Relationship Id="rId961" Type="http://schemas.openxmlformats.org/officeDocument/2006/relationships/slide" Target="slides/slide960.xml"/><Relationship Id="rId1384" Type="http://schemas.openxmlformats.org/officeDocument/2006/relationships/slide" Target="slides/slide1383.xml"/><Relationship Id="rId1591" Type="http://schemas.openxmlformats.org/officeDocument/2006/relationships/slide" Target="slides/slide1590.xml"/><Relationship Id="rId1689" Type="http://schemas.openxmlformats.org/officeDocument/2006/relationships/slide" Target="slides/slide1688.xml"/><Relationship Id="rId2228" Type="http://schemas.openxmlformats.org/officeDocument/2006/relationships/slide" Target="slides/slide2227.xml"/><Relationship Id="rId90" Type="http://schemas.openxmlformats.org/officeDocument/2006/relationships/slide" Target="slides/slide89.xml"/><Relationship Id="rId407" Type="http://schemas.openxmlformats.org/officeDocument/2006/relationships/slide" Target="slides/slide406.xml"/><Relationship Id="rId614" Type="http://schemas.openxmlformats.org/officeDocument/2006/relationships/slide" Target="slides/slide613.xml"/><Relationship Id="rId821" Type="http://schemas.openxmlformats.org/officeDocument/2006/relationships/slide" Target="slides/slide820.xml"/><Relationship Id="rId1037" Type="http://schemas.openxmlformats.org/officeDocument/2006/relationships/slide" Target="slides/slide1036.xml"/><Relationship Id="rId1244" Type="http://schemas.openxmlformats.org/officeDocument/2006/relationships/slide" Target="slides/slide1243.xml"/><Relationship Id="rId1451" Type="http://schemas.openxmlformats.org/officeDocument/2006/relationships/slide" Target="slides/slide1450.xml"/><Relationship Id="rId1896" Type="http://schemas.openxmlformats.org/officeDocument/2006/relationships/slide" Target="slides/slide1895.xml"/><Relationship Id="rId919" Type="http://schemas.openxmlformats.org/officeDocument/2006/relationships/slide" Target="slides/slide918.xml"/><Relationship Id="rId1104" Type="http://schemas.openxmlformats.org/officeDocument/2006/relationships/slide" Target="slides/slide1103.xml"/><Relationship Id="rId1311" Type="http://schemas.openxmlformats.org/officeDocument/2006/relationships/slide" Target="slides/slide1310.xml"/><Relationship Id="rId1549" Type="http://schemas.openxmlformats.org/officeDocument/2006/relationships/slide" Target="slides/slide1548.xml"/><Relationship Id="rId1756" Type="http://schemas.openxmlformats.org/officeDocument/2006/relationships/slide" Target="slides/slide1755.xml"/><Relationship Id="rId1963" Type="http://schemas.openxmlformats.org/officeDocument/2006/relationships/slide" Target="slides/slide1962.xml"/><Relationship Id="rId48" Type="http://schemas.openxmlformats.org/officeDocument/2006/relationships/slide" Target="slides/slide47.xml"/><Relationship Id="rId1409" Type="http://schemas.openxmlformats.org/officeDocument/2006/relationships/slide" Target="slides/slide1408.xml"/><Relationship Id="rId1616" Type="http://schemas.openxmlformats.org/officeDocument/2006/relationships/slide" Target="slides/slide1615.xml"/><Relationship Id="rId1823" Type="http://schemas.openxmlformats.org/officeDocument/2006/relationships/slide" Target="slides/slide1822.xml"/><Relationship Id="rId197" Type="http://schemas.openxmlformats.org/officeDocument/2006/relationships/slide" Target="slides/slide196.xml"/><Relationship Id="rId2085" Type="http://schemas.openxmlformats.org/officeDocument/2006/relationships/slide" Target="slides/slide2084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2152" Type="http://schemas.openxmlformats.org/officeDocument/2006/relationships/slide" Target="slides/slide2151.xml"/><Relationship Id="rId124" Type="http://schemas.openxmlformats.org/officeDocument/2006/relationships/slide" Target="slides/slide123.xml"/><Relationship Id="rId569" Type="http://schemas.openxmlformats.org/officeDocument/2006/relationships/slide" Target="slides/slide568.xml"/><Relationship Id="rId776" Type="http://schemas.openxmlformats.org/officeDocument/2006/relationships/slide" Target="slides/slide775.xml"/><Relationship Id="rId983" Type="http://schemas.openxmlformats.org/officeDocument/2006/relationships/slide" Target="slides/slide982.xml"/><Relationship Id="rId1199" Type="http://schemas.openxmlformats.org/officeDocument/2006/relationships/slide" Target="slides/slide1198.xml"/><Relationship Id="rId331" Type="http://schemas.openxmlformats.org/officeDocument/2006/relationships/slide" Target="slides/slide330.xml"/><Relationship Id="rId429" Type="http://schemas.openxmlformats.org/officeDocument/2006/relationships/slide" Target="slides/slide428.xml"/><Relationship Id="rId636" Type="http://schemas.openxmlformats.org/officeDocument/2006/relationships/slide" Target="slides/slide635.xml"/><Relationship Id="rId1059" Type="http://schemas.openxmlformats.org/officeDocument/2006/relationships/slide" Target="slides/slide1058.xml"/><Relationship Id="rId1266" Type="http://schemas.openxmlformats.org/officeDocument/2006/relationships/slide" Target="slides/slide1265.xml"/><Relationship Id="rId1473" Type="http://schemas.openxmlformats.org/officeDocument/2006/relationships/slide" Target="slides/slide1472.xml"/><Relationship Id="rId2012" Type="http://schemas.openxmlformats.org/officeDocument/2006/relationships/slide" Target="slides/slide2011.xml"/><Relationship Id="rId843" Type="http://schemas.openxmlformats.org/officeDocument/2006/relationships/slide" Target="slides/slide842.xml"/><Relationship Id="rId1126" Type="http://schemas.openxmlformats.org/officeDocument/2006/relationships/slide" Target="slides/slide1125.xml"/><Relationship Id="rId1680" Type="http://schemas.openxmlformats.org/officeDocument/2006/relationships/slide" Target="slides/slide1679.xml"/><Relationship Id="rId1778" Type="http://schemas.openxmlformats.org/officeDocument/2006/relationships/slide" Target="slides/slide1777.xml"/><Relationship Id="rId1985" Type="http://schemas.openxmlformats.org/officeDocument/2006/relationships/slide" Target="slides/slide1984.xml"/><Relationship Id="rId703" Type="http://schemas.openxmlformats.org/officeDocument/2006/relationships/slide" Target="slides/slide702.xml"/><Relationship Id="rId910" Type="http://schemas.openxmlformats.org/officeDocument/2006/relationships/slide" Target="slides/slide909.xml"/><Relationship Id="rId1333" Type="http://schemas.openxmlformats.org/officeDocument/2006/relationships/slide" Target="slides/slide1332.xml"/><Relationship Id="rId1540" Type="http://schemas.openxmlformats.org/officeDocument/2006/relationships/slide" Target="slides/slide1539.xml"/><Relationship Id="rId1638" Type="http://schemas.openxmlformats.org/officeDocument/2006/relationships/slide" Target="slides/slide1637.xml"/><Relationship Id="rId1400" Type="http://schemas.openxmlformats.org/officeDocument/2006/relationships/slide" Target="slides/slide1399.xml"/><Relationship Id="rId1845" Type="http://schemas.openxmlformats.org/officeDocument/2006/relationships/slide" Target="slides/slide1844.xml"/><Relationship Id="rId1705" Type="http://schemas.openxmlformats.org/officeDocument/2006/relationships/slide" Target="slides/slide1704.xml"/><Relationship Id="rId1912" Type="http://schemas.openxmlformats.org/officeDocument/2006/relationships/slide" Target="slides/slide1911.xml"/><Relationship Id="rId286" Type="http://schemas.openxmlformats.org/officeDocument/2006/relationships/slide" Target="slides/slide285.xml"/><Relationship Id="rId493" Type="http://schemas.openxmlformats.org/officeDocument/2006/relationships/slide" Target="slides/slide492.xml"/><Relationship Id="rId2174" Type="http://schemas.openxmlformats.org/officeDocument/2006/relationships/slide" Target="slides/slide2173.xml"/><Relationship Id="rId146" Type="http://schemas.openxmlformats.org/officeDocument/2006/relationships/slide" Target="slides/slide145.xml"/><Relationship Id="rId353" Type="http://schemas.openxmlformats.org/officeDocument/2006/relationships/slide" Target="slides/slide352.xml"/><Relationship Id="rId560" Type="http://schemas.openxmlformats.org/officeDocument/2006/relationships/slide" Target="slides/slide559.xml"/><Relationship Id="rId798" Type="http://schemas.openxmlformats.org/officeDocument/2006/relationships/slide" Target="slides/slide797.xml"/><Relationship Id="rId1190" Type="http://schemas.openxmlformats.org/officeDocument/2006/relationships/slide" Target="slides/slide1189.xml"/><Relationship Id="rId2034" Type="http://schemas.openxmlformats.org/officeDocument/2006/relationships/slide" Target="slides/slide2033.xml"/><Relationship Id="rId2241" Type="http://schemas.openxmlformats.org/officeDocument/2006/relationships/slide" Target="slides/slide2240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58" Type="http://schemas.openxmlformats.org/officeDocument/2006/relationships/slide" Target="slides/slide657.xml"/><Relationship Id="rId865" Type="http://schemas.openxmlformats.org/officeDocument/2006/relationships/slide" Target="slides/slide864.xml"/><Relationship Id="rId1050" Type="http://schemas.openxmlformats.org/officeDocument/2006/relationships/slide" Target="slides/slide1049.xml"/><Relationship Id="rId1288" Type="http://schemas.openxmlformats.org/officeDocument/2006/relationships/slide" Target="slides/slide1287.xml"/><Relationship Id="rId1495" Type="http://schemas.openxmlformats.org/officeDocument/2006/relationships/slide" Target="slides/slide1494.xml"/><Relationship Id="rId2101" Type="http://schemas.openxmlformats.org/officeDocument/2006/relationships/slide" Target="slides/slide2100.xml"/><Relationship Id="rId518" Type="http://schemas.openxmlformats.org/officeDocument/2006/relationships/slide" Target="slides/slide517.xml"/><Relationship Id="rId725" Type="http://schemas.openxmlformats.org/officeDocument/2006/relationships/slide" Target="slides/slide724.xml"/><Relationship Id="rId932" Type="http://schemas.openxmlformats.org/officeDocument/2006/relationships/slide" Target="slides/slide931.xml"/><Relationship Id="rId1148" Type="http://schemas.openxmlformats.org/officeDocument/2006/relationships/slide" Target="slides/slide1147.xml"/><Relationship Id="rId1355" Type="http://schemas.openxmlformats.org/officeDocument/2006/relationships/slide" Target="slides/slide1354.xml"/><Relationship Id="rId1562" Type="http://schemas.openxmlformats.org/officeDocument/2006/relationships/slide" Target="slides/slide1561.xml"/><Relationship Id="rId1008" Type="http://schemas.openxmlformats.org/officeDocument/2006/relationships/slide" Target="slides/slide1007.xml"/><Relationship Id="rId1215" Type="http://schemas.openxmlformats.org/officeDocument/2006/relationships/slide" Target="slides/slide1214.xml"/><Relationship Id="rId1422" Type="http://schemas.openxmlformats.org/officeDocument/2006/relationships/slide" Target="slides/slide1421.xml"/><Relationship Id="rId1867" Type="http://schemas.openxmlformats.org/officeDocument/2006/relationships/slide" Target="slides/slide1866.xml"/><Relationship Id="rId61" Type="http://schemas.openxmlformats.org/officeDocument/2006/relationships/slide" Target="slides/slide60.xml"/><Relationship Id="rId1727" Type="http://schemas.openxmlformats.org/officeDocument/2006/relationships/slide" Target="slides/slide1726.xml"/><Relationship Id="rId1934" Type="http://schemas.openxmlformats.org/officeDocument/2006/relationships/slide" Target="slides/slide1933.xml"/><Relationship Id="rId19" Type="http://schemas.openxmlformats.org/officeDocument/2006/relationships/slide" Target="slides/slide18.xml"/><Relationship Id="rId2196" Type="http://schemas.openxmlformats.org/officeDocument/2006/relationships/slide" Target="slides/slide2195.xml"/><Relationship Id="rId168" Type="http://schemas.openxmlformats.org/officeDocument/2006/relationships/slide" Target="slides/slide167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2056" Type="http://schemas.openxmlformats.org/officeDocument/2006/relationships/slide" Target="slides/slide2055.xml"/><Relationship Id="rId2263" Type="http://schemas.openxmlformats.org/officeDocument/2006/relationships/slide" Target="slides/slide2262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442" Type="http://schemas.openxmlformats.org/officeDocument/2006/relationships/slide" Target="slides/slide441.xml"/><Relationship Id="rId887" Type="http://schemas.openxmlformats.org/officeDocument/2006/relationships/slide" Target="slides/slide886.xml"/><Relationship Id="rId1072" Type="http://schemas.openxmlformats.org/officeDocument/2006/relationships/slide" Target="slides/slide1071.xml"/><Relationship Id="rId2123" Type="http://schemas.openxmlformats.org/officeDocument/2006/relationships/slide" Target="slides/slide2122.xml"/><Relationship Id="rId302" Type="http://schemas.openxmlformats.org/officeDocument/2006/relationships/slide" Target="slides/slide301.xml"/><Relationship Id="rId747" Type="http://schemas.openxmlformats.org/officeDocument/2006/relationships/slide" Target="slides/slide746.xml"/><Relationship Id="rId954" Type="http://schemas.openxmlformats.org/officeDocument/2006/relationships/slide" Target="slides/slide953.xml"/><Relationship Id="rId1377" Type="http://schemas.openxmlformats.org/officeDocument/2006/relationships/slide" Target="slides/slide1376.xml"/><Relationship Id="rId1584" Type="http://schemas.openxmlformats.org/officeDocument/2006/relationships/slide" Target="slides/slide1583.xml"/><Relationship Id="rId1791" Type="http://schemas.openxmlformats.org/officeDocument/2006/relationships/slide" Target="slides/slide1790.xml"/><Relationship Id="rId83" Type="http://schemas.openxmlformats.org/officeDocument/2006/relationships/slide" Target="slides/slide82.xml"/><Relationship Id="rId607" Type="http://schemas.openxmlformats.org/officeDocument/2006/relationships/slide" Target="slides/slide606.xml"/><Relationship Id="rId814" Type="http://schemas.openxmlformats.org/officeDocument/2006/relationships/slide" Target="slides/slide813.xml"/><Relationship Id="rId1237" Type="http://schemas.openxmlformats.org/officeDocument/2006/relationships/slide" Target="slides/slide1236.xml"/><Relationship Id="rId1444" Type="http://schemas.openxmlformats.org/officeDocument/2006/relationships/slide" Target="slides/slide1443.xml"/><Relationship Id="rId1651" Type="http://schemas.openxmlformats.org/officeDocument/2006/relationships/slide" Target="slides/slide1650.xml"/><Relationship Id="rId1889" Type="http://schemas.openxmlformats.org/officeDocument/2006/relationships/slide" Target="slides/slide1888.xml"/><Relationship Id="rId1304" Type="http://schemas.openxmlformats.org/officeDocument/2006/relationships/slide" Target="slides/slide1303.xml"/><Relationship Id="rId1511" Type="http://schemas.openxmlformats.org/officeDocument/2006/relationships/slide" Target="slides/slide1510.xml"/><Relationship Id="rId1749" Type="http://schemas.openxmlformats.org/officeDocument/2006/relationships/slide" Target="slides/slide1748.xml"/><Relationship Id="rId1956" Type="http://schemas.openxmlformats.org/officeDocument/2006/relationships/slide" Target="slides/slide1955.xml"/><Relationship Id="rId1609" Type="http://schemas.openxmlformats.org/officeDocument/2006/relationships/slide" Target="slides/slide1608.xml"/><Relationship Id="rId1816" Type="http://schemas.openxmlformats.org/officeDocument/2006/relationships/slide" Target="slides/slide1815.xml"/><Relationship Id="rId10" Type="http://schemas.openxmlformats.org/officeDocument/2006/relationships/slide" Target="slides/slide9.xml"/><Relationship Id="rId397" Type="http://schemas.openxmlformats.org/officeDocument/2006/relationships/slide" Target="slides/slide396.xml"/><Relationship Id="rId2078" Type="http://schemas.openxmlformats.org/officeDocument/2006/relationships/slide" Target="slides/slide2077.xml"/><Relationship Id="rId257" Type="http://schemas.openxmlformats.org/officeDocument/2006/relationships/slide" Target="slides/slide256.xml"/><Relationship Id="rId464" Type="http://schemas.openxmlformats.org/officeDocument/2006/relationships/slide" Target="slides/slide463.xml"/><Relationship Id="rId1094" Type="http://schemas.openxmlformats.org/officeDocument/2006/relationships/slide" Target="slides/slide1093.xml"/><Relationship Id="rId2145" Type="http://schemas.openxmlformats.org/officeDocument/2006/relationships/slide" Target="slides/slide2144.xml"/><Relationship Id="rId117" Type="http://schemas.openxmlformats.org/officeDocument/2006/relationships/slide" Target="slides/slide116.xml"/><Relationship Id="rId671" Type="http://schemas.openxmlformats.org/officeDocument/2006/relationships/slide" Target="slides/slide670.xml"/><Relationship Id="rId769" Type="http://schemas.openxmlformats.org/officeDocument/2006/relationships/slide" Target="slides/slide768.xml"/><Relationship Id="rId976" Type="http://schemas.openxmlformats.org/officeDocument/2006/relationships/slide" Target="slides/slide975.xml"/><Relationship Id="rId1399" Type="http://schemas.openxmlformats.org/officeDocument/2006/relationships/slide" Target="slides/slide1398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1161" Type="http://schemas.openxmlformats.org/officeDocument/2006/relationships/slide" Target="slides/slide1160.xml"/><Relationship Id="rId1259" Type="http://schemas.openxmlformats.org/officeDocument/2006/relationships/slide" Target="slides/slide1258.xml"/><Relationship Id="rId1466" Type="http://schemas.openxmlformats.org/officeDocument/2006/relationships/slide" Target="slides/slide1465.xml"/><Relationship Id="rId2005" Type="http://schemas.openxmlformats.org/officeDocument/2006/relationships/slide" Target="slides/slide2004.xml"/><Relationship Id="rId2212" Type="http://schemas.openxmlformats.org/officeDocument/2006/relationships/slide" Target="slides/slide2211.xml"/><Relationship Id="rId836" Type="http://schemas.openxmlformats.org/officeDocument/2006/relationships/slide" Target="slides/slide835.xml"/><Relationship Id="rId1021" Type="http://schemas.openxmlformats.org/officeDocument/2006/relationships/slide" Target="slides/slide1020.xml"/><Relationship Id="rId1119" Type="http://schemas.openxmlformats.org/officeDocument/2006/relationships/slide" Target="slides/slide1118.xml"/><Relationship Id="rId1673" Type="http://schemas.openxmlformats.org/officeDocument/2006/relationships/slide" Target="slides/slide1672.xml"/><Relationship Id="rId1880" Type="http://schemas.openxmlformats.org/officeDocument/2006/relationships/slide" Target="slides/slide1879.xml"/><Relationship Id="rId1978" Type="http://schemas.openxmlformats.org/officeDocument/2006/relationships/slide" Target="slides/slide1977.xml"/><Relationship Id="rId903" Type="http://schemas.openxmlformats.org/officeDocument/2006/relationships/slide" Target="slides/slide902.xml"/><Relationship Id="rId1326" Type="http://schemas.openxmlformats.org/officeDocument/2006/relationships/slide" Target="slides/slide1325.xml"/><Relationship Id="rId1533" Type="http://schemas.openxmlformats.org/officeDocument/2006/relationships/slide" Target="slides/slide1532.xml"/><Relationship Id="rId1740" Type="http://schemas.openxmlformats.org/officeDocument/2006/relationships/slide" Target="slides/slide1739.xml"/><Relationship Id="rId32" Type="http://schemas.openxmlformats.org/officeDocument/2006/relationships/slide" Target="slides/slide31.xml"/><Relationship Id="rId1600" Type="http://schemas.openxmlformats.org/officeDocument/2006/relationships/slide" Target="slides/slide1599.xml"/><Relationship Id="rId1838" Type="http://schemas.openxmlformats.org/officeDocument/2006/relationships/slide" Target="slides/slide1837.xml"/><Relationship Id="rId181" Type="http://schemas.openxmlformats.org/officeDocument/2006/relationships/slide" Target="slides/slide180.xml"/><Relationship Id="rId1905" Type="http://schemas.openxmlformats.org/officeDocument/2006/relationships/slide" Target="slides/slide1904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693" Type="http://schemas.openxmlformats.org/officeDocument/2006/relationships/slide" Target="slides/slide692.xml"/><Relationship Id="rId2167" Type="http://schemas.openxmlformats.org/officeDocument/2006/relationships/slide" Target="slides/slide2166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760" Type="http://schemas.openxmlformats.org/officeDocument/2006/relationships/slide" Target="slides/slide759.xml"/><Relationship Id="rId998" Type="http://schemas.openxmlformats.org/officeDocument/2006/relationships/slide" Target="slides/slide997.xml"/><Relationship Id="rId1183" Type="http://schemas.openxmlformats.org/officeDocument/2006/relationships/slide" Target="slides/slide1182.xml"/><Relationship Id="rId1390" Type="http://schemas.openxmlformats.org/officeDocument/2006/relationships/slide" Target="slides/slide1389.xml"/><Relationship Id="rId2027" Type="http://schemas.openxmlformats.org/officeDocument/2006/relationships/slide" Target="slides/slide2026.xml"/><Relationship Id="rId2234" Type="http://schemas.openxmlformats.org/officeDocument/2006/relationships/slide" Target="slides/slide2233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858" Type="http://schemas.openxmlformats.org/officeDocument/2006/relationships/slide" Target="slides/slide857.xml"/><Relationship Id="rId1043" Type="http://schemas.openxmlformats.org/officeDocument/2006/relationships/slide" Target="slides/slide1042.xml"/><Relationship Id="rId1488" Type="http://schemas.openxmlformats.org/officeDocument/2006/relationships/slide" Target="slides/slide1487.xml"/><Relationship Id="rId1695" Type="http://schemas.openxmlformats.org/officeDocument/2006/relationships/slide" Target="slides/slide1694.xml"/><Relationship Id="rId620" Type="http://schemas.openxmlformats.org/officeDocument/2006/relationships/slide" Target="slides/slide619.xml"/><Relationship Id="rId718" Type="http://schemas.openxmlformats.org/officeDocument/2006/relationships/slide" Target="slides/slide717.xml"/><Relationship Id="rId925" Type="http://schemas.openxmlformats.org/officeDocument/2006/relationships/slide" Target="slides/slide924.xml"/><Relationship Id="rId1250" Type="http://schemas.openxmlformats.org/officeDocument/2006/relationships/slide" Target="slides/slide1249.xml"/><Relationship Id="rId1348" Type="http://schemas.openxmlformats.org/officeDocument/2006/relationships/slide" Target="slides/slide1347.xml"/><Relationship Id="rId1555" Type="http://schemas.openxmlformats.org/officeDocument/2006/relationships/slide" Target="slides/slide1554.xml"/><Relationship Id="rId1762" Type="http://schemas.openxmlformats.org/officeDocument/2006/relationships/slide" Target="slides/slide1761.xml"/><Relationship Id="rId1110" Type="http://schemas.openxmlformats.org/officeDocument/2006/relationships/slide" Target="slides/slide1109.xml"/><Relationship Id="rId1208" Type="http://schemas.openxmlformats.org/officeDocument/2006/relationships/slide" Target="slides/slide1207.xml"/><Relationship Id="rId1415" Type="http://schemas.openxmlformats.org/officeDocument/2006/relationships/slide" Target="slides/slide1414.xml"/><Relationship Id="rId54" Type="http://schemas.openxmlformats.org/officeDocument/2006/relationships/slide" Target="slides/slide53.xml"/><Relationship Id="rId1622" Type="http://schemas.openxmlformats.org/officeDocument/2006/relationships/slide" Target="slides/slide1621.xml"/><Relationship Id="rId1927" Type="http://schemas.openxmlformats.org/officeDocument/2006/relationships/slide" Target="slides/slide1926.xml"/><Relationship Id="rId2091" Type="http://schemas.openxmlformats.org/officeDocument/2006/relationships/slide" Target="slides/slide2090.xml"/><Relationship Id="rId2189" Type="http://schemas.openxmlformats.org/officeDocument/2006/relationships/slide" Target="slides/slide2188.xml"/><Relationship Id="rId270" Type="http://schemas.openxmlformats.org/officeDocument/2006/relationships/slide" Target="slides/slide269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782" Type="http://schemas.openxmlformats.org/officeDocument/2006/relationships/slide" Target="slides/slide781.xml"/><Relationship Id="rId2049" Type="http://schemas.openxmlformats.org/officeDocument/2006/relationships/slide" Target="slides/slide2048.xml"/><Relationship Id="rId2256" Type="http://schemas.openxmlformats.org/officeDocument/2006/relationships/slide" Target="slides/slide2255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1065" Type="http://schemas.openxmlformats.org/officeDocument/2006/relationships/slide" Target="slides/slide1064.xml"/><Relationship Id="rId1272" Type="http://schemas.openxmlformats.org/officeDocument/2006/relationships/slide" Target="slides/slide1271.xml"/><Relationship Id="rId2116" Type="http://schemas.openxmlformats.org/officeDocument/2006/relationships/slide" Target="slides/slide2115.xml"/><Relationship Id="rId502" Type="http://schemas.openxmlformats.org/officeDocument/2006/relationships/slide" Target="slides/slide501.xml"/><Relationship Id="rId947" Type="http://schemas.openxmlformats.org/officeDocument/2006/relationships/slide" Target="slides/slide946.xml"/><Relationship Id="rId1132" Type="http://schemas.openxmlformats.org/officeDocument/2006/relationships/slide" Target="slides/slide1131.xml"/><Relationship Id="rId1577" Type="http://schemas.openxmlformats.org/officeDocument/2006/relationships/slide" Target="slides/slide1576.xml"/><Relationship Id="rId1784" Type="http://schemas.openxmlformats.org/officeDocument/2006/relationships/slide" Target="slides/slide1783.xml"/><Relationship Id="rId1991" Type="http://schemas.openxmlformats.org/officeDocument/2006/relationships/slide" Target="slides/slide1990.xml"/><Relationship Id="rId76" Type="http://schemas.openxmlformats.org/officeDocument/2006/relationships/slide" Target="slides/slide75.xml"/><Relationship Id="rId807" Type="http://schemas.openxmlformats.org/officeDocument/2006/relationships/slide" Target="slides/slide806.xml"/><Relationship Id="rId1437" Type="http://schemas.openxmlformats.org/officeDocument/2006/relationships/slide" Target="slides/slide1436.xml"/><Relationship Id="rId1644" Type="http://schemas.openxmlformats.org/officeDocument/2006/relationships/slide" Target="slides/slide1643.xml"/><Relationship Id="rId1851" Type="http://schemas.openxmlformats.org/officeDocument/2006/relationships/slide" Target="slides/slide1850.xml"/><Relationship Id="rId1504" Type="http://schemas.openxmlformats.org/officeDocument/2006/relationships/slide" Target="slides/slide1503.xml"/><Relationship Id="rId1711" Type="http://schemas.openxmlformats.org/officeDocument/2006/relationships/slide" Target="slides/slide1710.xml"/><Relationship Id="rId1949" Type="http://schemas.openxmlformats.org/officeDocument/2006/relationships/slide" Target="slides/slide1948.xml"/><Relationship Id="rId292" Type="http://schemas.openxmlformats.org/officeDocument/2006/relationships/slide" Target="slides/slide291.xml"/><Relationship Id="rId1809" Type="http://schemas.openxmlformats.org/officeDocument/2006/relationships/slide" Target="slides/slide1808.xml"/><Relationship Id="rId597" Type="http://schemas.openxmlformats.org/officeDocument/2006/relationships/slide" Target="slides/slide596.xml"/><Relationship Id="rId2180" Type="http://schemas.openxmlformats.org/officeDocument/2006/relationships/slide" Target="slides/slide2179.xml"/><Relationship Id="rId2278" Type="http://schemas.openxmlformats.org/officeDocument/2006/relationships/slide" Target="slides/slide2277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1087" Type="http://schemas.openxmlformats.org/officeDocument/2006/relationships/slide" Target="slides/slide1086.xml"/><Relationship Id="rId1294" Type="http://schemas.openxmlformats.org/officeDocument/2006/relationships/slide" Target="slides/slide1293.xml"/><Relationship Id="rId2040" Type="http://schemas.openxmlformats.org/officeDocument/2006/relationships/slide" Target="slides/slide2039.xml"/><Relationship Id="rId2138" Type="http://schemas.openxmlformats.org/officeDocument/2006/relationships/slide" Target="slides/slide2137.xml"/><Relationship Id="rId664" Type="http://schemas.openxmlformats.org/officeDocument/2006/relationships/slide" Target="slides/slide663.xml"/><Relationship Id="rId871" Type="http://schemas.openxmlformats.org/officeDocument/2006/relationships/slide" Target="slides/slide870.xml"/><Relationship Id="rId969" Type="http://schemas.openxmlformats.org/officeDocument/2006/relationships/slide" Target="slides/slide968.xml"/><Relationship Id="rId1599" Type="http://schemas.openxmlformats.org/officeDocument/2006/relationships/slide" Target="slides/slide1598.xml"/><Relationship Id="rId317" Type="http://schemas.openxmlformats.org/officeDocument/2006/relationships/slide" Target="slides/slide316.xml"/><Relationship Id="rId524" Type="http://schemas.openxmlformats.org/officeDocument/2006/relationships/slide" Target="slides/slide523.xml"/><Relationship Id="rId731" Type="http://schemas.openxmlformats.org/officeDocument/2006/relationships/slide" Target="slides/slide730.xml"/><Relationship Id="rId1154" Type="http://schemas.openxmlformats.org/officeDocument/2006/relationships/slide" Target="slides/slide1153.xml"/><Relationship Id="rId1361" Type="http://schemas.openxmlformats.org/officeDocument/2006/relationships/slide" Target="slides/slide1360.xml"/><Relationship Id="rId1459" Type="http://schemas.openxmlformats.org/officeDocument/2006/relationships/slide" Target="slides/slide1458.xml"/><Relationship Id="rId2205" Type="http://schemas.openxmlformats.org/officeDocument/2006/relationships/slide" Target="slides/slide2204.xml"/><Relationship Id="rId98" Type="http://schemas.openxmlformats.org/officeDocument/2006/relationships/slide" Target="slides/slide97.xml"/><Relationship Id="rId829" Type="http://schemas.openxmlformats.org/officeDocument/2006/relationships/slide" Target="slides/slide828.xml"/><Relationship Id="rId1014" Type="http://schemas.openxmlformats.org/officeDocument/2006/relationships/slide" Target="slides/slide1013.xml"/><Relationship Id="rId1221" Type="http://schemas.openxmlformats.org/officeDocument/2006/relationships/slide" Target="slides/slide1220.xml"/><Relationship Id="rId1666" Type="http://schemas.openxmlformats.org/officeDocument/2006/relationships/slide" Target="slides/slide1665.xml"/><Relationship Id="rId1873" Type="http://schemas.openxmlformats.org/officeDocument/2006/relationships/slide" Target="slides/slide1872.xml"/><Relationship Id="rId1319" Type="http://schemas.openxmlformats.org/officeDocument/2006/relationships/slide" Target="slides/slide1318.xml"/><Relationship Id="rId1526" Type="http://schemas.openxmlformats.org/officeDocument/2006/relationships/slide" Target="slides/slide1525.xml"/><Relationship Id="rId1733" Type="http://schemas.openxmlformats.org/officeDocument/2006/relationships/slide" Target="slides/slide1732.xml"/><Relationship Id="rId1940" Type="http://schemas.openxmlformats.org/officeDocument/2006/relationships/slide" Target="slides/slide1939.xml"/><Relationship Id="rId25" Type="http://schemas.openxmlformats.org/officeDocument/2006/relationships/slide" Target="slides/slide24.xml"/><Relationship Id="rId1800" Type="http://schemas.openxmlformats.org/officeDocument/2006/relationships/slide" Target="slides/slide1799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062" Type="http://schemas.openxmlformats.org/officeDocument/2006/relationships/slide" Target="slides/slide2061.xml"/><Relationship Id="rId241" Type="http://schemas.openxmlformats.org/officeDocument/2006/relationships/slide" Target="slides/slide240.xml"/><Relationship Id="rId479" Type="http://schemas.openxmlformats.org/officeDocument/2006/relationships/slide" Target="slides/slide478.xml"/><Relationship Id="rId686" Type="http://schemas.openxmlformats.org/officeDocument/2006/relationships/slide" Target="slides/slide685.xml"/><Relationship Id="rId893" Type="http://schemas.openxmlformats.org/officeDocument/2006/relationships/slide" Target="slides/slide892.xml"/><Relationship Id="rId339" Type="http://schemas.openxmlformats.org/officeDocument/2006/relationships/slide" Target="slides/slide338.xml"/><Relationship Id="rId546" Type="http://schemas.openxmlformats.org/officeDocument/2006/relationships/slide" Target="slides/slide545.xml"/><Relationship Id="rId753" Type="http://schemas.openxmlformats.org/officeDocument/2006/relationships/slide" Target="slides/slide752.xml"/><Relationship Id="rId1176" Type="http://schemas.openxmlformats.org/officeDocument/2006/relationships/slide" Target="slides/slide1175.xml"/><Relationship Id="rId1383" Type="http://schemas.openxmlformats.org/officeDocument/2006/relationships/slide" Target="slides/slide1382.xml"/><Relationship Id="rId2227" Type="http://schemas.openxmlformats.org/officeDocument/2006/relationships/slide" Target="slides/slide2226.xml"/><Relationship Id="rId101" Type="http://schemas.openxmlformats.org/officeDocument/2006/relationships/slide" Target="slides/slide100.xml"/><Relationship Id="rId406" Type="http://schemas.openxmlformats.org/officeDocument/2006/relationships/slide" Target="slides/slide405.xml"/><Relationship Id="rId960" Type="http://schemas.openxmlformats.org/officeDocument/2006/relationships/slide" Target="slides/slide959.xml"/><Relationship Id="rId1036" Type="http://schemas.openxmlformats.org/officeDocument/2006/relationships/slide" Target="slides/slide1035.xml"/><Relationship Id="rId1243" Type="http://schemas.openxmlformats.org/officeDocument/2006/relationships/slide" Target="slides/slide1242.xml"/><Relationship Id="rId1590" Type="http://schemas.openxmlformats.org/officeDocument/2006/relationships/slide" Target="slides/slide1589.xml"/><Relationship Id="rId1688" Type="http://schemas.openxmlformats.org/officeDocument/2006/relationships/slide" Target="slides/slide1687.xml"/><Relationship Id="rId1895" Type="http://schemas.openxmlformats.org/officeDocument/2006/relationships/slide" Target="slides/slide1894.xml"/><Relationship Id="rId613" Type="http://schemas.openxmlformats.org/officeDocument/2006/relationships/slide" Target="slides/slide612.xml"/><Relationship Id="rId820" Type="http://schemas.openxmlformats.org/officeDocument/2006/relationships/slide" Target="slides/slide819.xml"/><Relationship Id="rId918" Type="http://schemas.openxmlformats.org/officeDocument/2006/relationships/slide" Target="slides/slide917.xml"/><Relationship Id="rId1450" Type="http://schemas.openxmlformats.org/officeDocument/2006/relationships/slide" Target="slides/slide1449.xml"/><Relationship Id="rId1548" Type="http://schemas.openxmlformats.org/officeDocument/2006/relationships/slide" Target="slides/slide1547.xml"/><Relationship Id="rId1755" Type="http://schemas.openxmlformats.org/officeDocument/2006/relationships/slide" Target="slides/slide1754.xml"/><Relationship Id="rId1103" Type="http://schemas.openxmlformats.org/officeDocument/2006/relationships/slide" Target="slides/slide1102.xml"/><Relationship Id="rId1310" Type="http://schemas.openxmlformats.org/officeDocument/2006/relationships/slide" Target="slides/slide1309.xml"/><Relationship Id="rId1408" Type="http://schemas.openxmlformats.org/officeDocument/2006/relationships/slide" Target="slides/slide1407.xml"/><Relationship Id="rId1962" Type="http://schemas.openxmlformats.org/officeDocument/2006/relationships/slide" Target="slides/slide1961.xml"/><Relationship Id="rId47" Type="http://schemas.openxmlformats.org/officeDocument/2006/relationships/slide" Target="slides/slide46.xml"/><Relationship Id="rId1615" Type="http://schemas.openxmlformats.org/officeDocument/2006/relationships/slide" Target="slides/slide1614.xml"/><Relationship Id="rId1822" Type="http://schemas.openxmlformats.org/officeDocument/2006/relationships/slide" Target="slides/slide1821.xml"/><Relationship Id="rId196" Type="http://schemas.openxmlformats.org/officeDocument/2006/relationships/slide" Target="slides/slide195.xml"/><Relationship Id="rId2084" Type="http://schemas.openxmlformats.org/officeDocument/2006/relationships/slide" Target="slides/slide2083.xml"/><Relationship Id="rId263" Type="http://schemas.openxmlformats.org/officeDocument/2006/relationships/slide" Target="slides/slide262.xml"/><Relationship Id="rId470" Type="http://schemas.openxmlformats.org/officeDocument/2006/relationships/slide" Target="slides/slide469.xml"/><Relationship Id="rId2151" Type="http://schemas.openxmlformats.org/officeDocument/2006/relationships/slide" Target="slides/slide2150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775" Type="http://schemas.openxmlformats.org/officeDocument/2006/relationships/slide" Target="slides/slide774.xml"/><Relationship Id="rId982" Type="http://schemas.openxmlformats.org/officeDocument/2006/relationships/slide" Target="slides/slide981.xml"/><Relationship Id="rId1198" Type="http://schemas.openxmlformats.org/officeDocument/2006/relationships/slide" Target="slides/slide1197.xml"/><Relationship Id="rId2011" Type="http://schemas.openxmlformats.org/officeDocument/2006/relationships/slide" Target="slides/slide2010.xml"/><Relationship Id="rId2249" Type="http://schemas.openxmlformats.org/officeDocument/2006/relationships/slide" Target="slides/slide2248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842" Type="http://schemas.openxmlformats.org/officeDocument/2006/relationships/slide" Target="slides/slide841.xml"/><Relationship Id="rId1058" Type="http://schemas.openxmlformats.org/officeDocument/2006/relationships/slide" Target="slides/slide1057.xml"/><Relationship Id="rId1265" Type="http://schemas.openxmlformats.org/officeDocument/2006/relationships/slide" Target="slides/slide1264.xml"/><Relationship Id="rId1472" Type="http://schemas.openxmlformats.org/officeDocument/2006/relationships/slide" Target="slides/slide1471.xml"/><Relationship Id="rId2109" Type="http://schemas.openxmlformats.org/officeDocument/2006/relationships/slide" Target="slides/slide2108.xml"/><Relationship Id="rId702" Type="http://schemas.openxmlformats.org/officeDocument/2006/relationships/slide" Target="slides/slide701.xml"/><Relationship Id="rId1125" Type="http://schemas.openxmlformats.org/officeDocument/2006/relationships/slide" Target="slides/slide1124.xml"/><Relationship Id="rId1332" Type="http://schemas.openxmlformats.org/officeDocument/2006/relationships/slide" Target="slides/slide1331.xml"/><Relationship Id="rId1777" Type="http://schemas.openxmlformats.org/officeDocument/2006/relationships/slide" Target="slides/slide1776.xml"/><Relationship Id="rId1984" Type="http://schemas.openxmlformats.org/officeDocument/2006/relationships/slide" Target="slides/slide1983.xml"/><Relationship Id="rId69" Type="http://schemas.openxmlformats.org/officeDocument/2006/relationships/slide" Target="slides/slide68.xml"/><Relationship Id="rId1637" Type="http://schemas.openxmlformats.org/officeDocument/2006/relationships/slide" Target="slides/slide1636.xml"/><Relationship Id="rId1844" Type="http://schemas.openxmlformats.org/officeDocument/2006/relationships/slide" Target="slides/slide1843.xml"/><Relationship Id="rId1704" Type="http://schemas.openxmlformats.org/officeDocument/2006/relationships/slide" Target="slides/slide1703.xml"/><Relationship Id="rId285" Type="http://schemas.openxmlformats.org/officeDocument/2006/relationships/slide" Target="slides/slide284.xml"/><Relationship Id="rId1911" Type="http://schemas.openxmlformats.org/officeDocument/2006/relationships/slide" Target="slides/slide1910.xml"/><Relationship Id="rId492" Type="http://schemas.openxmlformats.org/officeDocument/2006/relationships/slide" Target="slides/slide491.xml"/><Relationship Id="rId797" Type="http://schemas.openxmlformats.org/officeDocument/2006/relationships/slide" Target="slides/slide796.xml"/><Relationship Id="rId2173" Type="http://schemas.openxmlformats.org/officeDocument/2006/relationships/slide" Target="slides/slide2172.xml"/><Relationship Id="rId145" Type="http://schemas.openxmlformats.org/officeDocument/2006/relationships/slide" Target="slides/slide144.xml"/><Relationship Id="rId352" Type="http://schemas.openxmlformats.org/officeDocument/2006/relationships/slide" Target="slides/slide351.xml"/><Relationship Id="rId1287" Type="http://schemas.openxmlformats.org/officeDocument/2006/relationships/slide" Target="slides/slide1286.xml"/><Relationship Id="rId2033" Type="http://schemas.openxmlformats.org/officeDocument/2006/relationships/slide" Target="slides/slide2032.xml"/><Relationship Id="rId2240" Type="http://schemas.openxmlformats.org/officeDocument/2006/relationships/slide" Target="slides/slide2239.xml"/><Relationship Id="rId212" Type="http://schemas.openxmlformats.org/officeDocument/2006/relationships/slide" Target="slides/slide211.xml"/><Relationship Id="rId657" Type="http://schemas.openxmlformats.org/officeDocument/2006/relationships/slide" Target="slides/slide656.xml"/><Relationship Id="rId864" Type="http://schemas.openxmlformats.org/officeDocument/2006/relationships/slide" Target="slides/slide863.xml"/><Relationship Id="rId1494" Type="http://schemas.openxmlformats.org/officeDocument/2006/relationships/slide" Target="slides/slide1493.xml"/><Relationship Id="rId1799" Type="http://schemas.openxmlformats.org/officeDocument/2006/relationships/slide" Target="slides/slide1798.xml"/><Relationship Id="rId2100" Type="http://schemas.openxmlformats.org/officeDocument/2006/relationships/slide" Target="slides/slide2099.xml"/><Relationship Id="rId517" Type="http://schemas.openxmlformats.org/officeDocument/2006/relationships/slide" Target="slides/slide516.xml"/><Relationship Id="rId724" Type="http://schemas.openxmlformats.org/officeDocument/2006/relationships/slide" Target="slides/slide723.xml"/><Relationship Id="rId931" Type="http://schemas.openxmlformats.org/officeDocument/2006/relationships/slide" Target="slides/slide930.xml"/><Relationship Id="rId1147" Type="http://schemas.openxmlformats.org/officeDocument/2006/relationships/slide" Target="slides/slide1146.xml"/><Relationship Id="rId1354" Type="http://schemas.openxmlformats.org/officeDocument/2006/relationships/slide" Target="slides/slide1353.xml"/><Relationship Id="rId1561" Type="http://schemas.openxmlformats.org/officeDocument/2006/relationships/slide" Target="slides/slide1560.xml"/><Relationship Id="rId60" Type="http://schemas.openxmlformats.org/officeDocument/2006/relationships/slide" Target="slides/slide59.xml"/><Relationship Id="rId1007" Type="http://schemas.openxmlformats.org/officeDocument/2006/relationships/slide" Target="slides/slide1006.xml"/><Relationship Id="rId1214" Type="http://schemas.openxmlformats.org/officeDocument/2006/relationships/slide" Target="slides/slide1213.xml"/><Relationship Id="rId1421" Type="http://schemas.openxmlformats.org/officeDocument/2006/relationships/slide" Target="slides/slide1420.xml"/><Relationship Id="rId1659" Type="http://schemas.openxmlformats.org/officeDocument/2006/relationships/slide" Target="slides/slide1658.xml"/><Relationship Id="rId1866" Type="http://schemas.openxmlformats.org/officeDocument/2006/relationships/slide" Target="slides/slide1865.xml"/><Relationship Id="rId1519" Type="http://schemas.openxmlformats.org/officeDocument/2006/relationships/slide" Target="slides/slide1518.xml"/><Relationship Id="rId1726" Type="http://schemas.openxmlformats.org/officeDocument/2006/relationships/slide" Target="slides/slide1725.xml"/><Relationship Id="rId1933" Type="http://schemas.openxmlformats.org/officeDocument/2006/relationships/slide" Target="slides/slide1932.xml"/><Relationship Id="rId18" Type="http://schemas.openxmlformats.org/officeDocument/2006/relationships/slide" Target="slides/slide17.xml"/><Relationship Id="rId2195" Type="http://schemas.openxmlformats.org/officeDocument/2006/relationships/slide" Target="slides/slide2194.xml"/><Relationship Id="rId167" Type="http://schemas.openxmlformats.org/officeDocument/2006/relationships/slide" Target="slides/slide166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2055" Type="http://schemas.openxmlformats.org/officeDocument/2006/relationships/slide" Target="slides/slide2054.xml"/><Relationship Id="rId2262" Type="http://schemas.openxmlformats.org/officeDocument/2006/relationships/slide" Target="slides/slide2261.xml"/><Relationship Id="rId234" Type="http://schemas.openxmlformats.org/officeDocument/2006/relationships/slide" Target="slides/slide233.xml"/><Relationship Id="rId679" Type="http://schemas.openxmlformats.org/officeDocument/2006/relationships/slide" Target="slides/slide678.xml"/><Relationship Id="rId886" Type="http://schemas.openxmlformats.org/officeDocument/2006/relationships/slide" Target="slides/slide885.xml"/><Relationship Id="rId2" Type="http://schemas.openxmlformats.org/officeDocument/2006/relationships/slide" Target="slides/slide1.xml"/><Relationship Id="rId441" Type="http://schemas.openxmlformats.org/officeDocument/2006/relationships/slide" Target="slides/slide440.xml"/><Relationship Id="rId539" Type="http://schemas.openxmlformats.org/officeDocument/2006/relationships/slide" Target="slides/slide538.xml"/><Relationship Id="rId746" Type="http://schemas.openxmlformats.org/officeDocument/2006/relationships/slide" Target="slides/slide745.xml"/><Relationship Id="rId1071" Type="http://schemas.openxmlformats.org/officeDocument/2006/relationships/slide" Target="slides/slide1070.xml"/><Relationship Id="rId1169" Type="http://schemas.openxmlformats.org/officeDocument/2006/relationships/slide" Target="slides/slide1168.xml"/><Relationship Id="rId1376" Type="http://schemas.openxmlformats.org/officeDocument/2006/relationships/slide" Target="slides/slide1375.xml"/><Relationship Id="rId1583" Type="http://schemas.openxmlformats.org/officeDocument/2006/relationships/slide" Target="slides/slide1582.xml"/><Relationship Id="rId2122" Type="http://schemas.openxmlformats.org/officeDocument/2006/relationships/slide" Target="slides/slide2121.xml"/><Relationship Id="rId301" Type="http://schemas.openxmlformats.org/officeDocument/2006/relationships/slide" Target="slides/slide300.xml"/><Relationship Id="rId953" Type="http://schemas.openxmlformats.org/officeDocument/2006/relationships/slide" Target="slides/slide952.xml"/><Relationship Id="rId1029" Type="http://schemas.openxmlformats.org/officeDocument/2006/relationships/slide" Target="slides/slide1028.xml"/><Relationship Id="rId1236" Type="http://schemas.openxmlformats.org/officeDocument/2006/relationships/slide" Target="slides/slide1235.xml"/><Relationship Id="rId1790" Type="http://schemas.openxmlformats.org/officeDocument/2006/relationships/slide" Target="slides/slide1789.xml"/><Relationship Id="rId1888" Type="http://schemas.openxmlformats.org/officeDocument/2006/relationships/slide" Target="slides/slide1887.xml"/><Relationship Id="rId82" Type="http://schemas.openxmlformats.org/officeDocument/2006/relationships/slide" Target="slides/slide81.xml"/><Relationship Id="rId606" Type="http://schemas.openxmlformats.org/officeDocument/2006/relationships/slide" Target="slides/slide605.xml"/><Relationship Id="rId813" Type="http://schemas.openxmlformats.org/officeDocument/2006/relationships/slide" Target="slides/slide812.xml"/><Relationship Id="rId1443" Type="http://schemas.openxmlformats.org/officeDocument/2006/relationships/slide" Target="slides/slide1442.xml"/><Relationship Id="rId1650" Type="http://schemas.openxmlformats.org/officeDocument/2006/relationships/slide" Target="slides/slide1649.xml"/><Relationship Id="rId1748" Type="http://schemas.openxmlformats.org/officeDocument/2006/relationships/slide" Target="slides/slide1747.xml"/><Relationship Id="rId1303" Type="http://schemas.openxmlformats.org/officeDocument/2006/relationships/slide" Target="slides/slide1302.xml"/><Relationship Id="rId1510" Type="http://schemas.openxmlformats.org/officeDocument/2006/relationships/slide" Target="slides/slide1509.xml"/><Relationship Id="rId1955" Type="http://schemas.openxmlformats.org/officeDocument/2006/relationships/slide" Target="slides/slide1954.xml"/><Relationship Id="rId1608" Type="http://schemas.openxmlformats.org/officeDocument/2006/relationships/slide" Target="slides/slide1607.xml"/><Relationship Id="rId1815" Type="http://schemas.openxmlformats.org/officeDocument/2006/relationships/slide" Target="slides/slide1814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2077" Type="http://schemas.openxmlformats.org/officeDocument/2006/relationships/slide" Target="slides/slide2076.xml"/><Relationship Id="rId2284" Type="http://schemas.openxmlformats.org/officeDocument/2006/relationships/tableStyles" Target="tableStyles.xml"/><Relationship Id="rId256" Type="http://schemas.openxmlformats.org/officeDocument/2006/relationships/slide" Target="slides/slide255.xml"/><Relationship Id="rId463" Type="http://schemas.openxmlformats.org/officeDocument/2006/relationships/slide" Target="slides/slide462.xml"/><Relationship Id="rId670" Type="http://schemas.openxmlformats.org/officeDocument/2006/relationships/slide" Target="slides/slide669.xml"/><Relationship Id="rId1093" Type="http://schemas.openxmlformats.org/officeDocument/2006/relationships/slide" Target="slides/slide1092.xml"/><Relationship Id="rId2144" Type="http://schemas.openxmlformats.org/officeDocument/2006/relationships/slide" Target="slides/slide2143.xml"/><Relationship Id="rId116" Type="http://schemas.openxmlformats.org/officeDocument/2006/relationships/slide" Target="slides/slide115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768" Type="http://schemas.openxmlformats.org/officeDocument/2006/relationships/slide" Target="slides/slide767.xml"/><Relationship Id="rId975" Type="http://schemas.openxmlformats.org/officeDocument/2006/relationships/slide" Target="slides/slide974.xml"/><Relationship Id="rId1160" Type="http://schemas.openxmlformats.org/officeDocument/2006/relationships/slide" Target="slides/slide1159.xml"/><Relationship Id="rId1398" Type="http://schemas.openxmlformats.org/officeDocument/2006/relationships/slide" Target="slides/slide1397.xml"/><Relationship Id="rId2004" Type="http://schemas.openxmlformats.org/officeDocument/2006/relationships/slide" Target="slides/slide2003.xml"/><Relationship Id="rId2211" Type="http://schemas.openxmlformats.org/officeDocument/2006/relationships/slide" Target="slides/slide2210.xml"/><Relationship Id="rId628" Type="http://schemas.openxmlformats.org/officeDocument/2006/relationships/slide" Target="slides/slide627.xml"/><Relationship Id="rId835" Type="http://schemas.openxmlformats.org/officeDocument/2006/relationships/slide" Target="slides/slide834.xml"/><Relationship Id="rId1258" Type="http://schemas.openxmlformats.org/officeDocument/2006/relationships/slide" Target="slides/slide1257.xml"/><Relationship Id="rId1465" Type="http://schemas.openxmlformats.org/officeDocument/2006/relationships/slide" Target="slides/slide1464.xml"/><Relationship Id="rId1672" Type="http://schemas.openxmlformats.org/officeDocument/2006/relationships/slide" Target="slides/slide1671.xml"/><Relationship Id="rId1020" Type="http://schemas.openxmlformats.org/officeDocument/2006/relationships/slide" Target="slides/slide1019.xml"/><Relationship Id="rId1118" Type="http://schemas.openxmlformats.org/officeDocument/2006/relationships/slide" Target="slides/slide1117.xml"/><Relationship Id="rId1325" Type="http://schemas.openxmlformats.org/officeDocument/2006/relationships/slide" Target="slides/slide1324.xml"/><Relationship Id="rId1532" Type="http://schemas.openxmlformats.org/officeDocument/2006/relationships/slide" Target="slides/slide1531.xml"/><Relationship Id="rId1977" Type="http://schemas.openxmlformats.org/officeDocument/2006/relationships/slide" Target="slides/slide1976.xml"/><Relationship Id="rId902" Type="http://schemas.openxmlformats.org/officeDocument/2006/relationships/slide" Target="slides/slide901.xml"/><Relationship Id="rId1837" Type="http://schemas.openxmlformats.org/officeDocument/2006/relationships/slide" Target="slides/slide1836.xml"/><Relationship Id="rId31" Type="http://schemas.openxmlformats.org/officeDocument/2006/relationships/slide" Target="slides/slide30.xml"/><Relationship Id="rId2099" Type="http://schemas.openxmlformats.org/officeDocument/2006/relationships/slide" Target="slides/slide2098.xml"/><Relationship Id="rId180" Type="http://schemas.openxmlformats.org/officeDocument/2006/relationships/slide" Target="slides/slide179.xml"/><Relationship Id="rId278" Type="http://schemas.openxmlformats.org/officeDocument/2006/relationships/slide" Target="slides/slide277.xml"/><Relationship Id="rId1904" Type="http://schemas.openxmlformats.org/officeDocument/2006/relationships/slide" Target="slides/slide1903.xml"/><Relationship Id="rId485" Type="http://schemas.openxmlformats.org/officeDocument/2006/relationships/slide" Target="slides/slide484.xml"/><Relationship Id="rId692" Type="http://schemas.openxmlformats.org/officeDocument/2006/relationships/slide" Target="slides/slide691.xml"/><Relationship Id="rId2166" Type="http://schemas.openxmlformats.org/officeDocument/2006/relationships/slide" Target="slides/slide2165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552" Type="http://schemas.openxmlformats.org/officeDocument/2006/relationships/slide" Target="slides/slide551.xml"/><Relationship Id="rId997" Type="http://schemas.openxmlformats.org/officeDocument/2006/relationships/slide" Target="slides/slide996.xml"/><Relationship Id="rId1182" Type="http://schemas.openxmlformats.org/officeDocument/2006/relationships/slide" Target="slides/slide1181.xml"/><Relationship Id="rId2026" Type="http://schemas.openxmlformats.org/officeDocument/2006/relationships/slide" Target="slides/slide2025.xml"/><Relationship Id="rId2233" Type="http://schemas.openxmlformats.org/officeDocument/2006/relationships/slide" Target="slides/slide2232.xml"/><Relationship Id="rId205" Type="http://schemas.openxmlformats.org/officeDocument/2006/relationships/slide" Target="slides/slide204.xml"/><Relationship Id="rId412" Type="http://schemas.openxmlformats.org/officeDocument/2006/relationships/slide" Target="slides/slide411.xml"/><Relationship Id="rId857" Type="http://schemas.openxmlformats.org/officeDocument/2006/relationships/slide" Target="slides/slide856.xml"/><Relationship Id="rId1042" Type="http://schemas.openxmlformats.org/officeDocument/2006/relationships/slide" Target="slides/slide1041.xml"/><Relationship Id="rId1487" Type="http://schemas.openxmlformats.org/officeDocument/2006/relationships/slide" Target="slides/slide1486.xml"/><Relationship Id="rId1694" Type="http://schemas.openxmlformats.org/officeDocument/2006/relationships/slide" Target="slides/slide1693.xml"/><Relationship Id="rId717" Type="http://schemas.openxmlformats.org/officeDocument/2006/relationships/slide" Target="slides/slide716.xml"/><Relationship Id="rId924" Type="http://schemas.openxmlformats.org/officeDocument/2006/relationships/slide" Target="slides/slide923.xml"/><Relationship Id="rId1347" Type="http://schemas.openxmlformats.org/officeDocument/2006/relationships/slide" Target="slides/slide1346.xml"/><Relationship Id="rId1554" Type="http://schemas.openxmlformats.org/officeDocument/2006/relationships/slide" Target="slides/slide1553.xml"/><Relationship Id="rId1761" Type="http://schemas.openxmlformats.org/officeDocument/2006/relationships/slide" Target="slides/slide1760.xml"/><Relationship Id="rId1999" Type="http://schemas.openxmlformats.org/officeDocument/2006/relationships/slide" Target="slides/slide1998.xml"/><Relationship Id="rId53" Type="http://schemas.openxmlformats.org/officeDocument/2006/relationships/slide" Target="slides/slide52.xml"/><Relationship Id="rId1207" Type="http://schemas.openxmlformats.org/officeDocument/2006/relationships/slide" Target="slides/slide1206.xml"/><Relationship Id="rId1414" Type="http://schemas.openxmlformats.org/officeDocument/2006/relationships/slide" Target="slides/slide1413.xml"/><Relationship Id="rId1621" Type="http://schemas.openxmlformats.org/officeDocument/2006/relationships/slide" Target="slides/slide1620.xml"/><Relationship Id="rId1859" Type="http://schemas.openxmlformats.org/officeDocument/2006/relationships/slide" Target="slides/slide1858.xml"/><Relationship Id="rId1719" Type="http://schemas.openxmlformats.org/officeDocument/2006/relationships/slide" Target="slides/slide1718.xml"/><Relationship Id="rId1926" Type="http://schemas.openxmlformats.org/officeDocument/2006/relationships/slide" Target="slides/slide1925.xml"/><Relationship Id="rId2090" Type="http://schemas.openxmlformats.org/officeDocument/2006/relationships/slide" Target="slides/slide2089.xml"/><Relationship Id="rId2188" Type="http://schemas.openxmlformats.org/officeDocument/2006/relationships/slide" Target="slides/slide2187.xml"/><Relationship Id="rId367" Type="http://schemas.openxmlformats.org/officeDocument/2006/relationships/slide" Target="slides/slide366.xml"/><Relationship Id="rId574" Type="http://schemas.openxmlformats.org/officeDocument/2006/relationships/slide" Target="slides/slide573.xml"/><Relationship Id="rId2048" Type="http://schemas.openxmlformats.org/officeDocument/2006/relationships/slide" Target="slides/slide2047.xml"/><Relationship Id="rId2255" Type="http://schemas.openxmlformats.org/officeDocument/2006/relationships/slide" Target="slides/slide2254.xml"/><Relationship Id="rId227" Type="http://schemas.openxmlformats.org/officeDocument/2006/relationships/slide" Target="slides/slide226.xml"/><Relationship Id="rId781" Type="http://schemas.openxmlformats.org/officeDocument/2006/relationships/slide" Target="slides/slide780.xml"/><Relationship Id="rId879" Type="http://schemas.openxmlformats.org/officeDocument/2006/relationships/slide" Target="slides/slide878.xml"/><Relationship Id="rId434" Type="http://schemas.openxmlformats.org/officeDocument/2006/relationships/slide" Target="slides/slide433.xml"/><Relationship Id="rId641" Type="http://schemas.openxmlformats.org/officeDocument/2006/relationships/slide" Target="slides/slide640.xml"/><Relationship Id="rId739" Type="http://schemas.openxmlformats.org/officeDocument/2006/relationships/slide" Target="slides/slide738.xml"/><Relationship Id="rId1064" Type="http://schemas.openxmlformats.org/officeDocument/2006/relationships/slide" Target="slides/slide1063.xml"/><Relationship Id="rId1271" Type="http://schemas.openxmlformats.org/officeDocument/2006/relationships/slide" Target="slides/slide1270.xml"/><Relationship Id="rId1369" Type="http://schemas.openxmlformats.org/officeDocument/2006/relationships/slide" Target="slides/slide1368.xml"/><Relationship Id="rId1576" Type="http://schemas.openxmlformats.org/officeDocument/2006/relationships/slide" Target="slides/slide1575.xml"/><Relationship Id="rId2115" Type="http://schemas.openxmlformats.org/officeDocument/2006/relationships/slide" Target="slides/slide2114.xml"/><Relationship Id="rId501" Type="http://schemas.openxmlformats.org/officeDocument/2006/relationships/slide" Target="slides/slide500.xml"/><Relationship Id="rId946" Type="http://schemas.openxmlformats.org/officeDocument/2006/relationships/slide" Target="slides/slide945.xml"/><Relationship Id="rId1131" Type="http://schemas.openxmlformats.org/officeDocument/2006/relationships/slide" Target="slides/slide1130.xml"/><Relationship Id="rId1229" Type="http://schemas.openxmlformats.org/officeDocument/2006/relationships/slide" Target="slides/slide1228.xml"/><Relationship Id="rId1783" Type="http://schemas.openxmlformats.org/officeDocument/2006/relationships/slide" Target="slides/slide1782.xml"/><Relationship Id="rId1990" Type="http://schemas.openxmlformats.org/officeDocument/2006/relationships/slide" Target="slides/slide1989.xml"/><Relationship Id="rId75" Type="http://schemas.openxmlformats.org/officeDocument/2006/relationships/slide" Target="slides/slide74.xml"/><Relationship Id="rId806" Type="http://schemas.openxmlformats.org/officeDocument/2006/relationships/slide" Target="slides/slide805.xml"/><Relationship Id="rId1436" Type="http://schemas.openxmlformats.org/officeDocument/2006/relationships/slide" Target="slides/slide1435.xml"/><Relationship Id="rId1643" Type="http://schemas.openxmlformats.org/officeDocument/2006/relationships/slide" Target="slides/slide1642.xml"/><Relationship Id="rId1850" Type="http://schemas.openxmlformats.org/officeDocument/2006/relationships/slide" Target="slides/slide1849.xml"/><Relationship Id="rId1503" Type="http://schemas.openxmlformats.org/officeDocument/2006/relationships/slide" Target="slides/slide1502.xml"/><Relationship Id="rId1710" Type="http://schemas.openxmlformats.org/officeDocument/2006/relationships/slide" Target="slides/slide1709.xml"/><Relationship Id="rId1948" Type="http://schemas.openxmlformats.org/officeDocument/2006/relationships/slide" Target="slides/slide1947.xml"/><Relationship Id="rId291" Type="http://schemas.openxmlformats.org/officeDocument/2006/relationships/slide" Target="slides/slide290.xml"/><Relationship Id="rId1808" Type="http://schemas.openxmlformats.org/officeDocument/2006/relationships/slide" Target="slides/slide1807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96" Type="http://schemas.openxmlformats.org/officeDocument/2006/relationships/slide" Target="slides/slide595.xml"/><Relationship Id="rId2277" Type="http://schemas.openxmlformats.org/officeDocument/2006/relationships/slide" Target="slides/slide2276.xml"/><Relationship Id="rId249" Type="http://schemas.openxmlformats.org/officeDocument/2006/relationships/slide" Target="slides/slide248.xml"/><Relationship Id="rId456" Type="http://schemas.openxmlformats.org/officeDocument/2006/relationships/slide" Target="slides/slide455.xml"/><Relationship Id="rId663" Type="http://schemas.openxmlformats.org/officeDocument/2006/relationships/slide" Target="slides/slide662.xml"/><Relationship Id="rId870" Type="http://schemas.openxmlformats.org/officeDocument/2006/relationships/slide" Target="slides/slide869.xml"/><Relationship Id="rId1086" Type="http://schemas.openxmlformats.org/officeDocument/2006/relationships/slide" Target="slides/slide1085.xml"/><Relationship Id="rId1293" Type="http://schemas.openxmlformats.org/officeDocument/2006/relationships/slide" Target="slides/slide1292.xml"/><Relationship Id="rId2137" Type="http://schemas.openxmlformats.org/officeDocument/2006/relationships/slide" Target="slides/slide2136.xml"/><Relationship Id="rId109" Type="http://schemas.openxmlformats.org/officeDocument/2006/relationships/slide" Target="slides/slide108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968" Type="http://schemas.openxmlformats.org/officeDocument/2006/relationships/slide" Target="slides/slide967.xml"/><Relationship Id="rId1153" Type="http://schemas.openxmlformats.org/officeDocument/2006/relationships/slide" Target="slides/slide1152.xml"/><Relationship Id="rId1598" Type="http://schemas.openxmlformats.org/officeDocument/2006/relationships/slide" Target="slides/slide1597.xml"/><Relationship Id="rId2204" Type="http://schemas.openxmlformats.org/officeDocument/2006/relationships/slide" Target="slides/slide2203.xml"/><Relationship Id="rId97" Type="http://schemas.openxmlformats.org/officeDocument/2006/relationships/slide" Target="slides/slide96.xml"/><Relationship Id="rId730" Type="http://schemas.openxmlformats.org/officeDocument/2006/relationships/slide" Target="slides/slide729.xml"/><Relationship Id="rId828" Type="http://schemas.openxmlformats.org/officeDocument/2006/relationships/slide" Target="slides/slide827.xml"/><Relationship Id="rId1013" Type="http://schemas.openxmlformats.org/officeDocument/2006/relationships/slide" Target="slides/slide1012.xml"/><Relationship Id="rId1360" Type="http://schemas.openxmlformats.org/officeDocument/2006/relationships/slide" Target="slides/slide1359.xml"/><Relationship Id="rId1458" Type="http://schemas.openxmlformats.org/officeDocument/2006/relationships/slide" Target="slides/slide1457.xml"/><Relationship Id="rId1665" Type="http://schemas.openxmlformats.org/officeDocument/2006/relationships/slide" Target="slides/slide1664.xml"/><Relationship Id="rId1872" Type="http://schemas.openxmlformats.org/officeDocument/2006/relationships/slide" Target="slides/slide1871.xml"/><Relationship Id="rId1220" Type="http://schemas.openxmlformats.org/officeDocument/2006/relationships/slide" Target="slides/slide1219.xml"/><Relationship Id="rId1318" Type="http://schemas.openxmlformats.org/officeDocument/2006/relationships/slide" Target="slides/slide1317.xml"/><Relationship Id="rId1525" Type="http://schemas.openxmlformats.org/officeDocument/2006/relationships/slide" Target="slides/slide1524.xml"/><Relationship Id="rId1732" Type="http://schemas.openxmlformats.org/officeDocument/2006/relationships/slide" Target="slides/slide1731.xml"/><Relationship Id="rId24" Type="http://schemas.openxmlformats.org/officeDocument/2006/relationships/slide" Target="slides/slide23.xml"/><Relationship Id="rId173" Type="http://schemas.openxmlformats.org/officeDocument/2006/relationships/slide" Target="slides/slide172.xml"/><Relationship Id="rId380" Type="http://schemas.openxmlformats.org/officeDocument/2006/relationships/slide" Target="slides/slide379.xml"/><Relationship Id="rId2061" Type="http://schemas.openxmlformats.org/officeDocument/2006/relationships/slide" Target="slides/slide2060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685" Type="http://schemas.openxmlformats.org/officeDocument/2006/relationships/slide" Target="slides/slide684.xml"/><Relationship Id="rId892" Type="http://schemas.openxmlformats.org/officeDocument/2006/relationships/slide" Target="slides/slide891.xml"/><Relationship Id="rId2159" Type="http://schemas.openxmlformats.org/officeDocument/2006/relationships/slide" Target="slides/slide2158.xml"/><Relationship Id="rId100" Type="http://schemas.openxmlformats.org/officeDocument/2006/relationships/slide" Target="slides/slide99.xml"/><Relationship Id="rId338" Type="http://schemas.openxmlformats.org/officeDocument/2006/relationships/slide" Target="slides/slide337.xml"/><Relationship Id="rId545" Type="http://schemas.openxmlformats.org/officeDocument/2006/relationships/slide" Target="slides/slide544.xml"/><Relationship Id="rId752" Type="http://schemas.openxmlformats.org/officeDocument/2006/relationships/slide" Target="slides/slide751.xml"/><Relationship Id="rId1175" Type="http://schemas.openxmlformats.org/officeDocument/2006/relationships/slide" Target="slides/slide1174.xml"/><Relationship Id="rId1382" Type="http://schemas.openxmlformats.org/officeDocument/2006/relationships/slide" Target="slides/slide1381.xml"/><Relationship Id="rId2019" Type="http://schemas.openxmlformats.org/officeDocument/2006/relationships/slide" Target="slides/slide2018.xml"/><Relationship Id="rId2226" Type="http://schemas.openxmlformats.org/officeDocument/2006/relationships/slide" Target="slides/slide2225.xml"/><Relationship Id="rId405" Type="http://schemas.openxmlformats.org/officeDocument/2006/relationships/slide" Target="slides/slide404.xml"/><Relationship Id="rId612" Type="http://schemas.openxmlformats.org/officeDocument/2006/relationships/slide" Target="slides/slide611.xml"/><Relationship Id="rId1035" Type="http://schemas.openxmlformats.org/officeDocument/2006/relationships/slide" Target="slides/slide1034.xml"/><Relationship Id="rId1242" Type="http://schemas.openxmlformats.org/officeDocument/2006/relationships/slide" Target="slides/slide1241.xml"/><Relationship Id="rId1687" Type="http://schemas.openxmlformats.org/officeDocument/2006/relationships/slide" Target="slides/slide1686.xml"/><Relationship Id="rId1894" Type="http://schemas.openxmlformats.org/officeDocument/2006/relationships/slide" Target="slides/slide1893.xml"/><Relationship Id="rId917" Type="http://schemas.openxmlformats.org/officeDocument/2006/relationships/slide" Target="slides/slide916.xml"/><Relationship Id="rId1102" Type="http://schemas.openxmlformats.org/officeDocument/2006/relationships/slide" Target="slides/slide1101.xml"/><Relationship Id="rId1547" Type="http://schemas.openxmlformats.org/officeDocument/2006/relationships/slide" Target="slides/slide1546.xml"/><Relationship Id="rId1754" Type="http://schemas.openxmlformats.org/officeDocument/2006/relationships/slide" Target="slides/slide1753.xml"/><Relationship Id="rId1961" Type="http://schemas.openxmlformats.org/officeDocument/2006/relationships/slide" Target="slides/slide1960.xml"/><Relationship Id="rId46" Type="http://schemas.openxmlformats.org/officeDocument/2006/relationships/slide" Target="slides/slide45.xml"/><Relationship Id="rId1407" Type="http://schemas.openxmlformats.org/officeDocument/2006/relationships/slide" Target="slides/slide1406.xml"/><Relationship Id="rId1614" Type="http://schemas.openxmlformats.org/officeDocument/2006/relationships/slide" Target="slides/slide1613.xml"/><Relationship Id="rId1821" Type="http://schemas.openxmlformats.org/officeDocument/2006/relationships/slide" Target="slides/slide1820.xml"/><Relationship Id="rId195" Type="http://schemas.openxmlformats.org/officeDocument/2006/relationships/slide" Target="slides/slide194.xml"/><Relationship Id="rId1919" Type="http://schemas.openxmlformats.org/officeDocument/2006/relationships/slide" Target="slides/slide1918.xml"/><Relationship Id="rId2083" Type="http://schemas.openxmlformats.org/officeDocument/2006/relationships/slide" Target="slides/slide2082.xml"/><Relationship Id="rId262" Type="http://schemas.openxmlformats.org/officeDocument/2006/relationships/slide" Target="slides/slide261.xml"/><Relationship Id="rId567" Type="http://schemas.openxmlformats.org/officeDocument/2006/relationships/slide" Target="slides/slide566.xml"/><Relationship Id="rId1197" Type="http://schemas.openxmlformats.org/officeDocument/2006/relationships/slide" Target="slides/slide1196.xml"/><Relationship Id="rId2150" Type="http://schemas.openxmlformats.org/officeDocument/2006/relationships/slide" Target="slides/slide2149.xml"/><Relationship Id="rId2248" Type="http://schemas.openxmlformats.org/officeDocument/2006/relationships/slide" Target="slides/slide2247.xml"/><Relationship Id="rId122" Type="http://schemas.openxmlformats.org/officeDocument/2006/relationships/slide" Target="slides/slide121.xml"/><Relationship Id="rId774" Type="http://schemas.openxmlformats.org/officeDocument/2006/relationships/slide" Target="slides/slide773.xml"/><Relationship Id="rId981" Type="http://schemas.openxmlformats.org/officeDocument/2006/relationships/slide" Target="slides/slide980.xml"/><Relationship Id="rId1057" Type="http://schemas.openxmlformats.org/officeDocument/2006/relationships/slide" Target="slides/slide1056.xml"/><Relationship Id="rId2010" Type="http://schemas.openxmlformats.org/officeDocument/2006/relationships/slide" Target="slides/slide2009.xml"/><Relationship Id="rId427" Type="http://schemas.openxmlformats.org/officeDocument/2006/relationships/slide" Target="slides/slide426.xml"/><Relationship Id="rId634" Type="http://schemas.openxmlformats.org/officeDocument/2006/relationships/slide" Target="slides/slide633.xml"/><Relationship Id="rId841" Type="http://schemas.openxmlformats.org/officeDocument/2006/relationships/slide" Target="slides/slide840.xml"/><Relationship Id="rId1264" Type="http://schemas.openxmlformats.org/officeDocument/2006/relationships/slide" Target="slides/slide1263.xml"/><Relationship Id="rId1471" Type="http://schemas.openxmlformats.org/officeDocument/2006/relationships/slide" Target="slides/slide1470.xml"/><Relationship Id="rId1569" Type="http://schemas.openxmlformats.org/officeDocument/2006/relationships/slide" Target="slides/slide1568.xml"/><Relationship Id="rId2108" Type="http://schemas.openxmlformats.org/officeDocument/2006/relationships/slide" Target="slides/slide2107.xml"/><Relationship Id="rId701" Type="http://schemas.openxmlformats.org/officeDocument/2006/relationships/slide" Target="slides/slide700.xml"/><Relationship Id="rId939" Type="http://schemas.openxmlformats.org/officeDocument/2006/relationships/slide" Target="slides/slide938.xml"/><Relationship Id="rId1124" Type="http://schemas.openxmlformats.org/officeDocument/2006/relationships/slide" Target="slides/slide1123.xml"/><Relationship Id="rId1331" Type="http://schemas.openxmlformats.org/officeDocument/2006/relationships/slide" Target="slides/slide1330.xml"/><Relationship Id="rId1776" Type="http://schemas.openxmlformats.org/officeDocument/2006/relationships/slide" Target="slides/slide1775.xml"/><Relationship Id="rId1983" Type="http://schemas.openxmlformats.org/officeDocument/2006/relationships/slide" Target="slides/slide1982.xml"/><Relationship Id="rId68" Type="http://schemas.openxmlformats.org/officeDocument/2006/relationships/slide" Target="slides/slide67.xml"/><Relationship Id="rId1429" Type="http://schemas.openxmlformats.org/officeDocument/2006/relationships/slide" Target="slides/slide1428.xml"/><Relationship Id="rId1636" Type="http://schemas.openxmlformats.org/officeDocument/2006/relationships/slide" Target="slides/slide1635.xml"/><Relationship Id="rId1843" Type="http://schemas.openxmlformats.org/officeDocument/2006/relationships/slide" Target="slides/slide1842.xml"/><Relationship Id="rId1703" Type="http://schemas.openxmlformats.org/officeDocument/2006/relationships/slide" Target="slides/slide1702.xml"/><Relationship Id="rId1910" Type="http://schemas.openxmlformats.org/officeDocument/2006/relationships/slide" Target="slides/slide1909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2172" Type="http://schemas.openxmlformats.org/officeDocument/2006/relationships/slide" Target="slides/slide2171.xml"/><Relationship Id="rId144" Type="http://schemas.openxmlformats.org/officeDocument/2006/relationships/slide" Target="slides/slide143.xml"/><Relationship Id="rId589" Type="http://schemas.openxmlformats.org/officeDocument/2006/relationships/slide" Target="slides/slide588.xml"/><Relationship Id="rId796" Type="http://schemas.openxmlformats.org/officeDocument/2006/relationships/slide" Target="slides/slide795.xml"/><Relationship Id="rId351" Type="http://schemas.openxmlformats.org/officeDocument/2006/relationships/slide" Target="slides/slide350.xml"/><Relationship Id="rId449" Type="http://schemas.openxmlformats.org/officeDocument/2006/relationships/slide" Target="slides/slide448.xml"/><Relationship Id="rId656" Type="http://schemas.openxmlformats.org/officeDocument/2006/relationships/slide" Target="slides/slide655.xml"/><Relationship Id="rId863" Type="http://schemas.openxmlformats.org/officeDocument/2006/relationships/slide" Target="slides/slide862.xml"/><Relationship Id="rId1079" Type="http://schemas.openxmlformats.org/officeDocument/2006/relationships/slide" Target="slides/slide1078.xml"/><Relationship Id="rId1286" Type="http://schemas.openxmlformats.org/officeDocument/2006/relationships/slide" Target="slides/slide1285.xml"/><Relationship Id="rId1493" Type="http://schemas.openxmlformats.org/officeDocument/2006/relationships/slide" Target="slides/slide1492.xml"/><Relationship Id="rId2032" Type="http://schemas.openxmlformats.org/officeDocument/2006/relationships/slide" Target="slides/slide2031.xml"/><Relationship Id="rId211" Type="http://schemas.openxmlformats.org/officeDocument/2006/relationships/slide" Target="slides/slide210.xml"/><Relationship Id="rId309" Type="http://schemas.openxmlformats.org/officeDocument/2006/relationships/slide" Target="slides/slide308.xml"/><Relationship Id="rId516" Type="http://schemas.openxmlformats.org/officeDocument/2006/relationships/slide" Target="slides/slide515.xml"/><Relationship Id="rId1146" Type="http://schemas.openxmlformats.org/officeDocument/2006/relationships/slide" Target="slides/slide1145.xml"/><Relationship Id="rId1798" Type="http://schemas.openxmlformats.org/officeDocument/2006/relationships/slide" Target="slides/slide1797.xml"/><Relationship Id="rId723" Type="http://schemas.openxmlformats.org/officeDocument/2006/relationships/slide" Target="slides/slide722.xml"/><Relationship Id="rId930" Type="http://schemas.openxmlformats.org/officeDocument/2006/relationships/slide" Target="slides/slide929.xml"/><Relationship Id="rId1006" Type="http://schemas.openxmlformats.org/officeDocument/2006/relationships/slide" Target="slides/slide1005.xml"/><Relationship Id="rId1353" Type="http://schemas.openxmlformats.org/officeDocument/2006/relationships/slide" Target="slides/slide1352.xml"/><Relationship Id="rId1560" Type="http://schemas.openxmlformats.org/officeDocument/2006/relationships/slide" Target="slides/slide1559.xml"/><Relationship Id="rId1658" Type="http://schemas.openxmlformats.org/officeDocument/2006/relationships/slide" Target="slides/slide1657.xml"/><Relationship Id="rId1865" Type="http://schemas.openxmlformats.org/officeDocument/2006/relationships/slide" Target="slides/slide1864.xml"/><Relationship Id="rId1213" Type="http://schemas.openxmlformats.org/officeDocument/2006/relationships/slide" Target="slides/slide1212.xml"/><Relationship Id="rId1420" Type="http://schemas.openxmlformats.org/officeDocument/2006/relationships/slide" Target="slides/slide1419.xml"/><Relationship Id="rId1518" Type="http://schemas.openxmlformats.org/officeDocument/2006/relationships/slide" Target="slides/slide1517.xml"/><Relationship Id="rId1725" Type="http://schemas.openxmlformats.org/officeDocument/2006/relationships/slide" Target="slides/slide1724.xml"/><Relationship Id="rId1932" Type="http://schemas.openxmlformats.org/officeDocument/2006/relationships/slide" Target="slides/slide1931.xml"/><Relationship Id="rId17" Type="http://schemas.openxmlformats.org/officeDocument/2006/relationships/slide" Target="slides/slide16.xml"/><Relationship Id="rId2194" Type="http://schemas.openxmlformats.org/officeDocument/2006/relationships/slide" Target="slides/slide2193.xml"/><Relationship Id="rId166" Type="http://schemas.openxmlformats.org/officeDocument/2006/relationships/slide" Target="slides/slide165.xml"/><Relationship Id="rId373" Type="http://schemas.openxmlformats.org/officeDocument/2006/relationships/slide" Target="slides/slide372.xml"/><Relationship Id="rId580" Type="http://schemas.openxmlformats.org/officeDocument/2006/relationships/slide" Target="slides/slide579.xml"/><Relationship Id="rId2054" Type="http://schemas.openxmlformats.org/officeDocument/2006/relationships/slide" Target="slides/slide2053.xml"/><Relationship Id="rId2261" Type="http://schemas.openxmlformats.org/officeDocument/2006/relationships/slide" Target="slides/slide2260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678" Type="http://schemas.openxmlformats.org/officeDocument/2006/relationships/slide" Target="slides/slide677.xml"/><Relationship Id="rId885" Type="http://schemas.openxmlformats.org/officeDocument/2006/relationships/slide" Target="slides/slide884.xml"/><Relationship Id="rId1070" Type="http://schemas.openxmlformats.org/officeDocument/2006/relationships/slide" Target="slides/slide1069.xml"/><Relationship Id="rId2121" Type="http://schemas.openxmlformats.org/officeDocument/2006/relationships/slide" Target="slides/slide2120.xml"/><Relationship Id="rId300" Type="http://schemas.openxmlformats.org/officeDocument/2006/relationships/slide" Target="slides/slide299.xml"/><Relationship Id="rId538" Type="http://schemas.openxmlformats.org/officeDocument/2006/relationships/slide" Target="slides/slide537.xml"/><Relationship Id="rId745" Type="http://schemas.openxmlformats.org/officeDocument/2006/relationships/slide" Target="slides/slide744.xml"/><Relationship Id="rId952" Type="http://schemas.openxmlformats.org/officeDocument/2006/relationships/slide" Target="slides/slide951.xml"/><Relationship Id="rId1168" Type="http://schemas.openxmlformats.org/officeDocument/2006/relationships/slide" Target="slides/slide1167.xml"/><Relationship Id="rId1375" Type="http://schemas.openxmlformats.org/officeDocument/2006/relationships/slide" Target="slides/slide1374.xml"/><Relationship Id="rId1582" Type="http://schemas.openxmlformats.org/officeDocument/2006/relationships/slide" Target="slides/slide1581.xml"/><Relationship Id="rId2219" Type="http://schemas.openxmlformats.org/officeDocument/2006/relationships/slide" Target="slides/slide2218.xml"/><Relationship Id="rId81" Type="http://schemas.openxmlformats.org/officeDocument/2006/relationships/slide" Target="slides/slide80.xml"/><Relationship Id="rId605" Type="http://schemas.openxmlformats.org/officeDocument/2006/relationships/slide" Target="slides/slide604.xml"/><Relationship Id="rId812" Type="http://schemas.openxmlformats.org/officeDocument/2006/relationships/slide" Target="slides/slide811.xml"/><Relationship Id="rId1028" Type="http://schemas.openxmlformats.org/officeDocument/2006/relationships/slide" Target="slides/slide1027.xml"/><Relationship Id="rId1235" Type="http://schemas.openxmlformats.org/officeDocument/2006/relationships/slide" Target="slides/slide1234.xml"/><Relationship Id="rId1442" Type="http://schemas.openxmlformats.org/officeDocument/2006/relationships/slide" Target="slides/slide1441.xml"/><Relationship Id="rId1887" Type="http://schemas.openxmlformats.org/officeDocument/2006/relationships/slide" Target="slides/slide1886.xml"/><Relationship Id="rId1302" Type="http://schemas.openxmlformats.org/officeDocument/2006/relationships/slide" Target="slides/slide1301.xml"/><Relationship Id="rId1747" Type="http://schemas.openxmlformats.org/officeDocument/2006/relationships/slide" Target="slides/slide1746.xml"/><Relationship Id="rId1954" Type="http://schemas.openxmlformats.org/officeDocument/2006/relationships/slide" Target="slides/slide1953.xml"/><Relationship Id="rId39" Type="http://schemas.openxmlformats.org/officeDocument/2006/relationships/slide" Target="slides/slide38.xml"/><Relationship Id="rId1607" Type="http://schemas.openxmlformats.org/officeDocument/2006/relationships/slide" Target="slides/slide1606.xml"/><Relationship Id="rId1814" Type="http://schemas.openxmlformats.org/officeDocument/2006/relationships/slide" Target="slides/slide1813.xml"/><Relationship Id="rId188" Type="http://schemas.openxmlformats.org/officeDocument/2006/relationships/slide" Target="slides/slide187.xml"/><Relationship Id="rId395" Type="http://schemas.openxmlformats.org/officeDocument/2006/relationships/slide" Target="slides/slide394.xml"/><Relationship Id="rId2076" Type="http://schemas.openxmlformats.org/officeDocument/2006/relationships/slide" Target="slides/slide2075.xml"/><Relationship Id="rId2283" Type="http://schemas.openxmlformats.org/officeDocument/2006/relationships/theme" Target="theme/theme1.xml"/><Relationship Id="rId255" Type="http://schemas.openxmlformats.org/officeDocument/2006/relationships/slide" Target="slides/slide254.xml"/><Relationship Id="rId462" Type="http://schemas.openxmlformats.org/officeDocument/2006/relationships/slide" Target="slides/slide461.xml"/><Relationship Id="rId1092" Type="http://schemas.openxmlformats.org/officeDocument/2006/relationships/slide" Target="slides/slide1091.xml"/><Relationship Id="rId1397" Type="http://schemas.openxmlformats.org/officeDocument/2006/relationships/slide" Target="slides/slide1396.xml"/><Relationship Id="rId2143" Type="http://schemas.openxmlformats.org/officeDocument/2006/relationships/slide" Target="slides/slide2142.xml"/><Relationship Id="rId115" Type="http://schemas.openxmlformats.org/officeDocument/2006/relationships/slide" Target="slides/slide114.xml"/><Relationship Id="rId322" Type="http://schemas.openxmlformats.org/officeDocument/2006/relationships/slide" Target="slides/slide321.xml"/><Relationship Id="rId767" Type="http://schemas.openxmlformats.org/officeDocument/2006/relationships/slide" Target="slides/slide766.xml"/><Relationship Id="rId974" Type="http://schemas.openxmlformats.org/officeDocument/2006/relationships/slide" Target="slides/slide973.xml"/><Relationship Id="rId2003" Type="http://schemas.openxmlformats.org/officeDocument/2006/relationships/slide" Target="slides/slide2002.xml"/><Relationship Id="rId2210" Type="http://schemas.openxmlformats.org/officeDocument/2006/relationships/slide" Target="slides/slide2209.xml"/><Relationship Id="rId627" Type="http://schemas.openxmlformats.org/officeDocument/2006/relationships/slide" Target="slides/slide626.xml"/><Relationship Id="rId834" Type="http://schemas.openxmlformats.org/officeDocument/2006/relationships/slide" Target="slides/slide833.xml"/><Relationship Id="rId1257" Type="http://schemas.openxmlformats.org/officeDocument/2006/relationships/slide" Target="slides/slide1256.xml"/><Relationship Id="rId1464" Type="http://schemas.openxmlformats.org/officeDocument/2006/relationships/slide" Target="slides/slide1463.xml"/><Relationship Id="rId1671" Type="http://schemas.openxmlformats.org/officeDocument/2006/relationships/slide" Target="slides/slide1670.xml"/><Relationship Id="rId901" Type="http://schemas.openxmlformats.org/officeDocument/2006/relationships/slide" Target="slides/slide900.xml"/><Relationship Id="rId1117" Type="http://schemas.openxmlformats.org/officeDocument/2006/relationships/slide" Target="slides/slide1116.xml"/><Relationship Id="rId1324" Type="http://schemas.openxmlformats.org/officeDocument/2006/relationships/slide" Target="slides/slide1323.xml"/><Relationship Id="rId1531" Type="http://schemas.openxmlformats.org/officeDocument/2006/relationships/slide" Target="slides/slide1530.xml"/><Relationship Id="rId1769" Type="http://schemas.openxmlformats.org/officeDocument/2006/relationships/slide" Target="slides/slide1768.xml"/><Relationship Id="rId1976" Type="http://schemas.openxmlformats.org/officeDocument/2006/relationships/slide" Target="slides/slide1975.xml"/><Relationship Id="rId30" Type="http://schemas.openxmlformats.org/officeDocument/2006/relationships/slide" Target="slides/slide29.xml"/><Relationship Id="rId1629" Type="http://schemas.openxmlformats.org/officeDocument/2006/relationships/slide" Target="slides/slide1628.xml"/><Relationship Id="rId1836" Type="http://schemas.openxmlformats.org/officeDocument/2006/relationships/slide" Target="slides/slide1835.xml"/><Relationship Id="rId1903" Type="http://schemas.openxmlformats.org/officeDocument/2006/relationships/slide" Target="slides/slide1902.xml"/><Relationship Id="rId2098" Type="http://schemas.openxmlformats.org/officeDocument/2006/relationships/slide" Target="slides/slide2097.xml"/><Relationship Id="rId277" Type="http://schemas.openxmlformats.org/officeDocument/2006/relationships/slide" Target="slides/slide276.xml"/><Relationship Id="rId484" Type="http://schemas.openxmlformats.org/officeDocument/2006/relationships/slide" Target="slides/slide483.xml"/><Relationship Id="rId2165" Type="http://schemas.openxmlformats.org/officeDocument/2006/relationships/slide" Target="slides/slide2164.xml"/><Relationship Id="rId137" Type="http://schemas.openxmlformats.org/officeDocument/2006/relationships/slide" Target="slides/slide136.xml"/><Relationship Id="rId344" Type="http://schemas.openxmlformats.org/officeDocument/2006/relationships/slide" Target="slides/slide343.xml"/><Relationship Id="rId691" Type="http://schemas.openxmlformats.org/officeDocument/2006/relationships/slide" Target="slides/slide690.xml"/><Relationship Id="rId789" Type="http://schemas.openxmlformats.org/officeDocument/2006/relationships/slide" Target="slides/slide788.xml"/><Relationship Id="rId996" Type="http://schemas.openxmlformats.org/officeDocument/2006/relationships/slide" Target="slides/slide995.xml"/><Relationship Id="rId2025" Type="http://schemas.openxmlformats.org/officeDocument/2006/relationships/slide" Target="slides/slide2024.xml"/><Relationship Id="rId551" Type="http://schemas.openxmlformats.org/officeDocument/2006/relationships/slide" Target="slides/slide550.xml"/><Relationship Id="rId649" Type="http://schemas.openxmlformats.org/officeDocument/2006/relationships/slide" Target="slides/slide648.xml"/><Relationship Id="rId856" Type="http://schemas.openxmlformats.org/officeDocument/2006/relationships/slide" Target="slides/slide855.xml"/><Relationship Id="rId1181" Type="http://schemas.openxmlformats.org/officeDocument/2006/relationships/slide" Target="slides/slide1180.xml"/><Relationship Id="rId1279" Type="http://schemas.openxmlformats.org/officeDocument/2006/relationships/slide" Target="slides/slide1278.xml"/><Relationship Id="rId1486" Type="http://schemas.openxmlformats.org/officeDocument/2006/relationships/slide" Target="slides/slide1485.xml"/><Relationship Id="rId2232" Type="http://schemas.openxmlformats.org/officeDocument/2006/relationships/slide" Target="slides/slide2231.xml"/><Relationship Id="rId204" Type="http://schemas.openxmlformats.org/officeDocument/2006/relationships/slide" Target="slides/slide203.xml"/><Relationship Id="rId411" Type="http://schemas.openxmlformats.org/officeDocument/2006/relationships/slide" Target="slides/slide410.xml"/><Relationship Id="rId509" Type="http://schemas.openxmlformats.org/officeDocument/2006/relationships/slide" Target="slides/slide508.xml"/><Relationship Id="rId1041" Type="http://schemas.openxmlformats.org/officeDocument/2006/relationships/slide" Target="slides/slide1040.xml"/><Relationship Id="rId1139" Type="http://schemas.openxmlformats.org/officeDocument/2006/relationships/slide" Target="slides/slide1138.xml"/><Relationship Id="rId1346" Type="http://schemas.openxmlformats.org/officeDocument/2006/relationships/slide" Target="slides/slide1345.xml"/><Relationship Id="rId1693" Type="http://schemas.openxmlformats.org/officeDocument/2006/relationships/slide" Target="slides/slide1692.xml"/><Relationship Id="rId1998" Type="http://schemas.openxmlformats.org/officeDocument/2006/relationships/slide" Target="slides/slide1997.xml"/><Relationship Id="rId716" Type="http://schemas.openxmlformats.org/officeDocument/2006/relationships/slide" Target="slides/slide715.xml"/><Relationship Id="rId923" Type="http://schemas.openxmlformats.org/officeDocument/2006/relationships/slide" Target="slides/slide922.xml"/><Relationship Id="rId1553" Type="http://schemas.openxmlformats.org/officeDocument/2006/relationships/slide" Target="slides/slide1552.xml"/><Relationship Id="rId1760" Type="http://schemas.openxmlformats.org/officeDocument/2006/relationships/slide" Target="slides/slide1759.xml"/><Relationship Id="rId1858" Type="http://schemas.openxmlformats.org/officeDocument/2006/relationships/slide" Target="slides/slide1857.xml"/><Relationship Id="rId52" Type="http://schemas.openxmlformats.org/officeDocument/2006/relationships/slide" Target="slides/slide51.xml"/><Relationship Id="rId1206" Type="http://schemas.openxmlformats.org/officeDocument/2006/relationships/slide" Target="slides/slide1205.xml"/><Relationship Id="rId1413" Type="http://schemas.openxmlformats.org/officeDocument/2006/relationships/slide" Target="slides/slide1412.xml"/><Relationship Id="rId1620" Type="http://schemas.openxmlformats.org/officeDocument/2006/relationships/slide" Target="slides/slide1619.xml"/><Relationship Id="rId1718" Type="http://schemas.openxmlformats.org/officeDocument/2006/relationships/slide" Target="slides/slide1717.xml"/><Relationship Id="rId1925" Type="http://schemas.openxmlformats.org/officeDocument/2006/relationships/slide" Target="slides/slide1924.xml"/><Relationship Id="rId299" Type="http://schemas.openxmlformats.org/officeDocument/2006/relationships/slide" Target="slides/slide298.xml"/><Relationship Id="rId2187" Type="http://schemas.openxmlformats.org/officeDocument/2006/relationships/slide" Target="slides/slide2186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780" Type="http://schemas.openxmlformats.org/officeDocument/2006/relationships/slide" Target="slides/slide779.xml"/><Relationship Id="rId2047" Type="http://schemas.openxmlformats.org/officeDocument/2006/relationships/slide" Target="slides/slide2046.xml"/><Relationship Id="rId2254" Type="http://schemas.openxmlformats.org/officeDocument/2006/relationships/slide" Target="slides/slide2253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878" Type="http://schemas.openxmlformats.org/officeDocument/2006/relationships/slide" Target="slides/slide877.xml"/><Relationship Id="rId1063" Type="http://schemas.openxmlformats.org/officeDocument/2006/relationships/slide" Target="slides/slide1062.xml"/><Relationship Id="rId1270" Type="http://schemas.openxmlformats.org/officeDocument/2006/relationships/slide" Target="slides/slide1269.xml"/><Relationship Id="rId2114" Type="http://schemas.openxmlformats.org/officeDocument/2006/relationships/slide" Target="slides/slide2113.xml"/><Relationship Id="rId640" Type="http://schemas.openxmlformats.org/officeDocument/2006/relationships/slide" Target="slides/slide639.xml"/><Relationship Id="rId738" Type="http://schemas.openxmlformats.org/officeDocument/2006/relationships/slide" Target="slides/slide737.xml"/><Relationship Id="rId945" Type="http://schemas.openxmlformats.org/officeDocument/2006/relationships/slide" Target="slides/slide944.xml"/><Relationship Id="rId1368" Type="http://schemas.openxmlformats.org/officeDocument/2006/relationships/slide" Target="slides/slide1367.xml"/><Relationship Id="rId1575" Type="http://schemas.openxmlformats.org/officeDocument/2006/relationships/slide" Target="slides/slide1574.xml"/><Relationship Id="rId1782" Type="http://schemas.openxmlformats.org/officeDocument/2006/relationships/slide" Target="slides/slide1781.xml"/><Relationship Id="rId74" Type="http://schemas.openxmlformats.org/officeDocument/2006/relationships/slide" Target="slides/slide73.xml"/><Relationship Id="rId500" Type="http://schemas.openxmlformats.org/officeDocument/2006/relationships/slide" Target="slides/slide499.xml"/><Relationship Id="rId805" Type="http://schemas.openxmlformats.org/officeDocument/2006/relationships/slide" Target="slides/slide804.xml"/><Relationship Id="rId1130" Type="http://schemas.openxmlformats.org/officeDocument/2006/relationships/slide" Target="slides/slide1129.xml"/><Relationship Id="rId1228" Type="http://schemas.openxmlformats.org/officeDocument/2006/relationships/slide" Target="slides/slide1227.xml"/><Relationship Id="rId1435" Type="http://schemas.openxmlformats.org/officeDocument/2006/relationships/slide" Target="slides/slide1434.xml"/><Relationship Id="rId1642" Type="http://schemas.openxmlformats.org/officeDocument/2006/relationships/slide" Target="slides/slide1641.xml"/><Relationship Id="rId1947" Type="http://schemas.openxmlformats.org/officeDocument/2006/relationships/slide" Target="slides/slide1946.xml"/><Relationship Id="rId1502" Type="http://schemas.openxmlformats.org/officeDocument/2006/relationships/slide" Target="slides/slide1501.xml"/><Relationship Id="rId1807" Type="http://schemas.openxmlformats.org/officeDocument/2006/relationships/slide" Target="slides/slide1806.xml"/><Relationship Id="rId290" Type="http://schemas.openxmlformats.org/officeDocument/2006/relationships/slide" Target="slides/slide289.xml"/><Relationship Id="rId388" Type="http://schemas.openxmlformats.org/officeDocument/2006/relationships/slide" Target="slides/slide387.xml"/><Relationship Id="rId2069" Type="http://schemas.openxmlformats.org/officeDocument/2006/relationships/slide" Target="slides/slide2068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2276" Type="http://schemas.openxmlformats.org/officeDocument/2006/relationships/slide" Target="slides/slide2275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662" Type="http://schemas.openxmlformats.org/officeDocument/2006/relationships/slide" Target="slides/slide661.xml"/><Relationship Id="rId1085" Type="http://schemas.openxmlformats.org/officeDocument/2006/relationships/slide" Target="slides/slide1084.xml"/><Relationship Id="rId1292" Type="http://schemas.openxmlformats.org/officeDocument/2006/relationships/slide" Target="slides/slide1291.xml"/><Relationship Id="rId2136" Type="http://schemas.openxmlformats.org/officeDocument/2006/relationships/slide" Target="slides/slide2135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7" Type="http://schemas.openxmlformats.org/officeDocument/2006/relationships/slide" Target="slides/slide966.xml"/><Relationship Id="rId1152" Type="http://schemas.openxmlformats.org/officeDocument/2006/relationships/slide" Target="slides/slide1151.xml"/><Relationship Id="rId1597" Type="http://schemas.openxmlformats.org/officeDocument/2006/relationships/slide" Target="slides/slide1596.xml"/><Relationship Id="rId2203" Type="http://schemas.openxmlformats.org/officeDocument/2006/relationships/slide" Target="slides/slide2202.xml"/><Relationship Id="rId96" Type="http://schemas.openxmlformats.org/officeDocument/2006/relationships/slide" Target="slides/slide95.xml"/><Relationship Id="rId827" Type="http://schemas.openxmlformats.org/officeDocument/2006/relationships/slide" Target="slides/slide826.xml"/><Relationship Id="rId1012" Type="http://schemas.openxmlformats.org/officeDocument/2006/relationships/slide" Target="slides/slide1011.xml"/><Relationship Id="rId1457" Type="http://schemas.openxmlformats.org/officeDocument/2006/relationships/slide" Target="slides/slide1456.xml"/><Relationship Id="rId1664" Type="http://schemas.openxmlformats.org/officeDocument/2006/relationships/slide" Target="slides/slide1663.xml"/><Relationship Id="rId1871" Type="http://schemas.openxmlformats.org/officeDocument/2006/relationships/slide" Target="slides/slide1870.xml"/><Relationship Id="rId1317" Type="http://schemas.openxmlformats.org/officeDocument/2006/relationships/slide" Target="slides/slide1316.xml"/><Relationship Id="rId1524" Type="http://schemas.openxmlformats.org/officeDocument/2006/relationships/slide" Target="slides/slide1523.xml"/><Relationship Id="rId1731" Type="http://schemas.openxmlformats.org/officeDocument/2006/relationships/slide" Target="slides/slide1730.xml"/><Relationship Id="rId1969" Type="http://schemas.openxmlformats.org/officeDocument/2006/relationships/slide" Target="slides/slide1968.xml"/><Relationship Id="rId23" Type="http://schemas.openxmlformats.org/officeDocument/2006/relationships/slide" Target="slides/slide22.xml"/><Relationship Id="rId1829" Type="http://schemas.openxmlformats.org/officeDocument/2006/relationships/slide" Target="slides/slide1828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84" Type="http://schemas.openxmlformats.org/officeDocument/2006/relationships/slide" Target="slides/slide683.xml"/><Relationship Id="rId2060" Type="http://schemas.openxmlformats.org/officeDocument/2006/relationships/slide" Target="slides/slide2059.xml"/><Relationship Id="rId2158" Type="http://schemas.openxmlformats.org/officeDocument/2006/relationships/slide" Target="slides/slide2157.xml"/><Relationship Id="rId337" Type="http://schemas.openxmlformats.org/officeDocument/2006/relationships/slide" Target="slides/slide336.xml"/><Relationship Id="rId891" Type="http://schemas.openxmlformats.org/officeDocument/2006/relationships/slide" Target="slides/slide890.xml"/><Relationship Id="rId989" Type="http://schemas.openxmlformats.org/officeDocument/2006/relationships/slide" Target="slides/slide988.xml"/><Relationship Id="rId2018" Type="http://schemas.openxmlformats.org/officeDocument/2006/relationships/slide" Target="slides/slide2017.xml"/><Relationship Id="rId544" Type="http://schemas.openxmlformats.org/officeDocument/2006/relationships/slide" Target="slides/slide543.xml"/><Relationship Id="rId751" Type="http://schemas.openxmlformats.org/officeDocument/2006/relationships/slide" Target="slides/slide750.xml"/><Relationship Id="rId849" Type="http://schemas.openxmlformats.org/officeDocument/2006/relationships/slide" Target="slides/slide848.xml"/><Relationship Id="rId1174" Type="http://schemas.openxmlformats.org/officeDocument/2006/relationships/slide" Target="slides/slide1173.xml"/><Relationship Id="rId1381" Type="http://schemas.openxmlformats.org/officeDocument/2006/relationships/slide" Target="slides/slide1380.xml"/><Relationship Id="rId1479" Type="http://schemas.openxmlformats.org/officeDocument/2006/relationships/slide" Target="slides/slide1478.xml"/><Relationship Id="rId1686" Type="http://schemas.openxmlformats.org/officeDocument/2006/relationships/slide" Target="slides/slide1685.xml"/><Relationship Id="rId2225" Type="http://schemas.openxmlformats.org/officeDocument/2006/relationships/slide" Target="slides/slide2224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1034" Type="http://schemas.openxmlformats.org/officeDocument/2006/relationships/slide" Target="slides/slide1033.xml"/><Relationship Id="rId1241" Type="http://schemas.openxmlformats.org/officeDocument/2006/relationships/slide" Target="slides/slide1240.xml"/><Relationship Id="rId1339" Type="http://schemas.openxmlformats.org/officeDocument/2006/relationships/slide" Target="slides/slide1338.xml"/><Relationship Id="rId1893" Type="http://schemas.openxmlformats.org/officeDocument/2006/relationships/slide" Target="slides/slide1892.xml"/><Relationship Id="rId709" Type="http://schemas.openxmlformats.org/officeDocument/2006/relationships/slide" Target="slides/slide708.xml"/><Relationship Id="rId916" Type="http://schemas.openxmlformats.org/officeDocument/2006/relationships/slide" Target="slides/slide915.xml"/><Relationship Id="rId1101" Type="http://schemas.openxmlformats.org/officeDocument/2006/relationships/slide" Target="slides/slide1100.xml"/><Relationship Id="rId1546" Type="http://schemas.openxmlformats.org/officeDocument/2006/relationships/slide" Target="slides/slide1545.xml"/><Relationship Id="rId1753" Type="http://schemas.openxmlformats.org/officeDocument/2006/relationships/slide" Target="slides/slide1752.xml"/><Relationship Id="rId1960" Type="http://schemas.openxmlformats.org/officeDocument/2006/relationships/slide" Target="slides/slide1959.xml"/><Relationship Id="rId45" Type="http://schemas.openxmlformats.org/officeDocument/2006/relationships/slide" Target="slides/slide44.xml"/><Relationship Id="rId1406" Type="http://schemas.openxmlformats.org/officeDocument/2006/relationships/slide" Target="slides/slide1405.xml"/><Relationship Id="rId1613" Type="http://schemas.openxmlformats.org/officeDocument/2006/relationships/slide" Target="slides/slide1612.xml"/><Relationship Id="rId1820" Type="http://schemas.openxmlformats.org/officeDocument/2006/relationships/slide" Target="slides/slide1819.xml"/><Relationship Id="rId194" Type="http://schemas.openxmlformats.org/officeDocument/2006/relationships/slide" Target="slides/slide193.xml"/><Relationship Id="rId1918" Type="http://schemas.openxmlformats.org/officeDocument/2006/relationships/slide" Target="slides/slide1917.xml"/><Relationship Id="rId2082" Type="http://schemas.openxmlformats.org/officeDocument/2006/relationships/slide" Target="slides/slide2081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359" Type="http://schemas.openxmlformats.org/officeDocument/2006/relationships/slide" Target="slides/slide358.xml"/><Relationship Id="rId566" Type="http://schemas.openxmlformats.org/officeDocument/2006/relationships/slide" Target="slides/slide565.xml"/><Relationship Id="rId773" Type="http://schemas.openxmlformats.org/officeDocument/2006/relationships/slide" Target="slides/slide772.xml"/><Relationship Id="rId1196" Type="http://schemas.openxmlformats.org/officeDocument/2006/relationships/slide" Target="slides/slide1195.xml"/><Relationship Id="rId2247" Type="http://schemas.openxmlformats.org/officeDocument/2006/relationships/slide" Target="slides/slide2246.xml"/><Relationship Id="rId121" Type="http://schemas.openxmlformats.org/officeDocument/2006/relationships/slide" Target="slides/slide120.xml"/><Relationship Id="rId219" Type="http://schemas.openxmlformats.org/officeDocument/2006/relationships/slide" Target="slides/slide218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980" Type="http://schemas.openxmlformats.org/officeDocument/2006/relationships/slide" Target="slides/slide979.xml"/><Relationship Id="rId1056" Type="http://schemas.openxmlformats.org/officeDocument/2006/relationships/slide" Target="slides/slide1055.xml"/><Relationship Id="rId1263" Type="http://schemas.openxmlformats.org/officeDocument/2006/relationships/slide" Target="slides/slide1262.xml"/><Relationship Id="rId2107" Type="http://schemas.openxmlformats.org/officeDocument/2006/relationships/slide" Target="slides/slide2106.xml"/><Relationship Id="rId840" Type="http://schemas.openxmlformats.org/officeDocument/2006/relationships/slide" Target="slides/slide839.xml"/><Relationship Id="rId938" Type="http://schemas.openxmlformats.org/officeDocument/2006/relationships/slide" Target="slides/slide937.xml"/><Relationship Id="rId1470" Type="http://schemas.openxmlformats.org/officeDocument/2006/relationships/slide" Target="slides/slide1469.xml"/><Relationship Id="rId1568" Type="http://schemas.openxmlformats.org/officeDocument/2006/relationships/slide" Target="slides/slide1567.xml"/><Relationship Id="rId1775" Type="http://schemas.openxmlformats.org/officeDocument/2006/relationships/slide" Target="slides/slide1774.xml"/><Relationship Id="rId67" Type="http://schemas.openxmlformats.org/officeDocument/2006/relationships/slide" Target="slides/slide66.xml"/><Relationship Id="rId700" Type="http://schemas.openxmlformats.org/officeDocument/2006/relationships/slide" Target="slides/slide699.xml"/><Relationship Id="rId1123" Type="http://schemas.openxmlformats.org/officeDocument/2006/relationships/slide" Target="slides/slide1122.xml"/><Relationship Id="rId1330" Type="http://schemas.openxmlformats.org/officeDocument/2006/relationships/slide" Target="slides/slide1329.xml"/><Relationship Id="rId1428" Type="http://schemas.openxmlformats.org/officeDocument/2006/relationships/slide" Target="slides/slide1427.xml"/><Relationship Id="rId1635" Type="http://schemas.openxmlformats.org/officeDocument/2006/relationships/slide" Target="slides/slide1634.xml"/><Relationship Id="rId1982" Type="http://schemas.openxmlformats.org/officeDocument/2006/relationships/slide" Target="slides/slide1981.xml"/><Relationship Id="rId1842" Type="http://schemas.openxmlformats.org/officeDocument/2006/relationships/slide" Target="slides/slide1841.xml"/><Relationship Id="rId1702" Type="http://schemas.openxmlformats.org/officeDocument/2006/relationships/slide" Target="slides/slide1701.xml"/><Relationship Id="rId283" Type="http://schemas.openxmlformats.org/officeDocument/2006/relationships/slide" Target="slides/slide282.xml"/><Relationship Id="rId490" Type="http://schemas.openxmlformats.org/officeDocument/2006/relationships/slide" Target="slides/slide489.xml"/><Relationship Id="rId2171" Type="http://schemas.openxmlformats.org/officeDocument/2006/relationships/slide" Target="slides/slide2170.xml"/><Relationship Id="rId143" Type="http://schemas.openxmlformats.org/officeDocument/2006/relationships/slide" Target="slides/slide142.xml"/><Relationship Id="rId350" Type="http://schemas.openxmlformats.org/officeDocument/2006/relationships/slide" Target="slides/slide349.xml"/><Relationship Id="rId588" Type="http://schemas.openxmlformats.org/officeDocument/2006/relationships/slide" Target="slides/slide587.xml"/><Relationship Id="rId795" Type="http://schemas.openxmlformats.org/officeDocument/2006/relationships/slide" Target="slides/slide794.xml"/><Relationship Id="rId2031" Type="http://schemas.openxmlformats.org/officeDocument/2006/relationships/slide" Target="slides/slide2030.xml"/><Relationship Id="rId2269" Type="http://schemas.openxmlformats.org/officeDocument/2006/relationships/slide" Target="slides/slide2268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448" Type="http://schemas.openxmlformats.org/officeDocument/2006/relationships/slide" Target="slides/slide447.xml"/><Relationship Id="rId655" Type="http://schemas.openxmlformats.org/officeDocument/2006/relationships/slide" Target="slides/slide654.xml"/><Relationship Id="rId862" Type="http://schemas.openxmlformats.org/officeDocument/2006/relationships/slide" Target="slides/slide861.xml"/><Relationship Id="rId1078" Type="http://schemas.openxmlformats.org/officeDocument/2006/relationships/slide" Target="slides/slide1077.xml"/><Relationship Id="rId1285" Type="http://schemas.openxmlformats.org/officeDocument/2006/relationships/slide" Target="slides/slide1284.xml"/><Relationship Id="rId1492" Type="http://schemas.openxmlformats.org/officeDocument/2006/relationships/slide" Target="slides/slide1491.xml"/><Relationship Id="rId2129" Type="http://schemas.openxmlformats.org/officeDocument/2006/relationships/slide" Target="slides/slide2128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722" Type="http://schemas.openxmlformats.org/officeDocument/2006/relationships/slide" Target="slides/slide721.xml"/><Relationship Id="rId1145" Type="http://schemas.openxmlformats.org/officeDocument/2006/relationships/slide" Target="slides/slide1144.xml"/><Relationship Id="rId1352" Type="http://schemas.openxmlformats.org/officeDocument/2006/relationships/slide" Target="slides/slide1351.xml"/><Relationship Id="rId1797" Type="http://schemas.openxmlformats.org/officeDocument/2006/relationships/slide" Target="slides/slide1796.xml"/><Relationship Id="rId89" Type="http://schemas.openxmlformats.org/officeDocument/2006/relationships/slide" Target="slides/slide88.xml"/><Relationship Id="rId1005" Type="http://schemas.openxmlformats.org/officeDocument/2006/relationships/slide" Target="slides/slide1004.xml"/><Relationship Id="rId1212" Type="http://schemas.openxmlformats.org/officeDocument/2006/relationships/slide" Target="slides/slide1211.xml"/><Relationship Id="rId1657" Type="http://schemas.openxmlformats.org/officeDocument/2006/relationships/slide" Target="slides/slide1656.xml"/><Relationship Id="rId1864" Type="http://schemas.openxmlformats.org/officeDocument/2006/relationships/slide" Target="slides/slide1863.xml"/><Relationship Id="rId1517" Type="http://schemas.openxmlformats.org/officeDocument/2006/relationships/slide" Target="slides/slide1516.xml"/><Relationship Id="rId1724" Type="http://schemas.openxmlformats.org/officeDocument/2006/relationships/slide" Target="slides/slide1723.xml"/><Relationship Id="rId16" Type="http://schemas.openxmlformats.org/officeDocument/2006/relationships/slide" Target="slides/slide15.xml"/><Relationship Id="rId1931" Type="http://schemas.openxmlformats.org/officeDocument/2006/relationships/slide" Target="slides/slide1930.xml"/><Relationship Id="rId2193" Type="http://schemas.openxmlformats.org/officeDocument/2006/relationships/slide" Target="slides/slide2192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677" Type="http://schemas.openxmlformats.org/officeDocument/2006/relationships/slide" Target="slides/slide676.xml"/><Relationship Id="rId2053" Type="http://schemas.openxmlformats.org/officeDocument/2006/relationships/slide" Target="slides/slide2052.xml"/><Relationship Id="rId2260" Type="http://schemas.openxmlformats.org/officeDocument/2006/relationships/slide" Target="slides/slide2259.xml"/><Relationship Id="rId232" Type="http://schemas.openxmlformats.org/officeDocument/2006/relationships/slide" Target="slides/slide231.xml"/><Relationship Id="rId884" Type="http://schemas.openxmlformats.org/officeDocument/2006/relationships/slide" Target="slides/slide883.xml"/><Relationship Id="rId2120" Type="http://schemas.openxmlformats.org/officeDocument/2006/relationships/slide" Target="slides/slide2119.xml"/><Relationship Id="rId537" Type="http://schemas.openxmlformats.org/officeDocument/2006/relationships/slide" Target="slides/slide536.xml"/><Relationship Id="rId744" Type="http://schemas.openxmlformats.org/officeDocument/2006/relationships/slide" Target="slides/slide743.xml"/><Relationship Id="rId951" Type="http://schemas.openxmlformats.org/officeDocument/2006/relationships/slide" Target="slides/slide950.xml"/><Relationship Id="rId1167" Type="http://schemas.openxmlformats.org/officeDocument/2006/relationships/slide" Target="slides/slide1166.xml"/><Relationship Id="rId1374" Type="http://schemas.openxmlformats.org/officeDocument/2006/relationships/slide" Target="slides/slide1373.xml"/><Relationship Id="rId1581" Type="http://schemas.openxmlformats.org/officeDocument/2006/relationships/slide" Target="slides/slide1580.xml"/><Relationship Id="rId1679" Type="http://schemas.openxmlformats.org/officeDocument/2006/relationships/slide" Target="slides/slide1678.xml"/><Relationship Id="rId2218" Type="http://schemas.openxmlformats.org/officeDocument/2006/relationships/slide" Target="slides/slide2217.xml"/><Relationship Id="rId80" Type="http://schemas.openxmlformats.org/officeDocument/2006/relationships/slide" Target="slides/slide79.xml"/><Relationship Id="rId604" Type="http://schemas.openxmlformats.org/officeDocument/2006/relationships/slide" Target="slides/slide603.xml"/><Relationship Id="rId811" Type="http://schemas.openxmlformats.org/officeDocument/2006/relationships/slide" Target="slides/slide810.xml"/><Relationship Id="rId1027" Type="http://schemas.openxmlformats.org/officeDocument/2006/relationships/slide" Target="slides/slide1026.xml"/><Relationship Id="rId1234" Type="http://schemas.openxmlformats.org/officeDocument/2006/relationships/slide" Target="slides/slide1233.xml"/><Relationship Id="rId1441" Type="http://schemas.openxmlformats.org/officeDocument/2006/relationships/slide" Target="slides/slide1440.xml"/><Relationship Id="rId1886" Type="http://schemas.openxmlformats.org/officeDocument/2006/relationships/slide" Target="slides/slide1885.xml"/><Relationship Id="rId909" Type="http://schemas.openxmlformats.org/officeDocument/2006/relationships/slide" Target="slides/slide908.xml"/><Relationship Id="rId1301" Type="http://schemas.openxmlformats.org/officeDocument/2006/relationships/slide" Target="slides/slide1300.xml"/><Relationship Id="rId1539" Type="http://schemas.openxmlformats.org/officeDocument/2006/relationships/slide" Target="slides/slide1538.xml"/><Relationship Id="rId1746" Type="http://schemas.openxmlformats.org/officeDocument/2006/relationships/slide" Target="slides/slide1745.xml"/><Relationship Id="rId1953" Type="http://schemas.openxmlformats.org/officeDocument/2006/relationships/slide" Target="slides/slide1952.xml"/><Relationship Id="rId38" Type="http://schemas.openxmlformats.org/officeDocument/2006/relationships/slide" Target="slides/slide37.xml"/><Relationship Id="rId1606" Type="http://schemas.openxmlformats.org/officeDocument/2006/relationships/slide" Target="slides/slide1605.xml"/><Relationship Id="rId1813" Type="http://schemas.openxmlformats.org/officeDocument/2006/relationships/slide" Target="slides/slide1812.xml"/><Relationship Id="rId187" Type="http://schemas.openxmlformats.org/officeDocument/2006/relationships/slide" Target="slides/slide186.xml"/><Relationship Id="rId394" Type="http://schemas.openxmlformats.org/officeDocument/2006/relationships/slide" Target="slides/slide393.xml"/><Relationship Id="rId2075" Type="http://schemas.openxmlformats.org/officeDocument/2006/relationships/slide" Target="slides/slide2074.xml"/><Relationship Id="rId2282" Type="http://schemas.openxmlformats.org/officeDocument/2006/relationships/viewProps" Target="viewProps.xml"/><Relationship Id="rId254" Type="http://schemas.openxmlformats.org/officeDocument/2006/relationships/slide" Target="slides/slide253.xml"/><Relationship Id="rId699" Type="http://schemas.openxmlformats.org/officeDocument/2006/relationships/slide" Target="slides/slide698.xml"/><Relationship Id="rId1091" Type="http://schemas.openxmlformats.org/officeDocument/2006/relationships/slide" Target="slides/slide1090.xml"/><Relationship Id="rId114" Type="http://schemas.openxmlformats.org/officeDocument/2006/relationships/slide" Target="slides/slide113.xml"/><Relationship Id="rId461" Type="http://schemas.openxmlformats.org/officeDocument/2006/relationships/slide" Target="slides/slide460.xml"/><Relationship Id="rId559" Type="http://schemas.openxmlformats.org/officeDocument/2006/relationships/slide" Target="slides/slide558.xml"/><Relationship Id="rId766" Type="http://schemas.openxmlformats.org/officeDocument/2006/relationships/slide" Target="slides/slide765.xml"/><Relationship Id="rId1189" Type="http://schemas.openxmlformats.org/officeDocument/2006/relationships/slide" Target="slides/slide1188.xml"/><Relationship Id="rId1396" Type="http://schemas.openxmlformats.org/officeDocument/2006/relationships/slide" Target="slides/slide1395.xml"/><Relationship Id="rId2142" Type="http://schemas.openxmlformats.org/officeDocument/2006/relationships/slide" Target="slides/slide2141.xml"/><Relationship Id="rId321" Type="http://schemas.openxmlformats.org/officeDocument/2006/relationships/slide" Target="slides/slide320.xml"/><Relationship Id="rId419" Type="http://schemas.openxmlformats.org/officeDocument/2006/relationships/slide" Target="slides/slide418.xml"/><Relationship Id="rId626" Type="http://schemas.openxmlformats.org/officeDocument/2006/relationships/slide" Target="slides/slide625.xml"/><Relationship Id="rId973" Type="http://schemas.openxmlformats.org/officeDocument/2006/relationships/slide" Target="slides/slide972.xml"/><Relationship Id="rId1049" Type="http://schemas.openxmlformats.org/officeDocument/2006/relationships/slide" Target="slides/slide1048.xml"/><Relationship Id="rId1256" Type="http://schemas.openxmlformats.org/officeDocument/2006/relationships/slide" Target="slides/slide1255.xml"/><Relationship Id="rId2002" Type="http://schemas.openxmlformats.org/officeDocument/2006/relationships/slide" Target="slides/slide2001.xml"/><Relationship Id="rId833" Type="http://schemas.openxmlformats.org/officeDocument/2006/relationships/slide" Target="slides/slide832.xml"/><Relationship Id="rId1116" Type="http://schemas.openxmlformats.org/officeDocument/2006/relationships/slide" Target="slides/slide1115.xml"/><Relationship Id="rId1463" Type="http://schemas.openxmlformats.org/officeDocument/2006/relationships/slide" Target="slides/slide1462.xml"/><Relationship Id="rId1670" Type="http://schemas.openxmlformats.org/officeDocument/2006/relationships/slide" Target="slides/slide1669.xml"/><Relationship Id="rId1768" Type="http://schemas.openxmlformats.org/officeDocument/2006/relationships/slide" Target="slides/slide1767.xml"/><Relationship Id="rId900" Type="http://schemas.openxmlformats.org/officeDocument/2006/relationships/slide" Target="slides/slide899.xml"/><Relationship Id="rId1323" Type="http://schemas.openxmlformats.org/officeDocument/2006/relationships/slide" Target="slides/slide1322.xml"/><Relationship Id="rId1530" Type="http://schemas.openxmlformats.org/officeDocument/2006/relationships/slide" Target="slides/slide1529.xml"/><Relationship Id="rId1628" Type="http://schemas.openxmlformats.org/officeDocument/2006/relationships/slide" Target="slides/slide1627.xml"/><Relationship Id="rId1975" Type="http://schemas.openxmlformats.org/officeDocument/2006/relationships/slide" Target="slides/slide1974.xml"/><Relationship Id="rId1835" Type="http://schemas.openxmlformats.org/officeDocument/2006/relationships/slide" Target="slides/slide1834.xml"/><Relationship Id="rId1902" Type="http://schemas.openxmlformats.org/officeDocument/2006/relationships/slide" Target="slides/slide1901.xml"/><Relationship Id="rId2097" Type="http://schemas.openxmlformats.org/officeDocument/2006/relationships/slide" Target="slides/slide2096.xml"/><Relationship Id="rId276" Type="http://schemas.openxmlformats.org/officeDocument/2006/relationships/slide" Target="slides/slide275.xml"/><Relationship Id="rId483" Type="http://schemas.openxmlformats.org/officeDocument/2006/relationships/slide" Target="slides/slide482.xml"/><Relationship Id="rId690" Type="http://schemas.openxmlformats.org/officeDocument/2006/relationships/slide" Target="slides/slide689.xml"/><Relationship Id="rId2164" Type="http://schemas.openxmlformats.org/officeDocument/2006/relationships/slide" Target="slides/slide2163.xml"/><Relationship Id="rId136" Type="http://schemas.openxmlformats.org/officeDocument/2006/relationships/slide" Target="slides/slide135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788" Type="http://schemas.openxmlformats.org/officeDocument/2006/relationships/slide" Target="slides/slide787.xml"/><Relationship Id="rId995" Type="http://schemas.openxmlformats.org/officeDocument/2006/relationships/slide" Target="slides/slide994.xml"/><Relationship Id="rId1180" Type="http://schemas.openxmlformats.org/officeDocument/2006/relationships/slide" Target="slides/slide1179.xml"/><Relationship Id="rId2024" Type="http://schemas.openxmlformats.org/officeDocument/2006/relationships/slide" Target="slides/slide2023.xml"/><Relationship Id="rId2231" Type="http://schemas.openxmlformats.org/officeDocument/2006/relationships/slide" Target="slides/slide2230.xml"/><Relationship Id="rId203" Type="http://schemas.openxmlformats.org/officeDocument/2006/relationships/slide" Target="slides/slide202.xml"/><Relationship Id="rId648" Type="http://schemas.openxmlformats.org/officeDocument/2006/relationships/slide" Target="slides/slide647.xml"/><Relationship Id="rId855" Type="http://schemas.openxmlformats.org/officeDocument/2006/relationships/slide" Target="slides/slide854.xml"/><Relationship Id="rId1040" Type="http://schemas.openxmlformats.org/officeDocument/2006/relationships/slide" Target="slides/slide1039.xml"/><Relationship Id="rId1278" Type="http://schemas.openxmlformats.org/officeDocument/2006/relationships/slide" Target="slides/slide1277.xml"/><Relationship Id="rId1485" Type="http://schemas.openxmlformats.org/officeDocument/2006/relationships/slide" Target="slides/slide1484.xml"/><Relationship Id="rId1692" Type="http://schemas.openxmlformats.org/officeDocument/2006/relationships/slide" Target="slides/slide1691.xml"/><Relationship Id="rId410" Type="http://schemas.openxmlformats.org/officeDocument/2006/relationships/slide" Target="slides/slide409.xml"/><Relationship Id="rId508" Type="http://schemas.openxmlformats.org/officeDocument/2006/relationships/slide" Target="slides/slide507.xml"/><Relationship Id="rId715" Type="http://schemas.openxmlformats.org/officeDocument/2006/relationships/slide" Target="slides/slide714.xml"/><Relationship Id="rId922" Type="http://schemas.openxmlformats.org/officeDocument/2006/relationships/slide" Target="slides/slide921.xml"/><Relationship Id="rId1138" Type="http://schemas.openxmlformats.org/officeDocument/2006/relationships/slide" Target="slides/slide1137.xml"/><Relationship Id="rId1345" Type="http://schemas.openxmlformats.org/officeDocument/2006/relationships/slide" Target="slides/slide1344.xml"/><Relationship Id="rId1552" Type="http://schemas.openxmlformats.org/officeDocument/2006/relationships/slide" Target="slides/slide1551.xml"/><Relationship Id="rId1997" Type="http://schemas.openxmlformats.org/officeDocument/2006/relationships/slide" Target="slides/slide1996.xml"/><Relationship Id="rId1205" Type="http://schemas.openxmlformats.org/officeDocument/2006/relationships/slide" Target="slides/slide1204.xml"/><Relationship Id="rId1857" Type="http://schemas.openxmlformats.org/officeDocument/2006/relationships/slide" Target="slides/slide1856.xml"/><Relationship Id="rId51" Type="http://schemas.openxmlformats.org/officeDocument/2006/relationships/slide" Target="slides/slide50.xml"/><Relationship Id="rId1412" Type="http://schemas.openxmlformats.org/officeDocument/2006/relationships/slide" Target="slides/slide1411.xml"/><Relationship Id="rId1717" Type="http://schemas.openxmlformats.org/officeDocument/2006/relationships/slide" Target="slides/slide1716.xml"/><Relationship Id="rId1924" Type="http://schemas.openxmlformats.org/officeDocument/2006/relationships/slide" Target="slides/slide1923.xml"/><Relationship Id="rId298" Type="http://schemas.openxmlformats.org/officeDocument/2006/relationships/slide" Target="slides/slide297.xml"/><Relationship Id="rId158" Type="http://schemas.openxmlformats.org/officeDocument/2006/relationships/slide" Target="slides/slide157.xml"/><Relationship Id="rId2186" Type="http://schemas.openxmlformats.org/officeDocument/2006/relationships/slide" Target="slides/slide2185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2046" Type="http://schemas.openxmlformats.org/officeDocument/2006/relationships/slide" Target="slides/slide2045.xml"/><Relationship Id="rId2253" Type="http://schemas.openxmlformats.org/officeDocument/2006/relationships/slide" Target="slides/slide2252.xml"/><Relationship Id="rId225" Type="http://schemas.openxmlformats.org/officeDocument/2006/relationships/slide" Target="slides/slide224.xml"/><Relationship Id="rId432" Type="http://schemas.openxmlformats.org/officeDocument/2006/relationships/slide" Target="slides/slide431.xml"/><Relationship Id="rId877" Type="http://schemas.openxmlformats.org/officeDocument/2006/relationships/slide" Target="slides/slide876.xml"/><Relationship Id="rId1062" Type="http://schemas.openxmlformats.org/officeDocument/2006/relationships/slide" Target="slides/slide1061.xml"/><Relationship Id="rId2113" Type="http://schemas.openxmlformats.org/officeDocument/2006/relationships/slide" Target="slides/slide2112.xml"/><Relationship Id="rId737" Type="http://schemas.openxmlformats.org/officeDocument/2006/relationships/slide" Target="slides/slide736.xml"/><Relationship Id="rId944" Type="http://schemas.openxmlformats.org/officeDocument/2006/relationships/slide" Target="slides/slide943.xml"/><Relationship Id="rId1367" Type="http://schemas.openxmlformats.org/officeDocument/2006/relationships/slide" Target="slides/slide1366.xml"/><Relationship Id="rId1574" Type="http://schemas.openxmlformats.org/officeDocument/2006/relationships/slide" Target="slides/slide1573.xml"/><Relationship Id="rId1781" Type="http://schemas.openxmlformats.org/officeDocument/2006/relationships/slide" Target="slides/slide1780.xml"/><Relationship Id="rId73" Type="http://schemas.openxmlformats.org/officeDocument/2006/relationships/slide" Target="slides/slide72.xml"/><Relationship Id="rId804" Type="http://schemas.openxmlformats.org/officeDocument/2006/relationships/slide" Target="slides/slide803.xml"/><Relationship Id="rId1227" Type="http://schemas.openxmlformats.org/officeDocument/2006/relationships/slide" Target="slides/slide1226.xml"/><Relationship Id="rId1434" Type="http://schemas.openxmlformats.org/officeDocument/2006/relationships/slide" Target="slides/slide1433.xml"/><Relationship Id="rId1641" Type="http://schemas.openxmlformats.org/officeDocument/2006/relationships/slide" Target="slides/slide1640.xml"/><Relationship Id="rId1879" Type="http://schemas.openxmlformats.org/officeDocument/2006/relationships/slide" Target="slides/slide1878.xml"/><Relationship Id="rId1501" Type="http://schemas.openxmlformats.org/officeDocument/2006/relationships/slide" Target="slides/slide1500.xml"/><Relationship Id="rId1739" Type="http://schemas.openxmlformats.org/officeDocument/2006/relationships/slide" Target="slides/slide1738.xml"/><Relationship Id="rId1946" Type="http://schemas.openxmlformats.org/officeDocument/2006/relationships/slide" Target="slides/slide1945.xml"/><Relationship Id="rId1806" Type="http://schemas.openxmlformats.org/officeDocument/2006/relationships/slide" Target="slides/slide1805.xml"/><Relationship Id="rId387" Type="http://schemas.openxmlformats.org/officeDocument/2006/relationships/slide" Target="slides/slide386.xml"/><Relationship Id="rId594" Type="http://schemas.openxmlformats.org/officeDocument/2006/relationships/slide" Target="slides/slide593.xml"/><Relationship Id="rId2068" Type="http://schemas.openxmlformats.org/officeDocument/2006/relationships/slide" Target="slides/slide2067.xml"/><Relationship Id="rId2275" Type="http://schemas.openxmlformats.org/officeDocument/2006/relationships/slide" Target="slides/slide2274.xml"/><Relationship Id="rId247" Type="http://schemas.openxmlformats.org/officeDocument/2006/relationships/slide" Target="slides/slide246.xml"/><Relationship Id="rId899" Type="http://schemas.openxmlformats.org/officeDocument/2006/relationships/slide" Target="slides/slide898.xml"/><Relationship Id="rId1084" Type="http://schemas.openxmlformats.org/officeDocument/2006/relationships/slide" Target="slides/slide1083.xml"/><Relationship Id="rId107" Type="http://schemas.openxmlformats.org/officeDocument/2006/relationships/slide" Target="slides/slide106.xml"/><Relationship Id="rId454" Type="http://schemas.openxmlformats.org/officeDocument/2006/relationships/slide" Target="slides/slide453.xml"/><Relationship Id="rId661" Type="http://schemas.openxmlformats.org/officeDocument/2006/relationships/slide" Target="slides/slide660.xml"/><Relationship Id="rId759" Type="http://schemas.openxmlformats.org/officeDocument/2006/relationships/slide" Target="slides/slide758.xml"/><Relationship Id="rId966" Type="http://schemas.openxmlformats.org/officeDocument/2006/relationships/slide" Target="slides/slide965.xml"/><Relationship Id="rId1291" Type="http://schemas.openxmlformats.org/officeDocument/2006/relationships/slide" Target="slides/slide1290.xml"/><Relationship Id="rId1389" Type="http://schemas.openxmlformats.org/officeDocument/2006/relationships/slide" Target="slides/slide1388.xml"/><Relationship Id="rId1596" Type="http://schemas.openxmlformats.org/officeDocument/2006/relationships/slide" Target="slides/slide1595.xml"/><Relationship Id="rId2135" Type="http://schemas.openxmlformats.org/officeDocument/2006/relationships/slide" Target="slides/slide2134.xml"/><Relationship Id="rId314" Type="http://schemas.openxmlformats.org/officeDocument/2006/relationships/slide" Target="slides/slide313.xml"/><Relationship Id="rId521" Type="http://schemas.openxmlformats.org/officeDocument/2006/relationships/slide" Target="slides/slide520.xml"/><Relationship Id="rId619" Type="http://schemas.openxmlformats.org/officeDocument/2006/relationships/slide" Target="slides/slide618.xml"/><Relationship Id="rId1151" Type="http://schemas.openxmlformats.org/officeDocument/2006/relationships/slide" Target="slides/slide1150.xml"/><Relationship Id="rId1249" Type="http://schemas.openxmlformats.org/officeDocument/2006/relationships/slide" Target="slides/slide1248.xml"/><Relationship Id="rId2202" Type="http://schemas.openxmlformats.org/officeDocument/2006/relationships/slide" Target="slides/slide2201.xml"/><Relationship Id="rId95" Type="http://schemas.openxmlformats.org/officeDocument/2006/relationships/slide" Target="slides/slide94.xml"/><Relationship Id="rId826" Type="http://schemas.openxmlformats.org/officeDocument/2006/relationships/slide" Target="slides/slide825.xml"/><Relationship Id="rId1011" Type="http://schemas.openxmlformats.org/officeDocument/2006/relationships/slide" Target="slides/slide1010.xml"/><Relationship Id="rId1109" Type="http://schemas.openxmlformats.org/officeDocument/2006/relationships/slide" Target="slides/slide1108.xml"/><Relationship Id="rId1456" Type="http://schemas.openxmlformats.org/officeDocument/2006/relationships/slide" Target="slides/slide1455.xml"/><Relationship Id="rId1663" Type="http://schemas.openxmlformats.org/officeDocument/2006/relationships/slide" Target="slides/slide1662.xml"/><Relationship Id="rId1870" Type="http://schemas.openxmlformats.org/officeDocument/2006/relationships/slide" Target="slides/slide1869.xml"/><Relationship Id="rId1968" Type="http://schemas.openxmlformats.org/officeDocument/2006/relationships/slide" Target="slides/slide1967.xml"/><Relationship Id="rId1316" Type="http://schemas.openxmlformats.org/officeDocument/2006/relationships/slide" Target="slides/slide1315.xml"/><Relationship Id="rId1523" Type="http://schemas.openxmlformats.org/officeDocument/2006/relationships/slide" Target="slides/slide1522.xml"/><Relationship Id="rId1730" Type="http://schemas.openxmlformats.org/officeDocument/2006/relationships/slide" Target="slides/slide1729.xml"/><Relationship Id="rId22" Type="http://schemas.openxmlformats.org/officeDocument/2006/relationships/slide" Target="slides/slide21.xml"/><Relationship Id="rId1828" Type="http://schemas.openxmlformats.org/officeDocument/2006/relationships/slide" Target="slides/slide1827.xml"/><Relationship Id="rId171" Type="http://schemas.openxmlformats.org/officeDocument/2006/relationships/slide" Target="slides/slide170.xml"/><Relationship Id="rId269" Type="http://schemas.openxmlformats.org/officeDocument/2006/relationships/slide" Target="slides/slide268.xml"/><Relationship Id="rId476" Type="http://schemas.openxmlformats.org/officeDocument/2006/relationships/slide" Target="slides/slide475.xml"/><Relationship Id="rId683" Type="http://schemas.openxmlformats.org/officeDocument/2006/relationships/slide" Target="slides/slide682.xml"/><Relationship Id="rId890" Type="http://schemas.openxmlformats.org/officeDocument/2006/relationships/slide" Target="slides/slide889.xml"/><Relationship Id="rId2157" Type="http://schemas.openxmlformats.org/officeDocument/2006/relationships/slide" Target="slides/slide2156.xml"/><Relationship Id="rId129" Type="http://schemas.openxmlformats.org/officeDocument/2006/relationships/slide" Target="slides/slide128.xml"/><Relationship Id="rId336" Type="http://schemas.openxmlformats.org/officeDocument/2006/relationships/slide" Target="slides/slide335.xml"/><Relationship Id="rId543" Type="http://schemas.openxmlformats.org/officeDocument/2006/relationships/slide" Target="slides/slide542.xml"/><Relationship Id="rId988" Type="http://schemas.openxmlformats.org/officeDocument/2006/relationships/slide" Target="slides/slide987.xml"/><Relationship Id="rId1173" Type="http://schemas.openxmlformats.org/officeDocument/2006/relationships/slide" Target="slides/slide1172.xml"/><Relationship Id="rId1380" Type="http://schemas.openxmlformats.org/officeDocument/2006/relationships/slide" Target="slides/slide1379.xml"/><Relationship Id="rId2017" Type="http://schemas.openxmlformats.org/officeDocument/2006/relationships/slide" Target="slides/slide2016.xml"/><Relationship Id="rId2224" Type="http://schemas.openxmlformats.org/officeDocument/2006/relationships/slide" Target="slides/slide2223.xml"/><Relationship Id="rId403" Type="http://schemas.openxmlformats.org/officeDocument/2006/relationships/slide" Target="slides/slide402.xml"/><Relationship Id="rId750" Type="http://schemas.openxmlformats.org/officeDocument/2006/relationships/slide" Target="slides/slide749.xml"/><Relationship Id="rId848" Type="http://schemas.openxmlformats.org/officeDocument/2006/relationships/slide" Target="slides/slide847.xml"/><Relationship Id="rId1033" Type="http://schemas.openxmlformats.org/officeDocument/2006/relationships/slide" Target="slides/slide1032.xml"/><Relationship Id="rId1478" Type="http://schemas.openxmlformats.org/officeDocument/2006/relationships/slide" Target="slides/slide1477.xml"/><Relationship Id="rId1685" Type="http://schemas.openxmlformats.org/officeDocument/2006/relationships/slide" Target="slides/slide1684.xml"/><Relationship Id="rId1892" Type="http://schemas.openxmlformats.org/officeDocument/2006/relationships/slide" Target="slides/slide1891.xml"/><Relationship Id="rId610" Type="http://schemas.openxmlformats.org/officeDocument/2006/relationships/slide" Target="slides/slide609.xml"/><Relationship Id="rId708" Type="http://schemas.openxmlformats.org/officeDocument/2006/relationships/slide" Target="slides/slide707.xml"/><Relationship Id="rId915" Type="http://schemas.openxmlformats.org/officeDocument/2006/relationships/slide" Target="slides/slide914.xml"/><Relationship Id="rId1240" Type="http://schemas.openxmlformats.org/officeDocument/2006/relationships/slide" Target="slides/slide1239.xml"/><Relationship Id="rId1338" Type="http://schemas.openxmlformats.org/officeDocument/2006/relationships/slide" Target="slides/slide1337.xml"/><Relationship Id="rId1545" Type="http://schemas.openxmlformats.org/officeDocument/2006/relationships/slide" Target="slides/slide1544.xml"/><Relationship Id="rId1100" Type="http://schemas.openxmlformats.org/officeDocument/2006/relationships/slide" Target="slides/slide1099.xml"/><Relationship Id="rId1405" Type="http://schemas.openxmlformats.org/officeDocument/2006/relationships/slide" Target="slides/slide1404.xml"/><Relationship Id="rId1752" Type="http://schemas.openxmlformats.org/officeDocument/2006/relationships/slide" Target="slides/slide1751.xml"/><Relationship Id="rId44" Type="http://schemas.openxmlformats.org/officeDocument/2006/relationships/slide" Target="slides/slide43.xml"/><Relationship Id="rId1612" Type="http://schemas.openxmlformats.org/officeDocument/2006/relationships/slide" Target="slides/slide1611.xml"/><Relationship Id="rId1917" Type="http://schemas.openxmlformats.org/officeDocument/2006/relationships/slide" Target="slides/slide1916.xml"/><Relationship Id="rId193" Type="http://schemas.openxmlformats.org/officeDocument/2006/relationships/slide" Target="slides/slide192.xml"/><Relationship Id="rId498" Type="http://schemas.openxmlformats.org/officeDocument/2006/relationships/slide" Target="slides/slide497.xml"/><Relationship Id="rId2081" Type="http://schemas.openxmlformats.org/officeDocument/2006/relationships/slide" Target="slides/slide2080.xml"/><Relationship Id="rId2179" Type="http://schemas.openxmlformats.org/officeDocument/2006/relationships/slide" Target="slides/slide2178.xml"/><Relationship Id="rId260" Type="http://schemas.openxmlformats.org/officeDocument/2006/relationships/slide" Target="slides/slide259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772" Type="http://schemas.openxmlformats.org/officeDocument/2006/relationships/slide" Target="slides/slide771.xml"/><Relationship Id="rId1195" Type="http://schemas.openxmlformats.org/officeDocument/2006/relationships/slide" Target="slides/slide1194.xml"/><Relationship Id="rId2039" Type="http://schemas.openxmlformats.org/officeDocument/2006/relationships/slide" Target="slides/slide2038.xml"/><Relationship Id="rId2246" Type="http://schemas.openxmlformats.org/officeDocument/2006/relationships/slide" Target="slides/slide2245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632" Type="http://schemas.openxmlformats.org/officeDocument/2006/relationships/slide" Target="slides/slide631.xml"/><Relationship Id="rId1055" Type="http://schemas.openxmlformats.org/officeDocument/2006/relationships/slide" Target="slides/slide1054.xml"/><Relationship Id="rId1262" Type="http://schemas.openxmlformats.org/officeDocument/2006/relationships/slide" Target="slides/slide1261.xml"/><Relationship Id="rId2106" Type="http://schemas.openxmlformats.org/officeDocument/2006/relationships/slide" Target="slides/slide2105.xml"/><Relationship Id="rId937" Type="http://schemas.openxmlformats.org/officeDocument/2006/relationships/slide" Target="slides/slide936.xml"/><Relationship Id="rId1122" Type="http://schemas.openxmlformats.org/officeDocument/2006/relationships/slide" Target="slides/slide1121.xml"/><Relationship Id="rId1567" Type="http://schemas.openxmlformats.org/officeDocument/2006/relationships/slide" Target="slides/slide1566.xml"/><Relationship Id="rId1774" Type="http://schemas.openxmlformats.org/officeDocument/2006/relationships/slide" Target="slides/slide1773.xml"/><Relationship Id="rId1981" Type="http://schemas.openxmlformats.org/officeDocument/2006/relationships/slide" Target="slides/slide1980.xml"/><Relationship Id="rId66" Type="http://schemas.openxmlformats.org/officeDocument/2006/relationships/slide" Target="slides/slide65.xml"/><Relationship Id="rId1427" Type="http://schemas.openxmlformats.org/officeDocument/2006/relationships/slide" Target="slides/slide1426.xml"/><Relationship Id="rId1634" Type="http://schemas.openxmlformats.org/officeDocument/2006/relationships/slide" Target="slides/slide1633.xml"/><Relationship Id="rId1841" Type="http://schemas.openxmlformats.org/officeDocument/2006/relationships/slide" Target="slides/slide1840.xml"/><Relationship Id="rId1939" Type="http://schemas.openxmlformats.org/officeDocument/2006/relationships/slide" Target="slides/slide1938.xml"/><Relationship Id="rId1701" Type="http://schemas.openxmlformats.org/officeDocument/2006/relationships/slide" Target="slides/slide1700.xml"/><Relationship Id="rId282" Type="http://schemas.openxmlformats.org/officeDocument/2006/relationships/slide" Target="slides/slide281.xml"/><Relationship Id="rId587" Type="http://schemas.openxmlformats.org/officeDocument/2006/relationships/slide" Target="slides/slide586.xml"/><Relationship Id="rId2170" Type="http://schemas.openxmlformats.org/officeDocument/2006/relationships/slide" Target="slides/slide2169.xml"/><Relationship Id="rId2268" Type="http://schemas.openxmlformats.org/officeDocument/2006/relationships/slide" Target="slides/slide226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447" Type="http://schemas.openxmlformats.org/officeDocument/2006/relationships/slide" Target="slides/slide446.xml"/><Relationship Id="rId794" Type="http://schemas.openxmlformats.org/officeDocument/2006/relationships/slide" Target="slides/slide793.xml"/><Relationship Id="rId1077" Type="http://schemas.openxmlformats.org/officeDocument/2006/relationships/slide" Target="slides/slide1076.xml"/><Relationship Id="rId2030" Type="http://schemas.openxmlformats.org/officeDocument/2006/relationships/slide" Target="slides/slide2029.xml"/><Relationship Id="rId2128" Type="http://schemas.openxmlformats.org/officeDocument/2006/relationships/slide" Target="slides/slide2127.xml"/><Relationship Id="rId654" Type="http://schemas.openxmlformats.org/officeDocument/2006/relationships/slide" Target="slides/slide653.xml"/><Relationship Id="rId861" Type="http://schemas.openxmlformats.org/officeDocument/2006/relationships/slide" Target="slides/slide860.xml"/><Relationship Id="rId959" Type="http://schemas.openxmlformats.org/officeDocument/2006/relationships/slide" Target="slides/slide958.xml"/><Relationship Id="rId1284" Type="http://schemas.openxmlformats.org/officeDocument/2006/relationships/slide" Target="slides/slide1283.xml"/><Relationship Id="rId1491" Type="http://schemas.openxmlformats.org/officeDocument/2006/relationships/slide" Target="slides/slide1490.xml"/><Relationship Id="rId1589" Type="http://schemas.openxmlformats.org/officeDocument/2006/relationships/slide" Target="slides/slide1588.xml"/><Relationship Id="rId307" Type="http://schemas.openxmlformats.org/officeDocument/2006/relationships/slide" Target="slides/slide306.xml"/><Relationship Id="rId514" Type="http://schemas.openxmlformats.org/officeDocument/2006/relationships/slide" Target="slides/slide513.xml"/><Relationship Id="rId721" Type="http://schemas.openxmlformats.org/officeDocument/2006/relationships/slide" Target="slides/slide720.xml"/><Relationship Id="rId1144" Type="http://schemas.openxmlformats.org/officeDocument/2006/relationships/slide" Target="slides/slide1143.xml"/><Relationship Id="rId1351" Type="http://schemas.openxmlformats.org/officeDocument/2006/relationships/slide" Target="slides/slide1350.xml"/><Relationship Id="rId1449" Type="http://schemas.openxmlformats.org/officeDocument/2006/relationships/slide" Target="slides/slide1448.xml"/><Relationship Id="rId1796" Type="http://schemas.openxmlformats.org/officeDocument/2006/relationships/slide" Target="slides/slide1795.xml"/><Relationship Id="rId88" Type="http://schemas.openxmlformats.org/officeDocument/2006/relationships/slide" Target="slides/slide87.xml"/><Relationship Id="rId819" Type="http://schemas.openxmlformats.org/officeDocument/2006/relationships/slide" Target="slides/slide818.xml"/><Relationship Id="rId1004" Type="http://schemas.openxmlformats.org/officeDocument/2006/relationships/slide" Target="slides/slide1003.xml"/><Relationship Id="rId1211" Type="http://schemas.openxmlformats.org/officeDocument/2006/relationships/slide" Target="slides/slide1210.xml"/><Relationship Id="rId1656" Type="http://schemas.openxmlformats.org/officeDocument/2006/relationships/slide" Target="slides/slide1655.xml"/><Relationship Id="rId1863" Type="http://schemas.openxmlformats.org/officeDocument/2006/relationships/slide" Target="slides/slide1862.xml"/><Relationship Id="rId1309" Type="http://schemas.openxmlformats.org/officeDocument/2006/relationships/slide" Target="slides/slide1308.xml"/><Relationship Id="rId1516" Type="http://schemas.openxmlformats.org/officeDocument/2006/relationships/slide" Target="slides/slide1515.xml"/><Relationship Id="rId1723" Type="http://schemas.openxmlformats.org/officeDocument/2006/relationships/slide" Target="slides/slide1722.xml"/><Relationship Id="rId1930" Type="http://schemas.openxmlformats.org/officeDocument/2006/relationships/slide" Target="slides/slide1929.xml"/><Relationship Id="rId15" Type="http://schemas.openxmlformats.org/officeDocument/2006/relationships/slide" Target="slides/slide14.xml"/><Relationship Id="rId2192" Type="http://schemas.openxmlformats.org/officeDocument/2006/relationships/slide" Target="slides/slide219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2052" Type="http://schemas.openxmlformats.org/officeDocument/2006/relationships/slide" Target="slides/slide2051.xml"/><Relationship Id="rId469" Type="http://schemas.openxmlformats.org/officeDocument/2006/relationships/slide" Target="slides/slide468.xml"/><Relationship Id="rId676" Type="http://schemas.openxmlformats.org/officeDocument/2006/relationships/slide" Target="slides/slide675.xml"/><Relationship Id="rId883" Type="http://schemas.openxmlformats.org/officeDocument/2006/relationships/slide" Target="slides/slide882.xml"/><Relationship Id="rId1099" Type="http://schemas.openxmlformats.org/officeDocument/2006/relationships/slide" Target="slides/slide1098.xml"/><Relationship Id="rId231" Type="http://schemas.openxmlformats.org/officeDocument/2006/relationships/slide" Target="slides/slide230.xml"/><Relationship Id="rId329" Type="http://schemas.openxmlformats.org/officeDocument/2006/relationships/slide" Target="slides/slide328.xml"/><Relationship Id="rId536" Type="http://schemas.openxmlformats.org/officeDocument/2006/relationships/slide" Target="slides/slide535.xml"/><Relationship Id="rId1166" Type="http://schemas.openxmlformats.org/officeDocument/2006/relationships/slide" Target="slides/slide1165.xml"/><Relationship Id="rId1373" Type="http://schemas.openxmlformats.org/officeDocument/2006/relationships/slide" Target="slides/slide1372.xml"/><Relationship Id="rId2217" Type="http://schemas.openxmlformats.org/officeDocument/2006/relationships/slide" Target="slides/slide2216.xml"/><Relationship Id="rId743" Type="http://schemas.openxmlformats.org/officeDocument/2006/relationships/slide" Target="slides/slide742.xml"/><Relationship Id="rId950" Type="http://schemas.openxmlformats.org/officeDocument/2006/relationships/slide" Target="slides/slide949.xml"/><Relationship Id="rId1026" Type="http://schemas.openxmlformats.org/officeDocument/2006/relationships/slide" Target="slides/slide1025.xml"/><Relationship Id="rId1580" Type="http://schemas.openxmlformats.org/officeDocument/2006/relationships/slide" Target="slides/slide1579.xml"/><Relationship Id="rId1678" Type="http://schemas.openxmlformats.org/officeDocument/2006/relationships/slide" Target="slides/slide1677.xml"/><Relationship Id="rId1885" Type="http://schemas.openxmlformats.org/officeDocument/2006/relationships/slide" Target="slides/slide1884.xml"/><Relationship Id="rId603" Type="http://schemas.openxmlformats.org/officeDocument/2006/relationships/slide" Target="slides/slide602.xml"/><Relationship Id="rId810" Type="http://schemas.openxmlformats.org/officeDocument/2006/relationships/slide" Target="slides/slide809.xml"/><Relationship Id="rId908" Type="http://schemas.openxmlformats.org/officeDocument/2006/relationships/slide" Target="slides/slide907.xml"/><Relationship Id="rId1233" Type="http://schemas.openxmlformats.org/officeDocument/2006/relationships/slide" Target="slides/slide1232.xml"/><Relationship Id="rId1440" Type="http://schemas.openxmlformats.org/officeDocument/2006/relationships/slide" Target="slides/slide1439.xml"/><Relationship Id="rId1538" Type="http://schemas.openxmlformats.org/officeDocument/2006/relationships/slide" Target="slides/slide1537.xml"/><Relationship Id="rId1300" Type="http://schemas.openxmlformats.org/officeDocument/2006/relationships/slide" Target="slides/slide1299.xml"/><Relationship Id="rId1745" Type="http://schemas.openxmlformats.org/officeDocument/2006/relationships/slide" Target="slides/slide1744.xml"/><Relationship Id="rId1952" Type="http://schemas.openxmlformats.org/officeDocument/2006/relationships/slide" Target="slides/slide1951.xml"/><Relationship Id="rId37" Type="http://schemas.openxmlformats.org/officeDocument/2006/relationships/slide" Target="slides/slide36.xml"/><Relationship Id="rId1605" Type="http://schemas.openxmlformats.org/officeDocument/2006/relationships/slide" Target="slides/slide1604.xml"/><Relationship Id="rId1812" Type="http://schemas.openxmlformats.org/officeDocument/2006/relationships/slide" Target="slides/slide1811.xml"/><Relationship Id="rId186" Type="http://schemas.openxmlformats.org/officeDocument/2006/relationships/slide" Target="slides/slide185.xml"/><Relationship Id="rId393" Type="http://schemas.openxmlformats.org/officeDocument/2006/relationships/slide" Target="slides/slide392.xml"/><Relationship Id="rId2074" Type="http://schemas.openxmlformats.org/officeDocument/2006/relationships/slide" Target="slides/slide2073.xml"/><Relationship Id="rId2281" Type="http://schemas.openxmlformats.org/officeDocument/2006/relationships/presProps" Target="presProps.xml"/><Relationship Id="rId253" Type="http://schemas.openxmlformats.org/officeDocument/2006/relationships/slide" Target="slides/slide252.xml"/><Relationship Id="rId460" Type="http://schemas.openxmlformats.org/officeDocument/2006/relationships/slide" Target="slides/slide459.xml"/><Relationship Id="rId698" Type="http://schemas.openxmlformats.org/officeDocument/2006/relationships/slide" Target="slides/slide697.xml"/><Relationship Id="rId1090" Type="http://schemas.openxmlformats.org/officeDocument/2006/relationships/slide" Target="slides/slide1089.xml"/><Relationship Id="rId2141" Type="http://schemas.openxmlformats.org/officeDocument/2006/relationships/slide" Target="slides/slide2140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765" Type="http://schemas.openxmlformats.org/officeDocument/2006/relationships/slide" Target="slides/slide764.xml"/><Relationship Id="rId972" Type="http://schemas.openxmlformats.org/officeDocument/2006/relationships/slide" Target="slides/slide971.xml"/><Relationship Id="rId1188" Type="http://schemas.openxmlformats.org/officeDocument/2006/relationships/slide" Target="slides/slide1187.xml"/><Relationship Id="rId1395" Type="http://schemas.openxmlformats.org/officeDocument/2006/relationships/slide" Target="slides/slide1394.xml"/><Relationship Id="rId2001" Type="http://schemas.openxmlformats.org/officeDocument/2006/relationships/slide" Target="slides/slide2000.xml"/><Relationship Id="rId2239" Type="http://schemas.openxmlformats.org/officeDocument/2006/relationships/slide" Target="slides/slide2238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832" Type="http://schemas.openxmlformats.org/officeDocument/2006/relationships/slide" Target="slides/slide831.xml"/><Relationship Id="rId1048" Type="http://schemas.openxmlformats.org/officeDocument/2006/relationships/slide" Target="slides/slide1047.xml"/><Relationship Id="rId1255" Type="http://schemas.openxmlformats.org/officeDocument/2006/relationships/slide" Target="slides/slide1254.xml"/><Relationship Id="rId1462" Type="http://schemas.openxmlformats.org/officeDocument/2006/relationships/slide" Target="slides/slide1461.xml"/><Relationship Id="rId1115" Type="http://schemas.openxmlformats.org/officeDocument/2006/relationships/slide" Target="slides/slide1114.xml"/><Relationship Id="rId1322" Type="http://schemas.openxmlformats.org/officeDocument/2006/relationships/slide" Target="slides/slide1321.xml"/><Relationship Id="rId1767" Type="http://schemas.openxmlformats.org/officeDocument/2006/relationships/slide" Target="slides/slide1766.xml"/><Relationship Id="rId1974" Type="http://schemas.openxmlformats.org/officeDocument/2006/relationships/slide" Target="slides/slide1973.xml"/><Relationship Id="rId59" Type="http://schemas.openxmlformats.org/officeDocument/2006/relationships/slide" Target="slides/slide58.xml"/><Relationship Id="rId1627" Type="http://schemas.openxmlformats.org/officeDocument/2006/relationships/slide" Target="slides/slide1626.xml"/><Relationship Id="rId1834" Type="http://schemas.openxmlformats.org/officeDocument/2006/relationships/slide" Target="slides/slide1833.xml"/><Relationship Id="rId2096" Type="http://schemas.openxmlformats.org/officeDocument/2006/relationships/slide" Target="slides/slide2095.xml"/><Relationship Id="rId1901" Type="http://schemas.openxmlformats.org/officeDocument/2006/relationships/slide" Target="slides/slide1900.xml"/><Relationship Id="rId275" Type="http://schemas.openxmlformats.org/officeDocument/2006/relationships/slide" Target="slides/slide274.xml"/><Relationship Id="rId482" Type="http://schemas.openxmlformats.org/officeDocument/2006/relationships/slide" Target="slides/slide481.xml"/><Relationship Id="rId2163" Type="http://schemas.openxmlformats.org/officeDocument/2006/relationships/slide" Target="slides/slide2162.xml"/><Relationship Id="rId135" Type="http://schemas.openxmlformats.org/officeDocument/2006/relationships/slide" Target="slides/slide134.xml"/><Relationship Id="rId342" Type="http://schemas.openxmlformats.org/officeDocument/2006/relationships/slide" Target="slides/slide341.xml"/><Relationship Id="rId787" Type="http://schemas.openxmlformats.org/officeDocument/2006/relationships/slide" Target="slides/slide786.xml"/><Relationship Id="rId994" Type="http://schemas.openxmlformats.org/officeDocument/2006/relationships/slide" Target="slides/slide993.xml"/><Relationship Id="rId2023" Type="http://schemas.openxmlformats.org/officeDocument/2006/relationships/slide" Target="slides/slide2022.xml"/><Relationship Id="rId2230" Type="http://schemas.openxmlformats.org/officeDocument/2006/relationships/slide" Target="slides/slide2229.xml"/><Relationship Id="rId202" Type="http://schemas.openxmlformats.org/officeDocument/2006/relationships/slide" Target="slides/slide201.xml"/><Relationship Id="rId647" Type="http://schemas.openxmlformats.org/officeDocument/2006/relationships/slide" Target="slides/slide646.xml"/><Relationship Id="rId854" Type="http://schemas.openxmlformats.org/officeDocument/2006/relationships/slide" Target="slides/slide853.xml"/><Relationship Id="rId1277" Type="http://schemas.openxmlformats.org/officeDocument/2006/relationships/slide" Target="slides/slide1276.xml"/><Relationship Id="rId1484" Type="http://schemas.openxmlformats.org/officeDocument/2006/relationships/slide" Target="slides/slide1483.xml"/><Relationship Id="rId1691" Type="http://schemas.openxmlformats.org/officeDocument/2006/relationships/slide" Target="slides/slide1690.xml"/><Relationship Id="rId507" Type="http://schemas.openxmlformats.org/officeDocument/2006/relationships/slide" Target="slides/slide506.xml"/><Relationship Id="rId714" Type="http://schemas.openxmlformats.org/officeDocument/2006/relationships/slide" Target="slides/slide713.xml"/><Relationship Id="rId921" Type="http://schemas.openxmlformats.org/officeDocument/2006/relationships/slide" Target="slides/slide920.xml"/><Relationship Id="rId1137" Type="http://schemas.openxmlformats.org/officeDocument/2006/relationships/slide" Target="slides/slide1136.xml"/><Relationship Id="rId1344" Type="http://schemas.openxmlformats.org/officeDocument/2006/relationships/slide" Target="slides/slide1343.xml"/><Relationship Id="rId1551" Type="http://schemas.openxmlformats.org/officeDocument/2006/relationships/slide" Target="slides/slide1550.xml"/><Relationship Id="rId1789" Type="http://schemas.openxmlformats.org/officeDocument/2006/relationships/slide" Target="slides/slide1788.xml"/><Relationship Id="rId1996" Type="http://schemas.openxmlformats.org/officeDocument/2006/relationships/slide" Target="slides/slide1995.xml"/><Relationship Id="rId50" Type="http://schemas.openxmlformats.org/officeDocument/2006/relationships/slide" Target="slides/slide49.xml"/><Relationship Id="rId1204" Type="http://schemas.openxmlformats.org/officeDocument/2006/relationships/slide" Target="slides/slide1203.xml"/><Relationship Id="rId1411" Type="http://schemas.openxmlformats.org/officeDocument/2006/relationships/slide" Target="slides/slide1410.xml"/><Relationship Id="rId1649" Type="http://schemas.openxmlformats.org/officeDocument/2006/relationships/slide" Target="slides/slide1648.xml"/><Relationship Id="rId1856" Type="http://schemas.openxmlformats.org/officeDocument/2006/relationships/slide" Target="slides/slide1855.xml"/><Relationship Id="rId1509" Type="http://schemas.openxmlformats.org/officeDocument/2006/relationships/slide" Target="slides/slide1508.xml"/><Relationship Id="rId1716" Type="http://schemas.openxmlformats.org/officeDocument/2006/relationships/slide" Target="slides/slide1715.xml"/><Relationship Id="rId1923" Type="http://schemas.openxmlformats.org/officeDocument/2006/relationships/slide" Target="slides/slide1922.xml"/><Relationship Id="rId297" Type="http://schemas.openxmlformats.org/officeDocument/2006/relationships/slide" Target="slides/slide296.xml"/><Relationship Id="rId2185" Type="http://schemas.openxmlformats.org/officeDocument/2006/relationships/slide" Target="slides/slide2184.xml"/><Relationship Id="rId157" Type="http://schemas.openxmlformats.org/officeDocument/2006/relationships/slide" Target="slides/slide156.xml"/><Relationship Id="rId364" Type="http://schemas.openxmlformats.org/officeDocument/2006/relationships/slide" Target="slides/slide363.xml"/><Relationship Id="rId2045" Type="http://schemas.openxmlformats.org/officeDocument/2006/relationships/slide" Target="slides/slide2044.xml"/><Relationship Id="rId571" Type="http://schemas.openxmlformats.org/officeDocument/2006/relationships/slide" Target="slides/slide570.xml"/><Relationship Id="rId669" Type="http://schemas.openxmlformats.org/officeDocument/2006/relationships/slide" Target="slides/slide668.xml"/><Relationship Id="rId876" Type="http://schemas.openxmlformats.org/officeDocument/2006/relationships/slide" Target="slides/slide875.xml"/><Relationship Id="rId1299" Type="http://schemas.openxmlformats.org/officeDocument/2006/relationships/slide" Target="slides/slide1298.xml"/><Relationship Id="rId2252" Type="http://schemas.openxmlformats.org/officeDocument/2006/relationships/slide" Target="slides/slide2251.xml"/><Relationship Id="rId224" Type="http://schemas.openxmlformats.org/officeDocument/2006/relationships/slide" Target="slides/slide223.xml"/><Relationship Id="rId431" Type="http://schemas.openxmlformats.org/officeDocument/2006/relationships/slide" Target="slides/slide430.xml"/><Relationship Id="rId529" Type="http://schemas.openxmlformats.org/officeDocument/2006/relationships/slide" Target="slides/slide528.xml"/><Relationship Id="rId736" Type="http://schemas.openxmlformats.org/officeDocument/2006/relationships/slide" Target="slides/slide735.xml"/><Relationship Id="rId1061" Type="http://schemas.openxmlformats.org/officeDocument/2006/relationships/slide" Target="slides/slide1060.xml"/><Relationship Id="rId1159" Type="http://schemas.openxmlformats.org/officeDocument/2006/relationships/slide" Target="slides/slide1158.xml"/><Relationship Id="rId1366" Type="http://schemas.openxmlformats.org/officeDocument/2006/relationships/slide" Target="slides/slide1365.xml"/><Relationship Id="rId2112" Type="http://schemas.openxmlformats.org/officeDocument/2006/relationships/slide" Target="slides/slide2111.xml"/><Relationship Id="rId943" Type="http://schemas.openxmlformats.org/officeDocument/2006/relationships/slide" Target="slides/slide942.xml"/><Relationship Id="rId1019" Type="http://schemas.openxmlformats.org/officeDocument/2006/relationships/slide" Target="slides/slide1018.xml"/><Relationship Id="rId1573" Type="http://schemas.openxmlformats.org/officeDocument/2006/relationships/slide" Target="slides/slide1572.xml"/><Relationship Id="rId1780" Type="http://schemas.openxmlformats.org/officeDocument/2006/relationships/slide" Target="slides/slide1779.xml"/><Relationship Id="rId1878" Type="http://schemas.openxmlformats.org/officeDocument/2006/relationships/slide" Target="slides/slide1877.xml"/><Relationship Id="rId72" Type="http://schemas.openxmlformats.org/officeDocument/2006/relationships/slide" Target="slides/slide71.xml"/><Relationship Id="rId803" Type="http://schemas.openxmlformats.org/officeDocument/2006/relationships/slide" Target="slides/slide802.xml"/><Relationship Id="rId1226" Type="http://schemas.openxmlformats.org/officeDocument/2006/relationships/slide" Target="slides/slide1225.xml"/><Relationship Id="rId1433" Type="http://schemas.openxmlformats.org/officeDocument/2006/relationships/slide" Target="slides/slide1432.xml"/><Relationship Id="rId1640" Type="http://schemas.openxmlformats.org/officeDocument/2006/relationships/slide" Target="slides/slide1639.xml"/><Relationship Id="rId1738" Type="http://schemas.openxmlformats.org/officeDocument/2006/relationships/slide" Target="slides/slide1737.xml"/><Relationship Id="rId1500" Type="http://schemas.openxmlformats.org/officeDocument/2006/relationships/slide" Target="slides/slide1499.xml"/><Relationship Id="rId1945" Type="http://schemas.openxmlformats.org/officeDocument/2006/relationships/slide" Target="slides/slide1944.xml"/><Relationship Id="rId1805" Type="http://schemas.openxmlformats.org/officeDocument/2006/relationships/slide" Target="slides/slide1804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93" Type="http://schemas.openxmlformats.org/officeDocument/2006/relationships/slide" Target="slides/slide592.xml"/><Relationship Id="rId2067" Type="http://schemas.openxmlformats.org/officeDocument/2006/relationships/slide" Target="slides/slide2066.xml"/><Relationship Id="rId2274" Type="http://schemas.openxmlformats.org/officeDocument/2006/relationships/slide" Target="slides/slide2273.xml"/><Relationship Id="rId246" Type="http://schemas.openxmlformats.org/officeDocument/2006/relationships/slide" Target="slides/slide245.xml"/><Relationship Id="rId453" Type="http://schemas.openxmlformats.org/officeDocument/2006/relationships/slide" Target="slides/slide452.xml"/><Relationship Id="rId660" Type="http://schemas.openxmlformats.org/officeDocument/2006/relationships/slide" Target="slides/slide659.xml"/><Relationship Id="rId898" Type="http://schemas.openxmlformats.org/officeDocument/2006/relationships/slide" Target="slides/slide897.xml"/><Relationship Id="rId1083" Type="http://schemas.openxmlformats.org/officeDocument/2006/relationships/slide" Target="slides/slide1082.xml"/><Relationship Id="rId1290" Type="http://schemas.openxmlformats.org/officeDocument/2006/relationships/slide" Target="slides/slide1289.xml"/><Relationship Id="rId2134" Type="http://schemas.openxmlformats.org/officeDocument/2006/relationships/slide" Target="slides/slide2133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758" Type="http://schemas.openxmlformats.org/officeDocument/2006/relationships/slide" Target="slides/slide757.xml"/><Relationship Id="rId965" Type="http://schemas.openxmlformats.org/officeDocument/2006/relationships/slide" Target="slides/slide964.xml"/><Relationship Id="rId1150" Type="http://schemas.openxmlformats.org/officeDocument/2006/relationships/slide" Target="slides/slide1149.xml"/><Relationship Id="rId1388" Type="http://schemas.openxmlformats.org/officeDocument/2006/relationships/slide" Target="slides/slide1387.xml"/><Relationship Id="rId1595" Type="http://schemas.openxmlformats.org/officeDocument/2006/relationships/slide" Target="slides/slide1594.xml"/><Relationship Id="rId94" Type="http://schemas.openxmlformats.org/officeDocument/2006/relationships/slide" Target="slides/slide93.xml"/><Relationship Id="rId520" Type="http://schemas.openxmlformats.org/officeDocument/2006/relationships/slide" Target="slides/slide519.xml"/><Relationship Id="rId618" Type="http://schemas.openxmlformats.org/officeDocument/2006/relationships/slide" Target="slides/slide617.xml"/><Relationship Id="rId825" Type="http://schemas.openxmlformats.org/officeDocument/2006/relationships/slide" Target="slides/slide824.xml"/><Relationship Id="rId1248" Type="http://schemas.openxmlformats.org/officeDocument/2006/relationships/slide" Target="slides/slide1247.xml"/><Relationship Id="rId1455" Type="http://schemas.openxmlformats.org/officeDocument/2006/relationships/slide" Target="slides/slide1454.xml"/><Relationship Id="rId1662" Type="http://schemas.openxmlformats.org/officeDocument/2006/relationships/slide" Target="slides/slide1661.xml"/><Relationship Id="rId2201" Type="http://schemas.openxmlformats.org/officeDocument/2006/relationships/slide" Target="slides/slide2200.xml"/><Relationship Id="rId1010" Type="http://schemas.openxmlformats.org/officeDocument/2006/relationships/slide" Target="slides/slide1009.xml"/><Relationship Id="rId1108" Type="http://schemas.openxmlformats.org/officeDocument/2006/relationships/slide" Target="slides/slide1107.xml"/><Relationship Id="rId1315" Type="http://schemas.openxmlformats.org/officeDocument/2006/relationships/slide" Target="slides/slide1314.xml"/><Relationship Id="rId1967" Type="http://schemas.openxmlformats.org/officeDocument/2006/relationships/slide" Target="slides/slide1966.xml"/><Relationship Id="rId1522" Type="http://schemas.openxmlformats.org/officeDocument/2006/relationships/slide" Target="slides/slide1521.xml"/><Relationship Id="rId21" Type="http://schemas.openxmlformats.org/officeDocument/2006/relationships/slide" Target="slides/slide20.xml"/><Relationship Id="rId2089" Type="http://schemas.openxmlformats.org/officeDocument/2006/relationships/slide" Target="slides/slide2088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682" Type="http://schemas.openxmlformats.org/officeDocument/2006/relationships/slide" Target="slides/slide681.xml"/><Relationship Id="rId2156" Type="http://schemas.openxmlformats.org/officeDocument/2006/relationships/slide" Target="slides/slide2155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172" Type="http://schemas.openxmlformats.org/officeDocument/2006/relationships/slide" Target="slides/slide1171.xml"/><Relationship Id="rId2016" Type="http://schemas.openxmlformats.org/officeDocument/2006/relationships/slide" Target="slides/slide2015.xml"/><Relationship Id="rId2223" Type="http://schemas.openxmlformats.org/officeDocument/2006/relationships/slide" Target="slides/slide2222.xml"/><Relationship Id="rId402" Type="http://schemas.openxmlformats.org/officeDocument/2006/relationships/slide" Target="slides/slide401.xml"/><Relationship Id="rId1032" Type="http://schemas.openxmlformats.org/officeDocument/2006/relationships/slide" Target="slides/slide1031.xml"/><Relationship Id="rId1989" Type="http://schemas.openxmlformats.org/officeDocument/2006/relationships/slide" Target="slides/slide1988.xml"/><Relationship Id="rId1849" Type="http://schemas.openxmlformats.org/officeDocument/2006/relationships/slide" Target="slides/slide1848.xml"/><Relationship Id="rId192" Type="http://schemas.openxmlformats.org/officeDocument/2006/relationships/slide" Target="slides/slide191.xml"/><Relationship Id="rId1709" Type="http://schemas.openxmlformats.org/officeDocument/2006/relationships/slide" Target="slides/slide1708.xml"/><Relationship Id="rId1916" Type="http://schemas.openxmlformats.org/officeDocument/2006/relationships/slide" Target="slides/slide1915.xml"/><Relationship Id="rId2080" Type="http://schemas.openxmlformats.org/officeDocument/2006/relationships/slide" Target="slides/slide2079.xml"/><Relationship Id="rId869" Type="http://schemas.openxmlformats.org/officeDocument/2006/relationships/slide" Target="slides/slide868.xml"/><Relationship Id="rId1499" Type="http://schemas.openxmlformats.org/officeDocument/2006/relationships/slide" Target="slides/slide1498.xml"/><Relationship Id="rId729" Type="http://schemas.openxmlformats.org/officeDocument/2006/relationships/slide" Target="slides/slide728.xml"/><Relationship Id="rId1359" Type="http://schemas.openxmlformats.org/officeDocument/2006/relationships/slide" Target="slides/slide1358.xml"/><Relationship Id="rId936" Type="http://schemas.openxmlformats.org/officeDocument/2006/relationships/slide" Target="slides/slide935.xml"/><Relationship Id="rId1219" Type="http://schemas.openxmlformats.org/officeDocument/2006/relationships/slide" Target="slides/slide1218.xml"/><Relationship Id="rId1566" Type="http://schemas.openxmlformats.org/officeDocument/2006/relationships/slide" Target="slides/slide1565.xml"/><Relationship Id="rId1773" Type="http://schemas.openxmlformats.org/officeDocument/2006/relationships/slide" Target="slides/slide1772.xml"/><Relationship Id="rId1980" Type="http://schemas.openxmlformats.org/officeDocument/2006/relationships/slide" Target="slides/slide1979.xml"/><Relationship Id="rId65" Type="http://schemas.openxmlformats.org/officeDocument/2006/relationships/slide" Target="slides/slide64.xml"/><Relationship Id="rId1426" Type="http://schemas.openxmlformats.org/officeDocument/2006/relationships/slide" Target="slides/slide1425.xml"/><Relationship Id="rId1633" Type="http://schemas.openxmlformats.org/officeDocument/2006/relationships/slide" Target="slides/slide1632.xml"/><Relationship Id="rId1840" Type="http://schemas.openxmlformats.org/officeDocument/2006/relationships/slide" Target="slides/slide1839.xml"/><Relationship Id="rId1700" Type="http://schemas.openxmlformats.org/officeDocument/2006/relationships/slide" Target="slides/slide1699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93" Type="http://schemas.openxmlformats.org/officeDocument/2006/relationships/slide" Target="slides/slide792.xml"/><Relationship Id="rId2267" Type="http://schemas.openxmlformats.org/officeDocument/2006/relationships/slide" Target="slides/slide226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653" Type="http://schemas.openxmlformats.org/officeDocument/2006/relationships/slide" Target="slides/slide652.xml"/><Relationship Id="rId1076" Type="http://schemas.openxmlformats.org/officeDocument/2006/relationships/slide" Target="slides/slide1075.xml"/><Relationship Id="rId1283" Type="http://schemas.openxmlformats.org/officeDocument/2006/relationships/slide" Target="slides/slide1282.xml"/><Relationship Id="rId1490" Type="http://schemas.openxmlformats.org/officeDocument/2006/relationships/slide" Target="slides/slide1489.xml"/><Relationship Id="rId2127" Type="http://schemas.openxmlformats.org/officeDocument/2006/relationships/slide" Target="slides/slide2126.xml"/><Relationship Id="rId306" Type="http://schemas.openxmlformats.org/officeDocument/2006/relationships/slide" Target="slides/slide305.xml"/><Relationship Id="rId860" Type="http://schemas.openxmlformats.org/officeDocument/2006/relationships/slide" Target="slides/slide859.xml"/><Relationship Id="rId1143" Type="http://schemas.openxmlformats.org/officeDocument/2006/relationships/slide" Target="slides/slide1142.xml"/><Relationship Id="rId513" Type="http://schemas.openxmlformats.org/officeDocument/2006/relationships/slide" Target="slides/slide512.xml"/><Relationship Id="rId720" Type="http://schemas.openxmlformats.org/officeDocument/2006/relationships/slide" Target="slides/slide719.xml"/><Relationship Id="rId1350" Type="http://schemas.openxmlformats.org/officeDocument/2006/relationships/slide" Target="slides/slide1349.xml"/><Relationship Id="rId1003" Type="http://schemas.openxmlformats.org/officeDocument/2006/relationships/slide" Target="slides/slide1002.xml"/><Relationship Id="rId1210" Type="http://schemas.openxmlformats.org/officeDocument/2006/relationships/slide" Target="slides/slide1209.xml"/><Relationship Id="rId2191" Type="http://schemas.openxmlformats.org/officeDocument/2006/relationships/slide" Target="slides/slide2190.xml"/><Relationship Id="rId163" Type="http://schemas.openxmlformats.org/officeDocument/2006/relationships/slide" Target="slides/slide162.xml"/><Relationship Id="rId370" Type="http://schemas.openxmlformats.org/officeDocument/2006/relationships/slide" Target="slides/slide369.xml"/><Relationship Id="rId2051" Type="http://schemas.openxmlformats.org/officeDocument/2006/relationships/slide" Target="slides/slide2050.xml"/><Relationship Id="rId230" Type="http://schemas.openxmlformats.org/officeDocument/2006/relationships/slide" Target="slides/slide229.xml"/><Relationship Id="rId1677" Type="http://schemas.openxmlformats.org/officeDocument/2006/relationships/slide" Target="slides/slide1676.xml"/><Relationship Id="rId1884" Type="http://schemas.openxmlformats.org/officeDocument/2006/relationships/slide" Target="slides/slide1883.xml"/><Relationship Id="rId907" Type="http://schemas.openxmlformats.org/officeDocument/2006/relationships/slide" Target="slides/slide906.xml"/><Relationship Id="rId1537" Type="http://schemas.openxmlformats.org/officeDocument/2006/relationships/slide" Target="slides/slide1536.xml"/><Relationship Id="rId1744" Type="http://schemas.openxmlformats.org/officeDocument/2006/relationships/slide" Target="slides/slide1743.xml"/><Relationship Id="rId1951" Type="http://schemas.openxmlformats.org/officeDocument/2006/relationships/slide" Target="slides/slide1950.xml"/><Relationship Id="rId36" Type="http://schemas.openxmlformats.org/officeDocument/2006/relationships/slide" Target="slides/slide35.xml"/><Relationship Id="rId1604" Type="http://schemas.openxmlformats.org/officeDocument/2006/relationships/slide" Target="slides/slide1603.xml"/><Relationship Id="rId1811" Type="http://schemas.openxmlformats.org/officeDocument/2006/relationships/slide" Target="slides/slide1810.xml"/><Relationship Id="rId697" Type="http://schemas.openxmlformats.org/officeDocument/2006/relationships/slide" Target="slides/slide696.xml"/><Relationship Id="rId1187" Type="http://schemas.openxmlformats.org/officeDocument/2006/relationships/slide" Target="slides/slide1186.xml"/><Relationship Id="rId557" Type="http://schemas.openxmlformats.org/officeDocument/2006/relationships/slide" Target="slides/slide556.xml"/><Relationship Id="rId764" Type="http://schemas.openxmlformats.org/officeDocument/2006/relationships/slide" Target="slides/slide763.xml"/><Relationship Id="rId971" Type="http://schemas.openxmlformats.org/officeDocument/2006/relationships/slide" Target="slides/slide970.xml"/><Relationship Id="rId1394" Type="http://schemas.openxmlformats.org/officeDocument/2006/relationships/slide" Target="slides/slide1393.xml"/><Relationship Id="rId2238" Type="http://schemas.openxmlformats.org/officeDocument/2006/relationships/slide" Target="slides/slide2237.xml"/><Relationship Id="rId417" Type="http://schemas.openxmlformats.org/officeDocument/2006/relationships/slide" Target="slides/slide416.xml"/><Relationship Id="rId624" Type="http://schemas.openxmlformats.org/officeDocument/2006/relationships/slide" Target="slides/slide623.xml"/><Relationship Id="rId831" Type="http://schemas.openxmlformats.org/officeDocument/2006/relationships/slide" Target="slides/slide830.xml"/><Relationship Id="rId1047" Type="http://schemas.openxmlformats.org/officeDocument/2006/relationships/slide" Target="slides/slide1046.xml"/><Relationship Id="rId1254" Type="http://schemas.openxmlformats.org/officeDocument/2006/relationships/slide" Target="slides/slide1253.xml"/><Relationship Id="rId1461" Type="http://schemas.openxmlformats.org/officeDocument/2006/relationships/slide" Target="slides/slide1460.xml"/><Relationship Id="rId1114" Type="http://schemas.openxmlformats.org/officeDocument/2006/relationships/slide" Target="slides/slide1113.xml"/><Relationship Id="rId1321" Type="http://schemas.openxmlformats.org/officeDocument/2006/relationships/slide" Target="slides/slide1320.xml"/><Relationship Id="rId2095" Type="http://schemas.openxmlformats.org/officeDocument/2006/relationships/slide" Target="slides/slide2094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2162" Type="http://schemas.openxmlformats.org/officeDocument/2006/relationships/slide" Target="slides/slide2161.xml"/><Relationship Id="rId134" Type="http://schemas.openxmlformats.org/officeDocument/2006/relationships/slide" Target="slides/slide133.xml"/><Relationship Id="rId341" Type="http://schemas.openxmlformats.org/officeDocument/2006/relationships/slide" Target="slides/slide340.xml"/><Relationship Id="rId2022" Type="http://schemas.openxmlformats.org/officeDocument/2006/relationships/slide" Target="slides/slide2021.xml"/><Relationship Id="rId201" Type="http://schemas.openxmlformats.org/officeDocument/2006/relationships/slide" Target="slides/slide200.xml"/><Relationship Id="rId1788" Type="http://schemas.openxmlformats.org/officeDocument/2006/relationships/slide" Target="slides/slide1787.xml"/><Relationship Id="rId1995" Type="http://schemas.openxmlformats.org/officeDocument/2006/relationships/slide" Target="slides/slide1994.xml"/><Relationship Id="rId1648" Type="http://schemas.openxmlformats.org/officeDocument/2006/relationships/slide" Target="slides/slide1647.xml"/><Relationship Id="rId1508" Type="http://schemas.openxmlformats.org/officeDocument/2006/relationships/slide" Target="slides/slide1507.xml"/><Relationship Id="rId1855" Type="http://schemas.openxmlformats.org/officeDocument/2006/relationships/slide" Target="slides/slide1854.xml"/><Relationship Id="rId1715" Type="http://schemas.openxmlformats.org/officeDocument/2006/relationships/slide" Target="slides/slide1714.xml"/><Relationship Id="rId1922" Type="http://schemas.openxmlformats.org/officeDocument/2006/relationships/slide" Target="slides/slide1921.xml"/><Relationship Id="rId668" Type="http://schemas.openxmlformats.org/officeDocument/2006/relationships/slide" Target="slides/slide667.xml"/><Relationship Id="rId875" Type="http://schemas.openxmlformats.org/officeDocument/2006/relationships/slide" Target="slides/slide874.xml"/><Relationship Id="rId1298" Type="http://schemas.openxmlformats.org/officeDocument/2006/relationships/slide" Target="slides/slide1297.xml"/><Relationship Id="rId528" Type="http://schemas.openxmlformats.org/officeDocument/2006/relationships/slide" Target="slides/slide527.xml"/><Relationship Id="rId735" Type="http://schemas.openxmlformats.org/officeDocument/2006/relationships/slide" Target="slides/slide734.xml"/><Relationship Id="rId942" Type="http://schemas.openxmlformats.org/officeDocument/2006/relationships/slide" Target="slides/slide941.xml"/><Relationship Id="rId1158" Type="http://schemas.openxmlformats.org/officeDocument/2006/relationships/slide" Target="slides/slide1157.xml"/><Relationship Id="rId1365" Type="http://schemas.openxmlformats.org/officeDocument/2006/relationships/slide" Target="slides/slide1364.xml"/><Relationship Id="rId1572" Type="http://schemas.openxmlformats.org/officeDocument/2006/relationships/slide" Target="slides/slide1571.xml"/><Relationship Id="rId2209" Type="http://schemas.openxmlformats.org/officeDocument/2006/relationships/slide" Target="slides/slide2208.xml"/><Relationship Id="rId1018" Type="http://schemas.openxmlformats.org/officeDocument/2006/relationships/slide" Target="slides/slide1017.xml"/><Relationship Id="rId1225" Type="http://schemas.openxmlformats.org/officeDocument/2006/relationships/slide" Target="slides/slide1224.xml"/><Relationship Id="rId1432" Type="http://schemas.openxmlformats.org/officeDocument/2006/relationships/slide" Target="slides/slide1431.xml"/><Relationship Id="rId71" Type="http://schemas.openxmlformats.org/officeDocument/2006/relationships/slide" Target="slides/slide70.xml"/><Relationship Id="rId802" Type="http://schemas.openxmlformats.org/officeDocument/2006/relationships/slide" Target="slides/slide801.xml"/><Relationship Id="rId178" Type="http://schemas.openxmlformats.org/officeDocument/2006/relationships/slide" Target="slides/slide177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2066" Type="http://schemas.openxmlformats.org/officeDocument/2006/relationships/slide" Target="slides/slide2065.xml"/><Relationship Id="rId2273" Type="http://schemas.openxmlformats.org/officeDocument/2006/relationships/slide" Target="slides/slide2272.xml"/><Relationship Id="rId245" Type="http://schemas.openxmlformats.org/officeDocument/2006/relationships/slide" Target="slides/slide244.xml"/><Relationship Id="rId452" Type="http://schemas.openxmlformats.org/officeDocument/2006/relationships/slide" Target="slides/slide451.xml"/><Relationship Id="rId1082" Type="http://schemas.openxmlformats.org/officeDocument/2006/relationships/slide" Target="slides/slide1081.xml"/><Relationship Id="rId2133" Type="http://schemas.openxmlformats.org/officeDocument/2006/relationships/slide" Target="slides/slide2132.xml"/><Relationship Id="rId105" Type="http://schemas.openxmlformats.org/officeDocument/2006/relationships/slide" Target="slides/slide104.xml"/><Relationship Id="rId312" Type="http://schemas.openxmlformats.org/officeDocument/2006/relationships/slide" Target="slides/slide311.xml"/><Relationship Id="rId2200" Type="http://schemas.openxmlformats.org/officeDocument/2006/relationships/slide" Target="slides/slide2199.xml"/><Relationship Id="rId1899" Type="http://schemas.openxmlformats.org/officeDocument/2006/relationships/slide" Target="slides/slide1898.xml"/><Relationship Id="rId1759" Type="http://schemas.openxmlformats.org/officeDocument/2006/relationships/slide" Target="slides/slide1758.xml"/><Relationship Id="rId1966" Type="http://schemas.openxmlformats.org/officeDocument/2006/relationships/slide" Target="slides/slide1965.xml"/><Relationship Id="rId1619" Type="http://schemas.openxmlformats.org/officeDocument/2006/relationships/slide" Target="slides/slide1618.xml"/><Relationship Id="rId1826" Type="http://schemas.openxmlformats.org/officeDocument/2006/relationships/slide" Target="slides/slide18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4BBB1D-C275-A4AC-5118-6A1C885EB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29C3A-38EF-89B7-116E-3436881481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E2BD7-F3CE-44F4-84F2-B362A06E2AB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2B471-E873-0F4C-D9AA-40BE35943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87422-B4B8-75FE-2049-B355790DD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17F47-E220-4A9C-8152-DFD02DFA7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727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18835-2990-4F90-8C46-8B9355F0DC11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C9514-4A26-434A-8784-62D5B9C36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6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C9514-4A26-434A-8784-62D5B9C3698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356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C9514-4A26-434A-8784-62D5B9C3698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1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2BE6-872F-3193-A384-B29063C9D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5C595-1E51-CB5E-59AD-28DCF052E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D5D2-38E5-C5F0-E2AA-CAA3913A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34A7-E2C5-4722-AF25-46889963B146}" type="datetime1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D076B-BE04-E47B-024B-73EACB33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A81D5-F962-A24B-2E9E-03198A93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337E999-6A7C-24EC-2D0A-1EF5DB370144}"/>
              </a:ext>
            </a:extLst>
          </p:cNvPr>
          <p:cNvSpPr txBox="1">
            <a:spLocks/>
          </p:cNvSpPr>
          <p:nvPr userDrawn="1"/>
        </p:nvSpPr>
        <p:spPr>
          <a:xfrm>
            <a:off x="26506" y="6481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41A652-A11F-4A36-BF1E-93C57D215B0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86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3721-9E68-0269-3CD9-645F76DE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515600" cy="561202"/>
          </a:xfrm>
        </p:spPr>
        <p:txBody>
          <a:bodyPr>
            <a:normAutofit/>
          </a:bodyPr>
          <a:lstStyle>
            <a:lvl1pPr algn="ctr"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1BEC-F2F1-00FE-3DFD-A53967126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097280"/>
            <a:ext cx="11753537" cy="554806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Aft>
                <a:spcPts val="600"/>
              </a:spcAft>
              <a:buNone/>
              <a:defRPr sz="4800"/>
            </a:lvl1pPr>
            <a:lvl2pPr marL="457200" indent="0" algn="ctr">
              <a:lnSpc>
                <a:spcPct val="100000"/>
              </a:lnSpc>
              <a:spcAft>
                <a:spcPts val="600"/>
              </a:spcAft>
              <a:buNone/>
              <a:defRPr sz="4800"/>
            </a:lvl2pPr>
            <a:lvl3pPr marL="914400" indent="0" algn="ctr">
              <a:lnSpc>
                <a:spcPct val="100000"/>
              </a:lnSpc>
              <a:spcAft>
                <a:spcPts val="600"/>
              </a:spcAft>
              <a:buNone/>
              <a:defRPr sz="4800"/>
            </a:lvl3pPr>
            <a:lvl4pPr marL="1371600" indent="0" algn="ctr">
              <a:lnSpc>
                <a:spcPct val="100000"/>
              </a:lnSpc>
              <a:spcAft>
                <a:spcPts val="600"/>
              </a:spcAft>
              <a:buNone/>
              <a:defRPr sz="4800"/>
            </a:lvl4pPr>
            <a:lvl5pPr marL="1828800" indent="0" algn="ctr">
              <a:lnSpc>
                <a:spcPct val="100000"/>
              </a:lnSpc>
              <a:spcAft>
                <a:spcPts val="600"/>
              </a:spcAft>
              <a:buNone/>
              <a:defRPr sz="4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26ED-0C07-B1DD-A154-2E3D250F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E86EA-4054-4249-80D4-C79C5C8518E8}" type="datetime1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EF6B1-0A56-6F03-0506-8CC33F95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88F9C-A633-BFE6-ACD0-7C93B883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506" y="6481425"/>
            <a:ext cx="2743200" cy="365125"/>
          </a:xfrm>
        </p:spPr>
        <p:txBody>
          <a:bodyPr/>
          <a:lstStyle>
            <a:lvl1pPr algn="l">
              <a:defRPr sz="1400"/>
            </a:lvl1pPr>
          </a:lstStyle>
          <a:p>
            <a:fld id="{D041A652-A11F-4A36-BF1E-93C57D215B02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D0448-82FB-4A43-E85A-661AC69BA19E}"/>
              </a:ext>
            </a:extLst>
          </p:cNvPr>
          <p:cNvSpPr txBox="1"/>
          <p:nvPr userDrawn="1"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62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EBD219-9AE3-7C97-2656-5ED70C1B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C1C8-FE43-4FF3-88DD-9B4F184655C5}" type="datetime1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2111C-AC55-CA61-2AB1-FF3976C4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FE700-0C9D-1437-CAD7-FA94A964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Graphic 5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CB70FDED-A5EA-3D08-E05D-FDDC5BDFF5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1886" y="6487886"/>
            <a:ext cx="370114" cy="370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5D325F-2B2F-5DE0-3362-E1A6A0A96D70}"/>
              </a:ext>
            </a:extLst>
          </p:cNvPr>
          <p:cNvSpPr txBox="1"/>
          <p:nvPr userDrawn="1"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50A37D-442E-4E79-0968-D20619B94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813016"/>
          </a:xfrm>
        </p:spPr>
        <p:txBody>
          <a:bodyPr>
            <a:normAutofit/>
          </a:bodyPr>
          <a:lstStyle>
            <a:lvl1pPr algn="ctr">
              <a:defRPr sz="4800"/>
            </a:lvl1pPr>
            <a:lvl2pPr algn="ctr">
              <a:defRPr sz="4800"/>
            </a:lvl2pPr>
            <a:lvl3pPr algn="ctr">
              <a:defRPr sz="4800"/>
            </a:lvl3pPr>
            <a:lvl4pPr algn="ctr">
              <a:defRPr sz="4800"/>
            </a:lvl4pPr>
            <a:lvl5pPr algn="ctr">
              <a:defRPr sz="4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04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EFC1-7C95-05FA-C286-B1D2AAB1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D41C-31E2-2339-79ED-E5064FB3F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A4A2E-E44B-6529-B732-5C3221FB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B5F6-DED5-4420-BFDF-09F6E2338F0B}" type="datetime1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F044-93C4-3082-B64B-C2A496A2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3A78C-3B15-5BA5-1A2C-F997DBFD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971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3E7B-07C0-1AAA-1077-96AE298F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C9639-4470-0159-D7C2-732DEB762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F0A91-CF97-52FC-1626-875A74590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314A8-47A5-2DC9-78DB-8B788702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AC3B-7390-4207-9026-C56940D91D4B}" type="datetime1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3277A-95CB-AFB8-D019-08261FAC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89525-710E-1357-C97F-20A47AA9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577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3086-C0BF-5C60-27FC-193EBCAA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61BC8-3A12-6DE5-FD96-4757C4793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9AA1F-BA1C-A408-FAD0-73C03EB70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7DE3E-A177-29A3-5400-3568AD408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494B5-2845-8F82-2394-36D0F3FAE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01445F-776E-1F46-429A-80C13030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C63BF-6E95-43CD-8146-A22B1F62603D}" type="datetime1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4D08D-61DD-E797-1EDD-DC1F7F1F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CE701-F55D-C586-B5B4-5CF5FBB5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BE51-10D6-9486-E6B7-2ABEE5B4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AB7A2-73AB-8C4C-B896-B39460D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4BDA8-3661-47F5-80C4-8F4D0A613985}" type="datetime1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C9172-3DA4-FB42-034E-1E23FC1A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B7450-AA68-2BE8-0450-A991913A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Graphic 5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A50A5101-F33E-73E8-1735-828FB175AF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1886" y="6487886"/>
            <a:ext cx="370114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2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E430E-DC02-7F11-B0D4-B99152AD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903E-604A-4A7E-AE1F-8C9D13D8E767}" type="datetime1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F84D6-D067-E341-AD68-447B9F73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6C09E-2D7F-EFD4-2072-571F4C32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C727A42-51F5-7F46-AC1C-E21A10D037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1886" y="6487886"/>
            <a:ext cx="370114" cy="3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BBA7-2A0C-1AB0-B37A-82F438AE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4DC6B-59AA-7C63-CD2B-D7C9E5E3C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D7800-37B7-2B61-CC7B-5275AC650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B9497-7D69-508E-9A38-1B9FB479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783D4-D04B-4A57-948B-8A6BC7C18123}" type="datetime1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45430-C6AC-2B8E-903A-91A246E8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F2890-2BF3-9E13-358D-863D2D61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205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A7D4-E065-DA47-CF87-D44A8CED4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1B3E9-05FD-B2AC-A385-E11E38F9E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4964C-B277-58FF-AAE0-41F312EC6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0B775-D617-C5BE-15B9-238159F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43D96-B196-4AC5-8966-DCF54C0D177A}" type="datetime1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80F52-D3BE-65D7-8DA3-A9825B37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3A444-9598-2A57-A77C-D5A8ADED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78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A92C-3EDE-1296-B4C0-19EFEE43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A4385-DD5A-4BFE-410C-43F29850C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DBB1-9145-58A3-247B-D5F74D60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2C658-D57C-457E-94AA-B81B7AE902A4}" type="datetime1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763E-1BF8-2542-EFC7-BF61D1F1F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B6F7-90A2-4287-4B9B-9177596B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6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7E57E-1D4C-6C65-7E29-616566C73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89F7C-7E13-6370-F29B-399454E73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12B11-F464-CD24-ABB1-B0450688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74689-4AD7-4C49-A9FF-E60D4B091920}" type="datetime1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E0587-8BD6-2E46-2FB3-81FB380A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42A90-7601-C487-EFAE-2B16813F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2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" Target="../slides/slid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94396-3AF7-C007-F9EB-A37DE88F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80C3A-FCEF-4ADC-34CC-2B3F46D6A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CE81-B215-A342-30A9-F1A9D52BF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40B40-2D00-4AED-82A8-D75E031D2F84}" type="datetime1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F6973-79F9-1450-1872-EC7F7199C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B2FC4-4FDD-750F-339C-F18625083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A652-A11F-4A36-BF1E-93C57D215B0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raphic 6" descr="Home with solid fill">
            <a:hlinkClick r:id="rId14" action="ppaction://hlinksldjump"/>
            <a:extLst>
              <a:ext uri="{FF2B5EF4-FFF2-40B4-BE49-F238E27FC236}">
                <a16:creationId xmlns:a16="http://schemas.microsoft.com/office/drawing/2014/main" id="{5675FAE1-2A34-6F87-9DA3-F1F727DAEC1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821886" y="6487886"/>
            <a:ext cx="370114" cy="370114"/>
          </a:xfrm>
          <a:prstGeom prst="rect">
            <a:avLst/>
          </a:prstGeom>
        </p:spPr>
      </p:pic>
      <p:pic>
        <p:nvPicPr>
          <p:cNvPr id="1026" name="Picture 2" descr="JOYFUL CELEBRATION">
            <a:extLst>
              <a:ext uri="{FF2B5EF4-FFF2-40B4-BE49-F238E27FC236}">
                <a16:creationId xmlns:a16="http://schemas.microsoft.com/office/drawing/2014/main" id="{2FF41157-DD0C-142B-869B-982907F190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2" r="15790"/>
          <a:stretch/>
        </p:blipFill>
        <p:spPr bwMode="auto">
          <a:xfrm>
            <a:off x="11497411" y="73448"/>
            <a:ext cx="625016" cy="91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136259-D5CD-414A-CAE9-689D822E08BB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 l="5657" r="9863"/>
          <a:stretch/>
        </p:blipFill>
        <p:spPr>
          <a:xfrm>
            <a:off x="62948" y="83387"/>
            <a:ext cx="1024751" cy="56120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27F5F-47A9-23A0-C95D-C4C32AAB37FE}"/>
              </a:ext>
            </a:extLst>
          </p:cNvPr>
          <p:cNvSpPr txBox="1">
            <a:spLocks/>
          </p:cNvSpPr>
          <p:nvPr userDrawn="1"/>
        </p:nvSpPr>
        <p:spPr>
          <a:xfrm>
            <a:off x="26506" y="648142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41A652-A11F-4A36-BF1E-93C57D215B0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57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FBC78-9988-0CAB-0CB2-243F28E1BCDA}"/>
              </a:ext>
            </a:extLst>
          </p:cNvPr>
          <p:cNvSpPr txBox="1"/>
          <p:nvPr/>
        </p:nvSpPr>
        <p:spPr>
          <a:xfrm>
            <a:off x="0" y="1160282"/>
            <a:ext cx="121920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lamp for our steps has been given,</a:t>
            </a: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light has been set on a hill;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God’s Word in its truth may be trusted,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By all who surrender their will.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6FE34-31A1-F8D6-C512-A9A2188A906A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Index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C07AC5-3C62-BC66-3D42-8B6BE52D3BBE}"/>
              </a:ext>
            </a:extLst>
          </p:cNvPr>
          <p:cNvSpPr txBox="1">
            <a:spLocks/>
          </p:cNvSpPr>
          <p:nvPr/>
        </p:nvSpPr>
        <p:spPr>
          <a:xfrm>
            <a:off x="838200" y="245382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15 - A Lamp For Our Steps</a:t>
            </a:r>
            <a:endParaRPr lang="en-IN" sz="48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3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FBC78-9988-0CAB-0CB2-243F28E1BCDA}"/>
              </a:ext>
            </a:extLst>
          </p:cNvPr>
          <p:cNvSpPr txBox="1"/>
          <p:nvPr/>
        </p:nvSpPr>
        <p:spPr>
          <a:xfrm>
            <a:off x="0" y="844596"/>
            <a:ext cx="1219200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To order the chaos of darkness,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Give hope in the midst of despair,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To make of our lives new creations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And lighten the burdens we bear.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A8891-9B3F-E6EB-4F25-EE18A7C6E4E6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43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FBC78-9988-0CAB-0CB2-243F28E1BCDA}"/>
              </a:ext>
            </a:extLst>
          </p:cNvPr>
          <p:cNvSpPr txBox="1"/>
          <p:nvPr/>
        </p:nvSpPr>
        <p:spPr>
          <a:xfrm>
            <a:off x="0" y="1084079"/>
            <a:ext cx="1219200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Lord, grant to us eyes ever watchful,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And ears ever open to hear, </a:t>
            </a:r>
            <a:r>
              <a:rPr lang="en-US" sz="4800" b="1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Word that in love you are speaking,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Word that dispels all our fear.</a:t>
            </a:r>
            <a:endParaRPr lang="en-IN" sz="4800" dirty="0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26177-91CF-5C83-94CC-C515389AD33E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40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0" y="966263"/>
            <a:ext cx="1219200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Your death-resurrection has claimed us,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But pardon our flesh that is weak;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 know that our spirits are willing,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Give strength with the Word that you speak.</a:t>
            </a:r>
            <a:endParaRPr lang="en-IN" sz="4800" dirty="0"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659D9-C75F-B250-C209-16445AFD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B2EC6-C721-E620-B15F-FA3723290078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50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1" y="1246660"/>
            <a:ext cx="12192000" cy="5319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new commandment I give unto you,</a:t>
            </a: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That you love one another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as I have loved you. [2]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By this shall all know that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 are my disciples: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you have love for one another. </a:t>
            </a:r>
            <a:r>
              <a:rPr lang="en-US" sz="4800" spc="-75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</a:t>
            </a:r>
            <a:r>
              <a:rPr lang="en-US" sz="4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2B753-865E-5760-A978-759E7D27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24374-D496-0314-8997-E9D5AB9C7BAB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8ABBCC-5A51-C1BB-3E16-74255464FF8E}"/>
              </a:ext>
            </a:extLst>
          </p:cNvPr>
          <p:cNvSpPr txBox="1">
            <a:spLocks/>
          </p:cNvSpPr>
          <p:nvPr/>
        </p:nvSpPr>
        <p:spPr>
          <a:xfrm>
            <a:off x="914402" y="180066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16 - A New Commandment</a:t>
            </a:r>
            <a:endParaRPr lang="en-IN" sz="48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12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42900" algn="l"/>
              </a:tabLst>
            </a:pPr>
            <a:r>
              <a:rPr lang="en-US" spc="-75" dirty="0">
                <a:ea typeface="Calibri" panose="020F0502020204030204" pitchFamily="34" charset="0"/>
                <a:cs typeface="Arial" panose="020B0604020202020204" pitchFamily="34" charset="0"/>
              </a:rPr>
              <a:t>A new commandment I give unto you,</a:t>
            </a: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tabLst>
                <a:tab pos="342900" algn="l"/>
              </a:tabLst>
            </a:pPr>
            <a:r>
              <a:rPr lang="en-US" spc="-75" dirty="0">
                <a:ea typeface="Calibri" panose="020F0502020204030204" pitchFamily="34" charset="0"/>
                <a:cs typeface="Arial" panose="020B0604020202020204" pitchFamily="34" charset="0"/>
              </a:rPr>
              <a:t>That you love one another </a:t>
            </a:r>
          </a:p>
          <a:p>
            <a:pPr>
              <a:tabLst>
                <a:tab pos="342900" algn="l"/>
              </a:tabLst>
            </a:pPr>
            <a:r>
              <a:rPr lang="en-US" spc="-75" dirty="0">
                <a:ea typeface="Calibri" panose="020F0502020204030204" pitchFamily="34" charset="0"/>
                <a:cs typeface="Arial" panose="020B0604020202020204" pitchFamily="34" charset="0"/>
              </a:rPr>
              <a:t>as I have loved you. [2]</a:t>
            </a:r>
          </a:p>
          <a:p>
            <a:pPr>
              <a:spcBef>
                <a:spcPts val="57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 are my friends if you do </a:t>
            </a:r>
          </a:p>
          <a:p>
            <a:pPr>
              <a:spcBef>
                <a:spcPts val="57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what I command you.</a:t>
            </a:r>
          </a:p>
          <a:p>
            <a:pPr>
              <a:spcBef>
                <a:spcPts val="57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Without my help you can do nothing.</a:t>
            </a:r>
            <a:r>
              <a:rPr lang="en-US" b="1" spc="-75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pc="-75" dirty="0">
                <a:ea typeface="Calibri" panose="020F0502020204030204" pitchFamily="34" charset="0"/>
                <a:cs typeface="Arial" panose="020B0604020202020204" pitchFamily="34" charset="0"/>
              </a:rPr>
              <a:t>[2]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tabLst>
                <a:tab pos="342900" algn="l"/>
              </a:tabLst>
            </a:pPr>
            <a:endParaRPr lang="en-US" spc="-75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159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0" y="818314"/>
            <a:ext cx="12192000" cy="626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A new commandment I give unto you,</a:t>
            </a: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That you love one another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as I have loved you. [2]</a:t>
            </a:r>
          </a:p>
          <a:p>
            <a:pPr algn="ctr">
              <a:spcBef>
                <a:spcPts val="57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I am the true Vine, </a:t>
            </a:r>
          </a:p>
          <a:p>
            <a:pPr algn="ctr">
              <a:spcBef>
                <a:spcPts val="57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my Father is the gardener, 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Abide in me and I in you. </a:t>
            </a:r>
            <a:r>
              <a:rPr lang="en-US" sz="4800" b="1" spc="-75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[2]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endParaRPr lang="en-US" sz="4800" spc="-75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0D1D6-3827-1E7E-6D2C-901A344C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6AD05-6D68-053C-0651-2C1453C428FA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12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0" y="1036030"/>
            <a:ext cx="12192000" cy="7104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A new commandment I give unto you,</a:t>
            </a: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That you love one another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as I have loved you. [2]</a:t>
            </a:r>
          </a:p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True, Love is patient, not arrogant, </a:t>
            </a:r>
          </a:p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nor boastful;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Love bears all things, love is eternal. </a:t>
            </a:r>
            <a:r>
              <a:rPr lang="en-US" sz="4800" spc="-75" dirty="0">
                <a:ea typeface="Calibri" panose="020F0502020204030204" pitchFamily="34" charset="0"/>
                <a:cs typeface="Arial" panose="020B0604020202020204" pitchFamily="34" charset="0"/>
              </a:rPr>
              <a:t>[2]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endParaRPr lang="en-US" sz="4800" spc="-75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48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546298-A609-7CD5-6E93-EE3CB3BB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68D55ED2-E0E7-2B15-4FC5-CA051AE34866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263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163287" y="1353614"/>
            <a:ext cx="11821884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Abba Father, </a:t>
            </a: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if this cup cannot pass from me,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 my will, but yours be done: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To the dregs will I drink.</a:t>
            </a:r>
          </a:p>
          <a:p>
            <a:pPr algn="ctr"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 the scroll it written stands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That I should do your holy will.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26DB1-AD51-64E1-772A-A9B9E34F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4FFC2060-1D1D-DA47-1562-82FCAE0C693C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667167-843F-2AC9-A264-85853EC0924C}"/>
              </a:ext>
            </a:extLst>
          </p:cNvPr>
          <p:cNvSpPr txBox="1">
            <a:spLocks/>
          </p:cNvSpPr>
          <p:nvPr/>
        </p:nvSpPr>
        <p:spPr>
          <a:xfrm>
            <a:off x="892635" y="321578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17 - Abba Father if this Cup</a:t>
            </a:r>
            <a:endParaRPr lang="en-IN" sz="4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5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163287" y="1059701"/>
            <a:ext cx="11821884" cy="525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 your law will I delight,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 the depth of my heart.</a:t>
            </a:r>
          </a:p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 for sacrifice you ask;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Here is my offering an open ear.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See the holocaust I bring: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Here am I, O Lord.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6FE7D-492A-3453-DB5A-A975C5C3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413FEF18-8696-1276-A125-527639BFE15B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71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8B6C3-2CCA-268D-E9DF-C28C34F569B2}"/>
              </a:ext>
            </a:extLst>
          </p:cNvPr>
          <p:cNvSpPr txBox="1"/>
          <p:nvPr/>
        </p:nvSpPr>
        <p:spPr>
          <a:xfrm>
            <a:off x="185057" y="1185110"/>
            <a:ext cx="11843657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Your compassion, love and truth,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Constantly turns my death to life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Lord, your justice I proclaim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To my friends gathered here.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8C0A3E-A66B-B3FE-D1A1-5EDAEE31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E0D7EC70-A6AE-059C-7367-FE6C781B843D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05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23031B-0C19-41FE-A45A-918815CDF18A}"/>
              </a:ext>
            </a:extLst>
          </p:cNvPr>
          <p:cNvSpPr txBox="1"/>
          <p:nvPr/>
        </p:nvSpPr>
        <p:spPr>
          <a:xfrm>
            <a:off x="326571" y="1431195"/>
            <a:ext cx="11647715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F3A71-226B-D6BD-C124-A6EF1FC2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FFCEE608-457E-EB35-5C3F-27C878F71640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1272D8-DE3D-B7E6-B99E-364B8797EBBA}"/>
              </a:ext>
            </a:extLst>
          </p:cNvPr>
          <p:cNvSpPr txBox="1">
            <a:spLocks/>
          </p:cNvSpPr>
          <p:nvPr/>
        </p:nvSpPr>
        <p:spPr>
          <a:xfrm>
            <a:off x="1023262" y="332468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18 - Abba Father, let us be</a:t>
            </a:r>
            <a:endParaRPr lang="en-IN" sz="4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380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23031B-0C19-41FE-A45A-918815CDF18A}"/>
              </a:ext>
            </a:extLst>
          </p:cNvPr>
          <p:cNvSpPr txBox="1"/>
          <p:nvPr/>
        </p:nvSpPr>
        <p:spPr>
          <a:xfrm>
            <a:off x="1" y="1159057"/>
            <a:ext cx="12094028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Through your goodness, Lord, we bring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Bread of our labor </a:t>
            </a: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&amp;</a:t>
            </a: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wine to cheer the heart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Which will soon be filled for us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life of your Son.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78877-44D9-F62F-0325-E5D11E30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83138B06-1AC9-63EB-6878-0F3926256887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480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229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8EF04-DBEC-81C1-B847-2973E364DE17}"/>
              </a:ext>
            </a:extLst>
          </p:cNvPr>
          <p:cNvSpPr txBox="1"/>
          <p:nvPr/>
        </p:nvSpPr>
        <p:spPr>
          <a:xfrm>
            <a:off x="0" y="992947"/>
            <a:ext cx="12191999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Take this drop of water, too,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Sign of our weakness, </a:t>
            </a: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yet symbol of our love.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By its mingling may we share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Your divinity.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F25D3B-3F6E-E280-0E0B-337EAFB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15</a:t>
            </a:fld>
            <a:endParaRPr lang="en-IN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B0595400-EA9A-9764-4C41-5C14107BD578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036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494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8EF04-DBEC-81C1-B847-2973E364DE17}"/>
              </a:ext>
            </a:extLst>
          </p:cNvPr>
          <p:cNvSpPr txBox="1"/>
          <p:nvPr/>
        </p:nvSpPr>
        <p:spPr>
          <a:xfrm>
            <a:off x="0" y="1188891"/>
            <a:ext cx="12191999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Please, accept our sacrifice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Offered to honor the glory of your name.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Sinners all, we bring to you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Humble, contrite hearts.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4BF52-8E94-BC7C-D067-1ADF5D27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4B5B978D-AA4D-CF7B-24EC-0C31B2279696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103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07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891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EB0B37-4D75-6948-F94A-1F5CDADD2B8A}"/>
              </a:ext>
            </a:extLst>
          </p:cNvPr>
          <p:cNvSpPr txBox="1"/>
          <p:nvPr/>
        </p:nvSpPr>
        <p:spPr>
          <a:xfrm>
            <a:off x="0" y="1110215"/>
            <a:ext cx="12191999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From the rising of the sun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Unto its setting, how great is your name.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All the nations bring you, Lord,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Fragrant sacrifice.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05257-7195-12CA-08AA-EC3DBAB0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20</a:t>
            </a:fld>
            <a:endParaRPr lang="en-IN"/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38A24C7C-CA0D-87D3-ECC4-95FD21C04CE5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835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Abba Father, let us be, 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Yours and yours alone.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Set our hearts, our spirits free. 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Make us, Lord, your own.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19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E88744-0A40-046C-C913-CD47195BCF6C}"/>
              </a:ext>
            </a:extLst>
          </p:cNvPr>
          <p:cNvSpPr txBox="1"/>
          <p:nvPr/>
        </p:nvSpPr>
        <p:spPr>
          <a:xfrm>
            <a:off x="0" y="1719944"/>
            <a:ext cx="121920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1080"/>
              </a:spcBef>
              <a:spcAft>
                <a:spcPts val="1000"/>
              </a:spcAft>
              <a:tabLst>
                <a:tab pos="342900" algn="l"/>
              </a:tabLst>
              <a:defRPr sz="48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+mn-lt"/>
              </a:rPr>
              <a:t>Abide with me; fast falls the eventide; 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The darkness deepens; </a:t>
            </a:r>
          </a:p>
          <a:p>
            <a:r>
              <a:rPr lang="en-US" dirty="0">
                <a:latin typeface="+mn-lt"/>
              </a:rPr>
              <a:t>Lord, with me abide;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When other helpers fail and comforts flee,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Help of the helpless, O, abide with me.</a:t>
            </a:r>
            <a:endParaRPr lang="en-IN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2AF529-3B99-0C2D-5C5C-09C36BDC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B4042-A8D3-8326-2AAB-E4412526DF8B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618E1A-B862-0FC0-DABD-D6223E9B3B26}"/>
              </a:ext>
            </a:extLst>
          </p:cNvPr>
          <p:cNvSpPr txBox="1">
            <a:spLocks/>
          </p:cNvSpPr>
          <p:nvPr/>
        </p:nvSpPr>
        <p:spPr>
          <a:xfrm>
            <a:off x="859972" y="256269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+mn-lt"/>
                <a:cs typeface="Arial" panose="020B0604020202020204" pitchFamily="34" charset="0"/>
              </a:rPr>
              <a:t>19 - Abide with me</a:t>
            </a:r>
            <a:endParaRPr lang="en-IN" sz="4800" b="1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13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E88744-0A40-046C-C913-CD47195BCF6C}"/>
              </a:ext>
            </a:extLst>
          </p:cNvPr>
          <p:cNvSpPr txBox="1"/>
          <p:nvPr/>
        </p:nvSpPr>
        <p:spPr>
          <a:xfrm>
            <a:off x="0" y="1045033"/>
            <a:ext cx="12192000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1080"/>
              </a:spcBef>
              <a:spcAft>
                <a:spcPts val="1000"/>
              </a:spcAft>
              <a:tabLst>
                <a:tab pos="342900" algn="l"/>
              </a:tabLst>
              <a:defRPr sz="48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+mn-lt"/>
              </a:rPr>
              <a:t>Swift to its close ebbs out life’s little day;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Earth’s joys grow dim, its glories pass away;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Change and decay in all around I see;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O thou who </a:t>
            </a:r>
            <a:r>
              <a:rPr lang="en-US" dirty="0" err="1">
                <a:latin typeface="+mn-lt"/>
              </a:rPr>
              <a:t>changest</a:t>
            </a:r>
            <a:r>
              <a:rPr lang="en-US" dirty="0">
                <a:latin typeface="+mn-lt"/>
              </a:rPr>
              <a:t> not, abide with me.</a:t>
            </a:r>
            <a:endParaRPr lang="en-IN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C9B08A-F98A-54D5-6F7A-BA450A6F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9EBA5-47A0-EAEF-6B1F-5275DD43A246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406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C55291-F172-7812-2007-1EFAD7D4F7AF}"/>
              </a:ext>
            </a:extLst>
          </p:cNvPr>
          <p:cNvSpPr txBox="1"/>
          <p:nvPr/>
        </p:nvSpPr>
        <p:spPr>
          <a:xfrm>
            <a:off x="0" y="627577"/>
            <a:ext cx="12192000" cy="58708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1080"/>
              </a:spcBef>
              <a:spcAft>
                <a:spcPts val="1000"/>
              </a:spcAft>
              <a:tabLst>
                <a:tab pos="342900" algn="l"/>
              </a:tabLst>
              <a:defRPr sz="48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+mn-lt"/>
              </a:rPr>
              <a:t>Hold thou thy Cross before my closing eyes;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Shine through the gloom and </a:t>
            </a:r>
          </a:p>
          <a:p>
            <a:r>
              <a:rPr lang="en-US" dirty="0">
                <a:latin typeface="+mn-lt"/>
              </a:rPr>
              <a:t>point me to the skies; 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Heaven’s morning breaks and </a:t>
            </a:r>
          </a:p>
          <a:p>
            <a:r>
              <a:rPr lang="en-US" dirty="0">
                <a:latin typeface="+mn-lt"/>
              </a:rPr>
              <a:t>earth’s vain shadows flee;</a:t>
            </a:r>
            <a:endParaRPr lang="en-IN" dirty="0">
              <a:latin typeface="+mn-lt"/>
            </a:endParaRPr>
          </a:p>
          <a:p>
            <a:r>
              <a:rPr lang="en-US" dirty="0">
                <a:latin typeface="+mn-lt"/>
              </a:rPr>
              <a:t>In life, in death, O Lord, abide with me.</a:t>
            </a:r>
            <a:endParaRPr lang="en-IN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C9C2B-32EF-17C3-2493-01396117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7D3CD-88C0-F82B-30FD-E79213F548FC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899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86F6E7-740F-EBE0-0983-ACDBA13365D6}"/>
              </a:ext>
            </a:extLst>
          </p:cNvPr>
          <p:cNvSpPr txBox="1"/>
          <p:nvPr/>
        </p:nvSpPr>
        <p:spPr>
          <a:xfrm>
            <a:off x="0" y="1306287"/>
            <a:ext cx="12192000" cy="398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44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a typeface="Calibri" panose="020F0502020204030204" pitchFamily="34" charset="0"/>
                <a:cs typeface="Arial" panose="020B0604020202020204" pitchFamily="34" charset="0"/>
              </a:rPr>
              <a:t>Accept almighty father,</a:t>
            </a: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15000"/>
              </a:lnSpc>
              <a:spcBef>
                <a:spcPts val="144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work of human hands,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fruit which earth has given,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Obedient to your plans,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37620-F434-8BB0-6342-54F1CD99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80EAE-5B9F-736D-1898-82618C597BB0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043B54-E4F4-6EC8-F48C-B45E6B5E3F96}"/>
              </a:ext>
            </a:extLst>
          </p:cNvPr>
          <p:cNvSpPr txBox="1">
            <a:spLocks/>
          </p:cNvSpPr>
          <p:nvPr/>
        </p:nvSpPr>
        <p:spPr>
          <a:xfrm>
            <a:off x="870860" y="343353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5000"/>
              </a:lnSpc>
              <a:spcBef>
                <a:spcPts val="144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b="1" spc="-75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20 - </a:t>
            </a:r>
            <a:r>
              <a:rPr lang="en-US" sz="4800" b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Accept </a:t>
            </a:r>
            <a:r>
              <a:rPr lang="en-US" sz="4800" b="1" dirty="0"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n-US" sz="4800" b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lmighty Father</a:t>
            </a:r>
          </a:p>
        </p:txBody>
      </p:sp>
    </p:spTree>
    <p:extLst>
      <p:ext uri="{BB962C8B-B14F-4D97-AF65-F5344CB8AC3E}">
        <p14:creationId xmlns:p14="http://schemas.microsoft.com/office/powerpoint/2010/main" val="4031896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86F6E7-740F-EBE0-0983-ACDBA13365D6}"/>
              </a:ext>
            </a:extLst>
          </p:cNvPr>
          <p:cNvSpPr txBox="1"/>
          <p:nvPr/>
        </p:nvSpPr>
        <p:spPr>
          <a:xfrm>
            <a:off x="0" y="1066802"/>
            <a:ext cx="12192000" cy="3802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They symbolize our hearts, Lord,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So, change them by your word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Into a worthy offering: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your Son’s own flesh and blood.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11CD3-5A76-E1F4-1296-A5E9E8E3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0813E-458D-5FBD-66C6-93C504396F82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005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E48B88-A461-F818-FBC0-B8B7A28F546B}"/>
              </a:ext>
            </a:extLst>
          </p:cNvPr>
          <p:cNvSpPr txBox="1"/>
          <p:nvPr/>
        </p:nvSpPr>
        <p:spPr>
          <a:xfrm>
            <a:off x="0" y="816431"/>
            <a:ext cx="12192000" cy="389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fail to keep your covenant, </a:t>
            </a:r>
          </a:p>
          <a:p>
            <a:pPr algn="ctr">
              <a:lnSpc>
                <a:spcPct val="115000"/>
              </a:lnSpc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fail to do our part,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So now we bring this offering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humbled, contrite heart.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B4666B-20EB-7007-A40F-16A0538D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A6DF3-5EE6-3A88-B1BB-10C572643E56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95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E48B88-A461-F818-FBC0-B8B7A28F546B}"/>
              </a:ext>
            </a:extLst>
          </p:cNvPr>
          <p:cNvSpPr txBox="1"/>
          <p:nvPr/>
        </p:nvSpPr>
        <p:spPr>
          <a:xfrm>
            <a:off x="0" y="1088572"/>
            <a:ext cx="12192000" cy="3825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bring you our thanksgiving,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come to you with praise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ask you for your blessings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as now our hearts we raise. </a:t>
            </a:r>
            <a:endParaRPr lang="en-IN" sz="4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BF0964-B519-CEF1-E5E0-1A437A52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7F56D-5605-76D4-3204-94BF2E41FB0D}"/>
              </a:ext>
            </a:extLst>
          </p:cNvPr>
          <p:cNvSpPr txBox="1"/>
          <p:nvPr/>
        </p:nvSpPr>
        <p:spPr>
          <a:xfrm>
            <a:off x="11168746" y="6514425"/>
            <a:ext cx="76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772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DEB4-AF2D-4DCB-F25C-F566CB2C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21- Accept Almighty Father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320F-EE98-66F4-E703-F88794D7F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944876"/>
            <a:ext cx="11753537" cy="55480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These gifts of bread and wine,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Which now the priest is offering,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For us before Thy shrine.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But soon the Word will make them,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His Body and His Blood,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The sacrifice renewing,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once offered on the rood.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11F20-C6D1-C48A-BF0C-0BFA8F55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235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A2FCD-51A3-FC1C-C3C5-ACC95AF4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06"/>
            <a:ext cx="12192000" cy="68367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With these although unworthy,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Some offering we would make,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But all we have Thou </a:t>
            </a:r>
            <a:r>
              <a:rPr lang="en-US" dirty="0" err="1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gavest</a:t>
            </a: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Then what Thou </a:t>
            </a:r>
            <a:r>
              <a:rPr lang="en-US" dirty="0" err="1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gavest</a:t>
            </a: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 take.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Our hearts, our souls, our senses,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We give through Mary’s hands,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Who by the cross once standing, </a:t>
            </a:r>
          </a:p>
          <a:p>
            <a:pPr>
              <a:spcBef>
                <a:spcPts val="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now by the altar stands.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875FE-60B9-6451-1377-6FF4FC5C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514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4945-E501-73EA-C571-48A75E79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394"/>
            <a:ext cx="10515600" cy="561202"/>
          </a:xfrm>
        </p:spPr>
        <p:txBody>
          <a:bodyPr>
            <a:noAutofit/>
          </a:bodyPr>
          <a:lstStyle/>
          <a:p>
            <a:r>
              <a:rPr lang="en-US" b="1" cap="all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22 - A</a:t>
            </a:r>
            <a:r>
              <a:rPr lang="en-US" b="1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ll creatures of our God and King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582B-B155-3826-97D2-00283ECE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60832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52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Lift up your voice and with us sing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52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Alleluia, Alleluia! </a:t>
            </a:r>
            <a:endParaRPr lang="en-IN" sz="5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52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Thou burning sun with golden beam, </a:t>
            </a:r>
            <a:endParaRPr lang="en-IN" sz="5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52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Thou silver moon with softer gleam:  </a:t>
            </a:r>
            <a:endParaRPr lang="en-IN" sz="5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CDB55-46A7-3E7A-59A7-92B9D326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462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582B-B155-3826-97D2-00283ECE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60832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endParaRPr lang="en-US" sz="5200" b="1" dirty="0">
              <a:effectLst/>
              <a:ea typeface="Calibri" panose="020F0502020204030204" pitchFamily="34" charset="0"/>
              <a:cs typeface="Goudy Old Style" panose="02020502050305020303" pitchFamily="18" charset="0"/>
            </a:endParaRPr>
          </a:p>
          <a:p>
            <a:pPr>
              <a:lnSpc>
                <a:spcPct val="115000"/>
              </a:lnSpc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5200" b="1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 praise Him, O praise Him, </a:t>
            </a:r>
            <a:endParaRPr lang="en-IN" sz="5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5200" b="1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Alleluia,  Alleluia, Alleluia.</a:t>
            </a:r>
            <a:endParaRPr lang="en-IN" sz="5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CDB55-46A7-3E7A-59A7-92B9D326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559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595C-3B6C-5CD3-17F7-1DBDBC5E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And all ye ones of tender heart,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Forgiving others, take your part, </a:t>
            </a: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 praise Him, Alleluia!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Ye who long pain and sorrow bear,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Praise God and on Him cast your care: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11DC8-0B75-6EE5-1D6C-79706F46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74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b="1" dirty="0">
                <a:ea typeface="Calibri" panose="020F0502020204030204" pitchFamily="34" charset="0"/>
                <a:cs typeface="Goudy Old Style" panose="02020502050305020303" pitchFamily="18" charset="0"/>
              </a:rPr>
              <a:t>O praise Him, O praise Him, 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b="1" dirty="0">
                <a:ea typeface="Calibri" panose="020F0502020204030204" pitchFamily="34" charset="0"/>
                <a:cs typeface="Goudy Old Style" panose="02020502050305020303" pitchFamily="18" charset="0"/>
              </a:rPr>
              <a:t>Alleluia,  Alleluia, Alleluia.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872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4D62-2CD1-B4C1-13FF-C7336441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3E5EF-78C9-E994-750C-85AE7183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Let all things their Creator bless,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And worship Him in humbleness,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 praise Him, Alleluia!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Praise, praise the Father, praise the Son,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And praise the Spirit, Three in One: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tabLst>
                <a:tab pos="342900" algn="l"/>
              </a:tabLst>
            </a:pP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BABB9-BC10-432E-8AF1-9AEB5C35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19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36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b="1" dirty="0">
                <a:ea typeface="Calibri" panose="020F0502020204030204" pitchFamily="34" charset="0"/>
                <a:cs typeface="Goudy Old Style" panose="02020502050305020303" pitchFamily="18" charset="0"/>
              </a:rPr>
              <a:t>O praise Him, O praise Him, 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b="1" dirty="0">
                <a:ea typeface="Calibri" panose="020F0502020204030204" pitchFamily="34" charset="0"/>
                <a:cs typeface="Goudy Old Style" panose="02020502050305020303" pitchFamily="18" charset="0"/>
              </a:rPr>
              <a:t>Alleluia,  Alleluia, Alleluia.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64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1542-815D-C876-5E9D-0D677E6E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1026"/>
            <a:ext cx="12191999" cy="56120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720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23 - </a:t>
            </a:r>
            <a:r>
              <a:rPr lang="en-US" b="1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All Glory, Praise &amp; Honor </a:t>
            </a:r>
            <a:r>
              <a:rPr lang="en-US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 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90144-134E-9DA7-7497-0EBCE24BE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600" dirty="0">
                <a:ea typeface="Calibri" panose="020F0502020204030204" pitchFamily="34" charset="0"/>
                <a:cs typeface="Goudy Old Style" panose="02020502050305020303" pitchFamily="18" charset="0"/>
              </a:rPr>
              <a:t>t</a:t>
            </a:r>
            <a:r>
              <a:rPr lang="en-US" sz="46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 you </a:t>
            </a:r>
            <a:r>
              <a:rPr lang="en-US" sz="4600" dirty="0">
                <a:ea typeface="Calibri" panose="020F0502020204030204" pitchFamily="34" charset="0"/>
                <a:cs typeface="Goudy Old Style" panose="02020502050305020303" pitchFamily="18" charset="0"/>
              </a:rPr>
              <a:t>redeemer King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6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To whom the lips of children made glad hosannas ring.</a:t>
            </a:r>
            <a:endParaRPr lang="en-IN" sz="4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6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You are the King of Israel &amp; David’s royal Son,</a:t>
            </a:r>
            <a:endParaRPr lang="en-IN" sz="4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6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You come to us in God’s name, 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sz="46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our King and blessed one.</a:t>
            </a:r>
            <a:endParaRPr lang="en-IN" sz="4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F2C8-20E9-40A7-391E-3FDF08BE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265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736BF-C71C-A8D2-2B69-491D08B4C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74815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50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Of old, the Hebrew people, with palms before you went.</a:t>
            </a:r>
            <a:endParaRPr lang="en-IN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Our praises and our anthems to you we now present.</a:t>
            </a:r>
            <a:endParaRPr lang="en-IN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To you before your Passion,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they sang their hymns of praise </a:t>
            </a:r>
            <a:endParaRPr lang="en-IN" sz="4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0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To you, now high exalted, our melody we raise.</a:t>
            </a:r>
            <a:endParaRPr lang="en-IN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28228-0676-CE13-3A47-5508A444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336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5C8F0-03D4-E3FC-D214-CA143F4CD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5000"/>
              </a:lnSpc>
              <a:spcBef>
                <a:spcPts val="50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We walk your road, O Conqueror, </a:t>
            </a:r>
          </a:p>
          <a:p>
            <a:pPr>
              <a:lnSpc>
                <a:spcPct val="115000"/>
              </a:lnSpc>
              <a:spcBef>
                <a:spcPts val="505"/>
              </a:spcBef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we bear your saving cross; </a:t>
            </a:r>
            <a:endParaRPr lang="en-IN" sz="4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Your death and resurrection has made all else a loss.</a:t>
            </a:r>
            <a:endParaRPr lang="en-IN" sz="4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So with the saints and angels,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we join in heartfelt praise:</a:t>
            </a:r>
            <a:endParaRPr lang="en-IN" sz="4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To you our King triumphant,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342900" algn="l"/>
              </a:tabLst>
            </a:pPr>
            <a:r>
              <a:rPr lang="en-US" sz="4400" dirty="0">
                <a:effectLst/>
                <a:ea typeface="Calibri" panose="020F0502020204030204" pitchFamily="34" charset="0"/>
                <a:cs typeface="Goudy Old Style" panose="02020502050305020303" pitchFamily="18" charset="0"/>
              </a:rPr>
              <a:t>our grateful voice we raise. </a:t>
            </a:r>
            <a:endParaRPr lang="en-IN" sz="4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80112-2D8A-187B-DE24-C61E14A4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608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C596-CE0F-A1B0-B2E1-48F4D745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24 - All I ask of you is forever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173E-DA2F-10D1-38FF-CA0F3A9EB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2000" cy="5433870"/>
          </a:xfrm>
        </p:spPr>
        <p:txBody>
          <a:bodyPr>
            <a:noAutofit/>
          </a:bodyPr>
          <a:lstStyle/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r>
              <a:rPr lang="en-US" dirty="0"/>
              <a:t>Deep the joy of being together in one heart </a:t>
            </a:r>
          </a:p>
          <a:p>
            <a:r>
              <a:rPr lang="en-US" dirty="0"/>
              <a:t>And for me that’s just where it is.</a:t>
            </a:r>
          </a:p>
          <a:p>
            <a:endParaRPr lang="en-US" dirty="0"/>
          </a:p>
          <a:p>
            <a:endParaRPr lang="en-IN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34FD-DE35-2DC6-DDA1-4B173C0E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665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r>
              <a:rPr lang="en-US" dirty="0"/>
              <a:t>As we make our way through </a:t>
            </a:r>
          </a:p>
          <a:p>
            <a:r>
              <a:rPr lang="en-US" dirty="0"/>
              <a:t>all the joys and pain, </a:t>
            </a:r>
          </a:p>
          <a:p>
            <a:r>
              <a:rPr lang="en-US" dirty="0"/>
              <a:t>Can we sense our younger truer selves?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084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BB1-F97A-1209-21E0-C79313FCA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r>
              <a:rPr lang="en-US" dirty="0"/>
              <a:t>Someone will be calling you </a:t>
            </a:r>
          </a:p>
          <a:p>
            <a:r>
              <a:rPr lang="en-US" dirty="0"/>
              <a:t>to be there for a while. </a:t>
            </a:r>
          </a:p>
          <a:p>
            <a:r>
              <a:rPr lang="en-US" dirty="0"/>
              <a:t>Can you hear his cry from deep within?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0272-A0BA-4AE9-766F-69B538D8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5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r>
              <a:rPr lang="en-US" dirty="0"/>
              <a:t>Laughter, joy and presence, the only gifts you are! </a:t>
            </a:r>
          </a:p>
          <a:p>
            <a:r>
              <a:rPr lang="en-US" dirty="0"/>
              <a:t>Have you time? I’d like to be with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776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r>
              <a:rPr lang="en-US" dirty="0"/>
              <a:t>Persons come into the fiber of our lives</a:t>
            </a:r>
          </a:p>
          <a:p>
            <a:r>
              <a:rPr lang="en-US" dirty="0"/>
              <a:t>And then their shadow fades and disappears, but...</a:t>
            </a:r>
          </a:p>
          <a:p>
            <a:r>
              <a:rPr lang="en-US" dirty="0"/>
              <a:t>All I ask of you is forever</a:t>
            </a:r>
          </a:p>
          <a:p>
            <a:r>
              <a:rPr lang="en-US" dirty="0"/>
              <a:t>To remember me as loving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2175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3F38-6DDD-0B7E-DA79-83A35817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25 - All I need is Love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0864-42EE-43CD-662D-00985DE0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need is love, all I need is love,  </a:t>
            </a:r>
          </a:p>
          <a:p>
            <a:r>
              <a:rPr lang="en-US" dirty="0"/>
              <a:t>I take no delight in your offering, </a:t>
            </a:r>
          </a:p>
          <a:p>
            <a:r>
              <a:rPr lang="en-US" dirty="0"/>
              <a:t>but in a humble heart. </a:t>
            </a:r>
          </a:p>
          <a:p>
            <a:r>
              <a:rPr lang="en-US" dirty="0"/>
              <a:t>All I need is love, all I need is love,</a:t>
            </a:r>
          </a:p>
          <a:p>
            <a:r>
              <a:rPr lang="en-US" dirty="0"/>
              <a:t>All I want is a contrite Spirit, all I need 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BBA0A-88BA-42DE-505F-241CD6C2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442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E874-EC2E-A68F-E07C-5B445ACD4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you recite my commandments </a:t>
            </a:r>
          </a:p>
          <a:p>
            <a:r>
              <a:rPr lang="en-US" dirty="0"/>
              <a:t>And take my covenant on your lips?</a:t>
            </a:r>
          </a:p>
          <a:p>
            <a:r>
              <a:rPr lang="en-US" dirty="0"/>
              <a:t>You who despise my law </a:t>
            </a:r>
          </a:p>
          <a:p>
            <a:r>
              <a:rPr lang="en-US" dirty="0"/>
              <a:t>And throw my Words to the winds?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EC0E9-C241-9E0C-CF46-84C49C98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2253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need is love, all I need is love,  </a:t>
            </a:r>
          </a:p>
          <a:p>
            <a:r>
              <a:rPr lang="en-US" dirty="0"/>
              <a:t>I take no delight in your offering, </a:t>
            </a:r>
          </a:p>
          <a:p>
            <a:r>
              <a:rPr lang="en-US" dirty="0"/>
              <a:t>but in a humble heart. </a:t>
            </a:r>
          </a:p>
          <a:p>
            <a:r>
              <a:rPr lang="en-US" dirty="0"/>
              <a:t>All I need is love, all I need is love,</a:t>
            </a:r>
          </a:p>
          <a:p>
            <a:r>
              <a:rPr lang="en-US" dirty="0"/>
              <a:t>All I want is a contrite Spirit, all I need is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393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02C6-8086-28F6-3ECB-5B72AEB10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throw your lot with the sinners, </a:t>
            </a:r>
          </a:p>
          <a:p>
            <a:r>
              <a:rPr lang="en-US" dirty="0"/>
              <a:t>You’re always ready to tell lies. </a:t>
            </a:r>
          </a:p>
          <a:p>
            <a:r>
              <a:rPr lang="en-US" dirty="0"/>
              <a:t>Such are your ways, your deeds, </a:t>
            </a:r>
          </a:p>
          <a:p>
            <a:r>
              <a:rPr lang="en-US" dirty="0"/>
              <a:t>Should I make no signs and be quiet?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800A6-F8F9-2D61-4314-E912E474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7502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0864-42EE-43CD-662D-00985DE0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need is love, all I need is love,  </a:t>
            </a:r>
          </a:p>
          <a:p>
            <a:r>
              <a:rPr lang="en-US" dirty="0"/>
              <a:t>I take no delight in your offering, </a:t>
            </a:r>
          </a:p>
          <a:p>
            <a:r>
              <a:rPr lang="en-US" dirty="0"/>
              <a:t>but in a humble heart. </a:t>
            </a:r>
          </a:p>
          <a:p>
            <a:r>
              <a:rPr lang="en-US" dirty="0"/>
              <a:t>All I need is love, all I need is love,</a:t>
            </a:r>
          </a:p>
          <a:p>
            <a:r>
              <a:rPr lang="en-US" dirty="0"/>
              <a:t>All I want is a contrite Spirit, all I need 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BBA0A-88BA-42DE-505F-241CD6C2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605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C8326-D055-E9F7-9F6F-79989A30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 really want from my people: </a:t>
            </a:r>
          </a:p>
          <a:p>
            <a:r>
              <a:rPr lang="en-US" dirty="0"/>
              <a:t>A sincere sacrifice of praise,</a:t>
            </a:r>
          </a:p>
          <a:p>
            <a:r>
              <a:rPr lang="en-US" dirty="0"/>
              <a:t>The trust that I come to save, </a:t>
            </a:r>
          </a:p>
          <a:p>
            <a:r>
              <a:rPr lang="en-US" dirty="0"/>
              <a:t>A cry to me in their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8B5B-C869-10C8-63C2-203D7959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212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1522-539E-003B-92A5-BC8E653F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need is love, all I need is love,  </a:t>
            </a:r>
          </a:p>
          <a:p>
            <a:r>
              <a:rPr lang="en-US" dirty="0"/>
              <a:t>I take no delight in your offering, but in a humble heart. </a:t>
            </a:r>
          </a:p>
          <a:p>
            <a:r>
              <a:rPr lang="en-US" dirty="0"/>
              <a:t>All I need is love, all I need is love,</a:t>
            </a:r>
          </a:p>
          <a:p>
            <a:r>
              <a:rPr lang="en-US" dirty="0"/>
              <a:t>All I want is a contrite Spirit, all I need 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27CCB-64C4-467F-8D02-D4380F98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9865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26 - All over the world, the Spirit is moving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over the world, the Spirit is moving,  </a:t>
            </a:r>
          </a:p>
          <a:p>
            <a:r>
              <a:rPr lang="en-US" dirty="0"/>
              <a:t>All over the world, </a:t>
            </a:r>
          </a:p>
          <a:p>
            <a:r>
              <a:rPr lang="en-US" dirty="0"/>
              <a:t>as the prophets said it would be, </a:t>
            </a:r>
          </a:p>
          <a:p>
            <a:r>
              <a:rPr lang="en-US" dirty="0"/>
              <a:t>All over the world, there’s a mighty revelation </a:t>
            </a:r>
          </a:p>
          <a:p>
            <a:r>
              <a:rPr lang="en-US" dirty="0"/>
              <a:t>Of the glory of the Lord as the waters cover the sea.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7761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A78F-9DBF-4675-F4C0-45456031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9DCF7-192B-7C78-D75B-3C03DA73A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over the land, the Spirit is moving,  </a:t>
            </a:r>
          </a:p>
          <a:p>
            <a:r>
              <a:rPr lang="en-US" dirty="0"/>
              <a:t>All over the land, </a:t>
            </a:r>
          </a:p>
          <a:p>
            <a:r>
              <a:rPr lang="en-US" dirty="0"/>
              <a:t>as the prophets said it would be, </a:t>
            </a:r>
          </a:p>
          <a:p>
            <a:r>
              <a:rPr lang="en-US" dirty="0"/>
              <a:t>All over the land, there’s a mighty revelation </a:t>
            </a:r>
          </a:p>
          <a:p>
            <a:r>
              <a:rPr lang="en-US" dirty="0"/>
              <a:t>Of the glory of the Lord as the waters cover the sea.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6AB5-8815-4E2C-A3F3-ECE1EE9E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521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DE8B-8205-770D-0108-75A2D604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0985-F0EC-BA53-70CA-DD75E9F6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over the Church, the Spirit is moving,  </a:t>
            </a:r>
          </a:p>
          <a:p>
            <a:r>
              <a:rPr lang="en-US" dirty="0"/>
              <a:t>All over the Church, </a:t>
            </a:r>
          </a:p>
          <a:p>
            <a:r>
              <a:rPr lang="en-US" dirty="0"/>
              <a:t>as the prophets said it would be, </a:t>
            </a:r>
          </a:p>
          <a:p>
            <a:r>
              <a:rPr lang="en-US" dirty="0"/>
              <a:t>All over the Church, there’s a mighty revelation </a:t>
            </a:r>
          </a:p>
          <a:p>
            <a:r>
              <a:rPr lang="en-US" dirty="0"/>
              <a:t>Of the glory of the Lord as the waters cover the sea.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1A6D5-9728-70C8-DF46-AE292AE7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8878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D13D-E7F9-B5B7-01BF-0FC4F41C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22ED-FC8C-55FE-4CCC-6AA26FDF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over us all, the Spirit is moving,  </a:t>
            </a:r>
          </a:p>
          <a:p>
            <a:r>
              <a:rPr lang="en-US" dirty="0"/>
              <a:t>All over us all , </a:t>
            </a:r>
          </a:p>
          <a:p>
            <a:r>
              <a:rPr lang="en-US" dirty="0"/>
              <a:t>as the prophets said it would be, </a:t>
            </a:r>
          </a:p>
          <a:p>
            <a:r>
              <a:rPr lang="en-US" dirty="0"/>
              <a:t>All over us all, there’s a mighty revelation </a:t>
            </a:r>
          </a:p>
          <a:p>
            <a:r>
              <a:rPr lang="en-US" dirty="0"/>
              <a:t>Of the glory of the Lord as the waters cover the sea.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1B324-6E7C-09DE-2833-19108044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456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6BCA4-AF04-38AB-7333-2B5AB964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001E3-EC8E-FAA5-2647-604C1DC0C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Deep down in my heart, the Spirit is moving,  </a:t>
            </a:r>
          </a:p>
          <a:p>
            <a:r>
              <a:rPr lang="en-US" dirty="0"/>
              <a:t>Deep down in my heart, </a:t>
            </a:r>
          </a:p>
          <a:p>
            <a:r>
              <a:rPr lang="en-US" dirty="0"/>
              <a:t>as the prophets said it would be, </a:t>
            </a:r>
          </a:p>
          <a:p>
            <a:r>
              <a:rPr lang="en-US" dirty="0"/>
              <a:t>Deep down in my heart, </a:t>
            </a:r>
          </a:p>
          <a:p>
            <a:r>
              <a:rPr lang="en-US" dirty="0"/>
              <a:t>there’s a mighty revelation </a:t>
            </a:r>
          </a:p>
          <a:p>
            <a:r>
              <a:rPr lang="en-US" dirty="0"/>
              <a:t>Of the glory of the Lord as the waters cover the sea.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C9F9E-64FB-B1FD-8581-D1BF044F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7163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27 - All peoples of the universe,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peoples of the universe,  </a:t>
            </a:r>
          </a:p>
          <a:p>
            <a:r>
              <a:rPr lang="en-US" dirty="0"/>
              <a:t>Sing to the Lord with cheerful voice, </a:t>
            </a:r>
          </a:p>
          <a:p>
            <a:r>
              <a:rPr lang="en-US" dirty="0"/>
              <a:t>Him loudly praise and gladly serve, </a:t>
            </a:r>
          </a:p>
          <a:p>
            <a:r>
              <a:rPr lang="en-US" dirty="0"/>
              <a:t>Into his presence, come with songs.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3236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 that the Lord is God indeed! </a:t>
            </a:r>
          </a:p>
          <a:p>
            <a:r>
              <a:rPr lang="en-US" dirty="0"/>
              <a:t>He made us, we belong to Him; </a:t>
            </a:r>
          </a:p>
          <a:p>
            <a:r>
              <a:rPr lang="en-US" dirty="0"/>
              <a:t>We, all on earth, his people are, </a:t>
            </a:r>
          </a:p>
          <a:p>
            <a:r>
              <a:rPr lang="en-US" dirty="0"/>
              <a:t>The flock he tends, the sheep we 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2212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peoples of the universe,  </a:t>
            </a:r>
          </a:p>
          <a:p>
            <a:r>
              <a:rPr lang="en-US" dirty="0"/>
              <a:t>Sing to the Lord with cheerful voice, </a:t>
            </a:r>
          </a:p>
          <a:p>
            <a:r>
              <a:rPr lang="en-US" dirty="0"/>
              <a:t>Him loudly praise and gladly serve, </a:t>
            </a:r>
          </a:p>
          <a:p>
            <a:r>
              <a:rPr lang="en-US" dirty="0"/>
              <a:t>Into his presence, come with songs.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4894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enter then his gates with praise, </a:t>
            </a:r>
          </a:p>
          <a:p>
            <a:r>
              <a:rPr lang="en-US" dirty="0"/>
              <a:t>These courts of his approach with joy, </a:t>
            </a:r>
          </a:p>
          <a:p>
            <a:r>
              <a:rPr lang="en-US" dirty="0"/>
              <a:t>Give thanks to him who reigns on high,</a:t>
            </a:r>
          </a:p>
          <a:p>
            <a:r>
              <a:rPr lang="en-US" dirty="0"/>
              <a:t>And bless his ever holy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9110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peoples of the universe,  </a:t>
            </a:r>
          </a:p>
          <a:p>
            <a:r>
              <a:rPr lang="en-US" dirty="0"/>
              <a:t>Sing to the Lord with cheerful voice, </a:t>
            </a:r>
          </a:p>
          <a:p>
            <a:r>
              <a:rPr lang="en-US" dirty="0"/>
              <a:t>Him loudly praise and gladly serve, </a:t>
            </a:r>
          </a:p>
          <a:p>
            <a:r>
              <a:rPr lang="en-US" dirty="0"/>
              <a:t>Into his presence, come with songs.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9868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gracious, he is good; </a:t>
            </a:r>
          </a:p>
          <a:p>
            <a:r>
              <a:rPr lang="en-US" dirty="0"/>
              <a:t>Eternal is his love for us. </a:t>
            </a:r>
          </a:p>
          <a:p>
            <a:r>
              <a:rPr lang="en-US" dirty="0"/>
              <a:t>His mercy lasts from age to age. </a:t>
            </a:r>
          </a:p>
          <a:p>
            <a:r>
              <a:rPr lang="en-US" dirty="0"/>
              <a:t>His faithfulness has never failed.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487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peoples of the universe,  </a:t>
            </a:r>
          </a:p>
          <a:p>
            <a:r>
              <a:rPr lang="en-US" dirty="0"/>
              <a:t>Sing to the Lord with cheerful voice, </a:t>
            </a:r>
          </a:p>
          <a:p>
            <a:r>
              <a:rPr lang="en-US" dirty="0"/>
              <a:t>Him loudly praise and gladly serve, </a:t>
            </a:r>
          </a:p>
          <a:p>
            <a:r>
              <a:rPr lang="en-US" dirty="0"/>
              <a:t>Into his presence, come with songs.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6830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the Father glory be,</a:t>
            </a:r>
          </a:p>
          <a:p>
            <a:r>
              <a:rPr lang="en-US" dirty="0"/>
              <a:t>To Jesus Christ, his Son, Our Lord </a:t>
            </a:r>
          </a:p>
          <a:p>
            <a:r>
              <a:rPr lang="en-US" dirty="0"/>
              <a:t>And to the Spirit, source of love, </a:t>
            </a:r>
          </a:p>
          <a:p>
            <a:r>
              <a:rPr lang="en-US" dirty="0"/>
              <a:t>Give praise both now and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4639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peoples of the universe,  </a:t>
            </a:r>
          </a:p>
          <a:p>
            <a:r>
              <a:rPr lang="en-US" dirty="0"/>
              <a:t>Sing to the Lord with cheerful voice, </a:t>
            </a:r>
          </a:p>
          <a:p>
            <a:r>
              <a:rPr lang="en-US" dirty="0"/>
              <a:t>Him loudly praise and gladly serve, </a:t>
            </a:r>
          </a:p>
          <a:p>
            <a:r>
              <a:rPr lang="en-US" dirty="0"/>
              <a:t>Into his presence, come with songs.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6056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28 - All that I am, all that I do,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that I am, all that I do,  </a:t>
            </a:r>
          </a:p>
          <a:p>
            <a:r>
              <a:rPr lang="en-US" dirty="0"/>
              <a:t>All that I’ll ever have I offer now to You.</a:t>
            </a:r>
          </a:p>
          <a:p>
            <a:r>
              <a:rPr lang="en-US" dirty="0"/>
              <a:t>All that I’ll dream, all that I pray,</a:t>
            </a:r>
          </a:p>
          <a:p>
            <a:r>
              <a:rPr lang="en-US" dirty="0"/>
              <a:t>All that I’ll ever make, I give to You today.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935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and sanctify these gifts </a:t>
            </a:r>
          </a:p>
          <a:p>
            <a:r>
              <a:rPr lang="en-US" dirty="0"/>
              <a:t>for your honour, Lord,</a:t>
            </a:r>
          </a:p>
          <a:p>
            <a:r>
              <a:rPr lang="en-US" dirty="0"/>
              <a:t>Knowing that I love and serve you </a:t>
            </a:r>
          </a:p>
          <a:p>
            <a:r>
              <a:rPr lang="en-US" dirty="0"/>
              <a:t>is enough reward.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1550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that I am, all that I do,  </a:t>
            </a:r>
          </a:p>
          <a:p>
            <a:r>
              <a:rPr lang="en-US" dirty="0"/>
              <a:t>All that I’ll ever have I offer now to You.</a:t>
            </a:r>
          </a:p>
          <a:p>
            <a:r>
              <a:rPr lang="en-US" dirty="0"/>
              <a:t>All that I’ll dream, all that I pray,</a:t>
            </a:r>
          </a:p>
          <a:p>
            <a:r>
              <a:rPr lang="en-US" dirty="0"/>
              <a:t>All that I’ll ever make, I give to You today.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3596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29 - All the ends of the earth,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3138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Lord of the earth, </a:t>
            </a:r>
          </a:p>
          <a:p>
            <a:r>
              <a:rPr lang="en-US" dirty="0"/>
              <a:t>the master of the sea, </a:t>
            </a:r>
          </a:p>
          <a:p>
            <a:r>
              <a:rPr lang="en-US" dirty="0"/>
              <a:t>Has come with justice for the world</a:t>
            </a:r>
          </a:p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4863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song at the deeds of the Lord. </a:t>
            </a:r>
          </a:p>
          <a:p>
            <a:r>
              <a:rPr lang="en-US" dirty="0"/>
              <a:t>The wonders He has done in every age.</a:t>
            </a:r>
          </a:p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1635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Heaven and earth shall rejoice in His might, </a:t>
            </a:r>
          </a:p>
          <a:p>
            <a:r>
              <a:rPr lang="en-US" dirty="0"/>
              <a:t>Every heart, every nation call him Lord.</a:t>
            </a:r>
          </a:p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984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has made His salvation known,</a:t>
            </a:r>
          </a:p>
          <a:p>
            <a:r>
              <a:rPr lang="en-US" dirty="0"/>
              <a:t>Faithful to His promises of old. </a:t>
            </a:r>
          </a:p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973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ends of the earth, </a:t>
            </a:r>
          </a:p>
          <a:p>
            <a:r>
              <a:rPr lang="en-US" dirty="0"/>
              <a:t>let the sea and all it holds, </a:t>
            </a:r>
          </a:p>
          <a:p>
            <a:r>
              <a:rPr lang="en-US" dirty="0"/>
              <a:t>Make music before our King!</a:t>
            </a:r>
          </a:p>
          <a:p>
            <a:r>
              <a:rPr lang="en-US" dirty="0"/>
              <a:t>All the ends of the earth,  </a:t>
            </a:r>
          </a:p>
          <a:p>
            <a:r>
              <a:rPr lang="en-US" dirty="0"/>
              <a:t>all you creatures of the sea,</a:t>
            </a:r>
          </a:p>
          <a:p>
            <a:r>
              <a:rPr lang="en-US" dirty="0"/>
              <a:t>Lift up your eyes to the wonders of the Lord.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8992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30 - All things are </a:t>
            </a:r>
            <a:r>
              <a:rPr lang="en-US" dirty="0" err="1"/>
              <a:t>Thine</a:t>
            </a:r>
            <a:r>
              <a:rPr lang="en-US" dirty="0"/>
              <a:t>, O Lord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are </a:t>
            </a:r>
            <a:r>
              <a:rPr lang="en-US" dirty="0" err="1"/>
              <a:t>Thine</a:t>
            </a:r>
            <a:r>
              <a:rPr lang="en-US" dirty="0"/>
              <a:t>, O Lord</a:t>
            </a:r>
          </a:p>
          <a:p>
            <a:r>
              <a:rPr lang="en-US" dirty="0"/>
              <a:t>We offer Thee what we receive</a:t>
            </a:r>
          </a:p>
          <a:p>
            <a:r>
              <a:rPr lang="en-US" dirty="0"/>
              <a:t> from Thy hand.</a:t>
            </a:r>
          </a:p>
          <a:p>
            <a:r>
              <a:rPr lang="en-US" dirty="0"/>
              <a:t>Blessed art Thou, O Lord, </a:t>
            </a:r>
          </a:p>
          <a:p>
            <a:r>
              <a:rPr lang="en-US" dirty="0"/>
              <a:t>Israel’s God, for all ages. </a:t>
            </a:r>
          </a:p>
          <a:p>
            <a:r>
              <a:rPr lang="en-US" dirty="0"/>
              <a:t>Thine is the power and glory and </a:t>
            </a:r>
            <a:r>
              <a:rPr lang="en-US" dirty="0" err="1"/>
              <a:t>splendour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4133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are </a:t>
            </a:r>
            <a:r>
              <a:rPr lang="en-US" dirty="0" err="1"/>
              <a:t>Thine</a:t>
            </a:r>
            <a:r>
              <a:rPr lang="en-US" dirty="0"/>
              <a:t>, O Lord</a:t>
            </a:r>
          </a:p>
          <a:p>
            <a:r>
              <a:rPr lang="en-US" dirty="0"/>
              <a:t>We offer Thee what we receive</a:t>
            </a:r>
          </a:p>
          <a:p>
            <a:r>
              <a:rPr lang="en-US" dirty="0"/>
              <a:t> from Thy hand.</a:t>
            </a:r>
          </a:p>
          <a:p>
            <a:r>
              <a:rPr lang="en-US" dirty="0"/>
              <a:t>Thou art the ruler, Lord, </a:t>
            </a:r>
          </a:p>
          <a:p>
            <a:r>
              <a:rPr lang="en-US" dirty="0"/>
              <a:t>Over the earth and the heavens, </a:t>
            </a:r>
          </a:p>
          <a:p>
            <a:r>
              <a:rPr lang="en-US" dirty="0"/>
              <a:t>Only thy hand gives greatness and strengthens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9669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are </a:t>
            </a:r>
            <a:r>
              <a:rPr lang="en-US" dirty="0" err="1"/>
              <a:t>Thine</a:t>
            </a:r>
            <a:r>
              <a:rPr lang="en-US" dirty="0"/>
              <a:t>, O Lord</a:t>
            </a:r>
          </a:p>
          <a:p>
            <a:r>
              <a:rPr lang="en-US" dirty="0"/>
              <a:t>We offer Thee what we receive</a:t>
            </a:r>
          </a:p>
          <a:p>
            <a:r>
              <a:rPr lang="en-US" dirty="0"/>
              <a:t> from Thy hand.</a:t>
            </a:r>
          </a:p>
          <a:p>
            <a:r>
              <a:rPr lang="en-US" dirty="0"/>
              <a:t>Therefore, this day, O Lord, </a:t>
            </a:r>
          </a:p>
          <a:p>
            <a:r>
              <a:rPr lang="en-US" dirty="0"/>
              <a:t>Praises and thanks do we give thee; </a:t>
            </a:r>
          </a:p>
          <a:p>
            <a:r>
              <a:rPr lang="en-US" dirty="0"/>
              <a:t>Thy name be blessed for ever and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0522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are </a:t>
            </a:r>
            <a:r>
              <a:rPr lang="en-US" dirty="0" err="1"/>
              <a:t>Thine</a:t>
            </a:r>
            <a:r>
              <a:rPr lang="en-US" dirty="0"/>
              <a:t>, O Lord</a:t>
            </a:r>
          </a:p>
          <a:p>
            <a:r>
              <a:rPr lang="en-US" dirty="0"/>
              <a:t>We offer Thee what we receive</a:t>
            </a:r>
          </a:p>
          <a:p>
            <a:r>
              <a:rPr lang="en-US" dirty="0"/>
              <a:t> from Thy hand.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5510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31 - All things bright and beautiful,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things bright and beautiful,  </a:t>
            </a:r>
          </a:p>
          <a:p>
            <a:r>
              <a:rPr lang="en-US" dirty="0"/>
              <a:t>All creatures great and small, </a:t>
            </a:r>
          </a:p>
          <a:p>
            <a:r>
              <a:rPr lang="en-US" dirty="0"/>
              <a:t>All things wise and wonderful, </a:t>
            </a:r>
          </a:p>
          <a:p>
            <a:r>
              <a:rPr lang="en-US" dirty="0"/>
              <a:t>The good God made them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8858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little flower that opens, </a:t>
            </a:r>
          </a:p>
          <a:p>
            <a:r>
              <a:rPr lang="en-US" dirty="0"/>
              <a:t>Each little bird that sings, </a:t>
            </a:r>
          </a:p>
          <a:p>
            <a:r>
              <a:rPr lang="en-US" dirty="0"/>
              <a:t>He made their glowing </a:t>
            </a:r>
            <a:r>
              <a:rPr lang="en-US" dirty="0" err="1"/>
              <a:t>colours</a:t>
            </a:r>
            <a:r>
              <a:rPr lang="en-US" dirty="0"/>
              <a:t>, </a:t>
            </a:r>
          </a:p>
          <a:p>
            <a:r>
              <a:rPr lang="en-US" dirty="0"/>
              <a:t>He made their tiny wings.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1391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bright and beautiful,  </a:t>
            </a:r>
          </a:p>
          <a:p>
            <a:r>
              <a:rPr lang="en-US" dirty="0"/>
              <a:t>All creatures great and small, </a:t>
            </a:r>
          </a:p>
          <a:p>
            <a:r>
              <a:rPr lang="en-US" dirty="0"/>
              <a:t>All things wise and wonderful, </a:t>
            </a:r>
          </a:p>
          <a:p>
            <a:r>
              <a:rPr lang="en-US" dirty="0"/>
              <a:t>The good God made them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8173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purple headed mountains, </a:t>
            </a:r>
          </a:p>
          <a:p>
            <a:r>
              <a:rPr lang="en-US" dirty="0"/>
              <a:t>The river running by, </a:t>
            </a:r>
          </a:p>
          <a:p>
            <a:r>
              <a:rPr lang="en-US" dirty="0"/>
              <a:t>The sunset and the morning, </a:t>
            </a:r>
          </a:p>
          <a:p>
            <a:r>
              <a:rPr lang="en-US" dirty="0"/>
              <a:t>That brightens up the sky.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8958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bright and beautiful,  </a:t>
            </a:r>
          </a:p>
          <a:p>
            <a:r>
              <a:rPr lang="en-US" dirty="0"/>
              <a:t>All creatures great and small, </a:t>
            </a:r>
          </a:p>
          <a:p>
            <a:r>
              <a:rPr lang="en-US" dirty="0"/>
              <a:t>All things wise and wonderful, </a:t>
            </a:r>
          </a:p>
          <a:p>
            <a:r>
              <a:rPr lang="en-US" dirty="0"/>
              <a:t>The good God made them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181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cold wind in the winter, </a:t>
            </a:r>
          </a:p>
          <a:p>
            <a:r>
              <a:rPr lang="en-US" dirty="0"/>
              <a:t>The pleasant summer sun, </a:t>
            </a:r>
          </a:p>
          <a:p>
            <a:r>
              <a:rPr lang="en-US" dirty="0"/>
              <a:t>The ripe fruits in the country. </a:t>
            </a:r>
          </a:p>
          <a:p>
            <a:r>
              <a:rPr lang="en-US" dirty="0"/>
              <a:t>He made them every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1390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bright and beautiful,  </a:t>
            </a:r>
          </a:p>
          <a:p>
            <a:r>
              <a:rPr lang="en-US" dirty="0"/>
              <a:t>All creatures great and small, </a:t>
            </a:r>
          </a:p>
          <a:p>
            <a:r>
              <a:rPr lang="en-US" dirty="0"/>
              <a:t>All things wise and wonderful, </a:t>
            </a:r>
          </a:p>
          <a:p>
            <a:r>
              <a:rPr lang="en-US" dirty="0"/>
              <a:t>The good God made them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9482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gave us eyes to see them </a:t>
            </a:r>
          </a:p>
          <a:p>
            <a:r>
              <a:rPr lang="en-US" dirty="0"/>
              <a:t>And lips that we might tell </a:t>
            </a:r>
          </a:p>
          <a:p>
            <a:r>
              <a:rPr lang="en-US" dirty="0"/>
              <a:t>How great is God almighty </a:t>
            </a:r>
          </a:p>
          <a:p>
            <a:r>
              <a:rPr lang="en-US" dirty="0"/>
              <a:t>Who has made all things well.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5286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bright and beautiful,  </a:t>
            </a:r>
          </a:p>
          <a:p>
            <a:r>
              <a:rPr lang="en-US" dirty="0"/>
              <a:t>All creatures great and small, </a:t>
            </a:r>
          </a:p>
          <a:p>
            <a:r>
              <a:rPr lang="en-US" dirty="0"/>
              <a:t>All things wise and wonderful, </a:t>
            </a:r>
          </a:p>
          <a:p>
            <a:r>
              <a:rPr lang="en-US" dirty="0"/>
              <a:t>The good God made them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5505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32 - All through the day, all through the night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 through the day, all through the night,  </a:t>
            </a:r>
          </a:p>
          <a:p>
            <a:r>
              <a:rPr lang="en-US" dirty="0"/>
              <a:t>Dwell in his promises, walk in his light.</a:t>
            </a:r>
          </a:p>
          <a:p>
            <a:r>
              <a:rPr lang="en-US" dirty="0"/>
              <a:t>Darkness shall flee at his command</a:t>
            </a:r>
          </a:p>
          <a:p>
            <a:r>
              <a:rPr lang="en-US" dirty="0"/>
              <a:t>All through the day and night we’re in his hand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764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33 - All to Jesus I surrender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All to Jesus I surrender, all to him I freely give.</a:t>
            </a:r>
          </a:p>
          <a:p>
            <a:r>
              <a:rPr lang="en-US" dirty="0"/>
              <a:t>I will ever love and trust Him, </a:t>
            </a:r>
          </a:p>
          <a:p>
            <a:r>
              <a:rPr lang="en-US" dirty="0"/>
              <a:t>in His presence daily live.</a:t>
            </a:r>
          </a:p>
          <a:p>
            <a:r>
              <a:rPr lang="en-US" dirty="0"/>
              <a:t>I surrender all, I surrender all,</a:t>
            </a:r>
          </a:p>
          <a:p>
            <a:r>
              <a:rPr lang="en-US" dirty="0"/>
              <a:t>All to Thee, my blessed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I surrender 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7051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to Jesus I surrender, </a:t>
            </a:r>
          </a:p>
          <a:p>
            <a:r>
              <a:rPr lang="en-US" dirty="0"/>
              <a:t>Lord, I want to follow Thee,</a:t>
            </a:r>
          </a:p>
          <a:p>
            <a:r>
              <a:rPr lang="en-US" dirty="0"/>
              <a:t>Lose my life that I may save it, through thy cross-gain victory.</a:t>
            </a:r>
          </a:p>
          <a:p>
            <a:r>
              <a:rPr lang="en-US" sz="4800" dirty="0"/>
              <a:t>I surrender all, I surrender all,</a:t>
            </a:r>
          </a:p>
          <a:p>
            <a:r>
              <a:rPr lang="en-US" sz="4800" dirty="0"/>
              <a:t>All to Thee, my blessed </a:t>
            </a:r>
            <a:r>
              <a:rPr lang="en-US" sz="4800" dirty="0" err="1"/>
              <a:t>Saviour</a:t>
            </a:r>
            <a:r>
              <a:rPr lang="en-US" sz="4800" dirty="0"/>
              <a:t>, </a:t>
            </a:r>
          </a:p>
          <a:p>
            <a:r>
              <a:rPr lang="en-US" sz="4800" dirty="0"/>
              <a:t>I surrender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6160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to Jesus I surrender, born of Mary, </a:t>
            </a:r>
          </a:p>
          <a:p>
            <a:r>
              <a:rPr lang="en-US" dirty="0"/>
              <a:t>God’s own Son, </a:t>
            </a:r>
          </a:p>
          <a:p>
            <a:r>
              <a:rPr lang="en-US" dirty="0"/>
              <a:t>Through this Eucharistic banquet, make me, Jesus, with Thee one.</a:t>
            </a:r>
          </a:p>
          <a:p>
            <a:r>
              <a:rPr lang="en-US" sz="4800" dirty="0"/>
              <a:t>I surrender all, I surrender all,</a:t>
            </a:r>
          </a:p>
          <a:p>
            <a:r>
              <a:rPr lang="en-US" sz="4800" dirty="0"/>
              <a:t>All to Thee, my blessed </a:t>
            </a:r>
            <a:r>
              <a:rPr lang="en-US" sz="4800" dirty="0" err="1"/>
              <a:t>Saviour</a:t>
            </a:r>
            <a:r>
              <a:rPr lang="en-US" sz="4800" dirty="0"/>
              <a:t>, </a:t>
            </a:r>
          </a:p>
          <a:p>
            <a:r>
              <a:rPr lang="en-US" sz="4800" dirty="0"/>
              <a:t>I surrender 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0755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 to Jesus I surrender, </a:t>
            </a:r>
          </a:p>
          <a:p>
            <a:r>
              <a:rPr lang="en-US" dirty="0"/>
              <a:t>may I see thee in the poor.</a:t>
            </a:r>
          </a:p>
          <a:p>
            <a:r>
              <a:rPr lang="en-US" dirty="0"/>
              <a:t>In the fight against oppression, </a:t>
            </a:r>
          </a:p>
          <a:p>
            <a:r>
              <a:rPr lang="en-US" dirty="0"/>
              <a:t>let me never Thee ignore.</a:t>
            </a:r>
          </a:p>
          <a:p>
            <a:r>
              <a:rPr lang="en-US" dirty="0"/>
              <a:t>I surrender all, I surrender all,</a:t>
            </a:r>
          </a:p>
          <a:p>
            <a:r>
              <a:rPr lang="en-US" dirty="0"/>
              <a:t>All to Thee, my blessed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I surrender 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1038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 to Jesus I surrender, </a:t>
            </a:r>
          </a:p>
          <a:p>
            <a:r>
              <a:rPr lang="en-US" dirty="0"/>
              <a:t>take me to thy Father’s side.</a:t>
            </a:r>
          </a:p>
          <a:p>
            <a:r>
              <a:rPr lang="en-US" dirty="0"/>
              <a:t>Let me feel thy Holy Spirit, </a:t>
            </a:r>
          </a:p>
          <a:p>
            <a:r>
              <a:rPr lang="en-US" dirty="0"/>
              <a:t>truly know that he’s my guide.</a:t>
            </a:r>
          </a:p>
          <a:p>
            <a:r>
              <a:rPr lang="en-US" sz="4800" dirty="0"/>
              <a:t>I surrender all, I surrender all,</a:t>
            </a:r>
          </a:p>
          <a:p>
            <a:r>
              <a:rPr lang="en-US" sz="4800" dirty="0"/>
              <a:t>All to Thee, my blessed </a:t>
            </a:r>
            <a:r>
              <a:rPr lang="en-US" sz="4800" dirty="0" err="1"/>
              <a:t>Saviour</a:t>
            </a:r>
            <a:r>
              <a:rPr lang="en-US" sz="4800" dirty="0"/>
              <a:t>, </a:t>
            </a:r>
          </a:p>
          <a:p>
            <a:r>
              <a:rPr lang="en-US" sz="4800" dirty="0"/>
              <a:t>I surrender 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7813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34 - All you children of peace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 children of peace  </a:t>
            </a:r>
          </a:p>
          <a:p>
            <a:r>
              <a:rPr lang="en-US" dirty="0"/>
              <a:t>And all you lovers of freedom,</a:t>
            </a:r>
          </a:p>
          <a:p>
            <a:r>
              <a:rPr lang="en-US" dirty="0"/>
              <a:t>All you seekers of justice</a:t>
            </a:r>
          </a:p>
          <a:p>
            <a:r>
              <a:rPr lang="en-US" dirty="0"/>
              <a:t>And all who wait for Messiah to come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7726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 in the Lord, rejoice </a:t>
            </a:r>
          </a:p>
          <a:p>
            <a:r>
              <a:rPr lang="en-US" dirty="0"/>
              <a:t>Rejoice in the Lord, rejoice.</a:t>
            </a:r>
          </a:p>
          <a:p>
            <a:r>
              <a:rPr lang="en-US" dirty="0"/>
              <a:t>For He is coming to rule the earth, </a:t>
            </a:r>
          </a:p>
          <a:p>
            <a:r>
              <a:rPr lang="en-US" dirty="0"/>
              <a:t>Rejoice in the Lord, rejoice!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6240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who trust in His love</a:t>
            </a:r>
          </a:p>
          <a:p>
            <a:r>
              <a:rPr lang="en-US" dirty="0"/>
              <a:t>And all who wait for His righteousness,</a:t>
            </a:r>
          </a:p>
          <a:p>
            <a:r>
              <a:rPr lang="en-US" dirty="0"/>
              <a:t>All who’ve tasted His mercy</a:t>
            </a:r>
          </a:p>
          <a:p>
            <a:r>
              <a:rPr lang="en-US" dirty="0"/>
              <a:t>And all who hope in His faithfulness.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3574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 in the Lord, rejoice </a:t>
            </a:r>
          </a:p>
          <a:p>
            <a:r>
              <a:rPr lang="en-US" dirty="0"/>
              <a:t>Rejoice in the Lord, rejoice.</a:t>
            </a:r>
          </a:p>
          <a:p>
            <a:r>
              <a:rPr lang="en-US" dirty="0"/>
              <a:t>For He is coming to rule the earth, </a:t>
            </a:r>
          </a:p>
          <a:p>
            <a:r>
              <a:rPr lang="en-US" dirty="0"/>
              <a:t>Rejoice in the Lord, rejoice!</a:t>
            </a:r>
          </a:p>
          <a:p>
            <a:r>
              <a:rPr lang="en-US" dirty="0"/>
              <a:t>Hallelujah, holy is His name!</a:t>
            </a:r>
          </a:p>
          <a:p>
            <a:r>
              <a:rPr lang="en-US" dirty="0"/>
              <a:t>Hallelujah, He will reign for ever.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2332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 in the Lord, rejoice </a:t>
            </a:r>
          </a:p>
          <a:p>
            <a:r>
              <a:rPr lang="en-US" dirty="0"/>
              <a:t>Rejoice in the Lord, rejoice.</a:t>
            </a:r>
          </a:p>
          <a:p>
            <a:r>
              <a:rPr lang="en-US" dirty="0"/>
              <a:t>For He is coming to rule the earth, </a:t>
            </a:r>
          </a:p>
          <a:p>
            <a:r>
              <a:rPr lang="en-US" dirty="0"/>
              <a:t>Rejoice in the Lord, rejoice!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33611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35 - All You Nations,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you nations,  </a:t>
            </a:r>
          </a:p>
          <a:p>
            <a:r>
              <a:rPr lang="en-US" dirty="0"/>
              <a:t>Sing out your joy to the Lord: Alleluia, alleluia!</a:t>
            </a:r>
          </a:p>
          <a:p>
            <a:endParaRPr lang="en-US" dirty="0"/>
          </a:p>
          <a:p>
            <a:r>
              <a:rPr lang="en-US" dirty="0"/>
              <a:t>Joyfully shout, all you on earth. </a:t>
            </a:r>
          </a:p>
          <a:p>
            <a:r>
              <a:rPr lang="en-US" dirty="0"/>
              <a:t>Give praise to the glory of God; </a:t>
            </a:r>
          </a:p>
          <a:p>
            <a:r>
              <a:rPr lang="en-US" dirty="0"/>
              <a:t>And with a hymn, sing out His glorious praise: Alleluia!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998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all the earth kneel in His sight, </a:t>
            </a:r>
          </a:p>
          <a:p>
            <a:r>
              <a:rPr lang="en-US" dirty="0"/>
              <a:t>Extolling His </a:t>
            </a:r>
            <a:r>
              <a:rPr lang="en-US" dirty="0" err="1"/>
              <a:t>marvellous</a:t>
            </a:r>
            <a:r>
              <a:rPr lang="en-US" dirty="0"/>
              <a:t> fame; </a:t>
            </a:r>
          </a:p>
          <a:p>
            <a:r>
              <a:rPr lang="en-US" dirty="0"/>
              <a:t>Honour His name, in highest heaven give praise: Alleluia!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4514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forth and see all the great works </a:t>
            </a:r>
          </a:p>
          <a:p>
            <a:r>
              <a:rPr lang="en-US" dirty="0"/>
              <a:t>That God has brought forth by His might, </a:t>
            </a:r>
          </a:p>
          <a:p>
            <a:r>
              <a:rPr lang="en-US" dirty="0"/>
              <a:t>Fall on your knees before His glorious throne: Alleluia!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8577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36 - Christ has risen from the dead,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Alleluia! Alleluia!  </a:t>
            </a:r>
          </a:p>
          <a:p>
            <a:r>
              <a:rPr lang="en-US" dirty="0"/>
              <a:t>Christ has risen from the dead, </a:t>
            </a:r>
          </a:p>
          <a:p>
            <a:r>
              <a:rPr lang="en-US" dirty="0"/>
              <a:t>He has risen to die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5575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dawn of Easter morning, </a:t>
            </a:r>
          </a:p>
          <a:p>
            <a:r>
              <a:rPr lang="en-US" dirty="0"/>
              <a:t>When the stone was rolled away. </a:t>
            </a:r>
          </a:p>
          <a:p>
            <a:r>
              <a:rPr lang="en-US" dirty="0"/>
              <a:t>Then from the darkness rose in glory, </a:t>
            </a:r>
          </a:p>
          <a:p>
            <a:r>
              <a:rPr lang="en-US" dirty="0"/>
              <a:t>Jesus Christ, true risen Light, </a:t>
            </a:r>
          </a:p>
          <a:p>
            <a:r>
              <a:rPr lang="en-US" dirty="0"/>
              <a:t>Brightening all the earth’s dark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6365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Alleluia! Alleluia!  </a:t>
            </a:r>
          </a:p>
          <a:p>
            <a:r>
              <a:rPr lang="en-US" dirty="0"/>
              <a:t>Christ has risen from the dead, </a:t>
            </a:r>
          </a:p>
          <a:p>
            <a:r>
              <a:rPr lang="en-US" dirty="0"/>
              <a:t>He has risen to die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16697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depths of weary bondage, </a:t>
            </a:r>
          </a:p>
          <a:p>
            <a:r>
              <a:rPr lang="en-US" dirty="0"/>
              <a:t>All mankind has risen too, </a:t>
            </a:r>
          </a:p>
          <a:p>
            <a:r>
              <a:rPr lang="en-US" dirty="0"/>
              <a:t>All eyes are opened from their blindness </a:t>
            </a:r>
          </a:p>
          <a:p>
            <a:r>
              <a:rPr lang="en-US" dirty="0"/>
              <a:t>To the Light of heavenly view, </a:t>
            </a:r>
          </a:p>
          <a:p>
            <a:r>
              <a:rPr lang="en-US" dirty="0"/>
              <a:t>And with Christ they rise anew.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8262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Alleluia! Alleluia!  </a:t>
            </a:r>
          </a:p>
          <a:p>
            <a:r>
              <a:rPr lang="en-US" dirty="0"/>
              <a:t>Christ has risen from the dead, </a:t>
            </a:r>
          </a:p>
          <a:p>
            <a:r>
              <a:rPr lang="en-US" dirty="0"/>
              <a:t>He has risen to die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0411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the heart of every creature </a:t>
            </a:r>
          </a:p>
          <a:p>
            <a:r>
              <a:rPr lang="en-US" dirty="0"/>
              <a:t>Fills with hope and with gratitude; </a:t>
            </a:r>
          </a:p>
          <a:p>
            <a:r>
              <a:rPr lang="en-US" dirty="0"/>
              <a:t>They rise resplendent from their bondage, </a:t>
            </a:r>
          </a:p>
          <a:p>
            <a:r>
              <a:rPr lang="en-US" dirty="0"/>
              <a:t>For their Lord has set them free, </a:t>
            </a:r>
          </a:p>
          <a:p>
            <a:r>
              <a:rPr lang="en-US" dirty="0"/>
              <a:t>From the power of death’s decree.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7810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Alleluia! Alleluia!  </a:t>
            </a:r>
          </a:p>
          <a:p>
            <a:r>
              <a:rPr lang="en-US" dirty="0"/>
              <a:t>Christ has risen from the dead, </a:t>
            </a:r>
          </a:p>
          <a:p>
            <a:r>
              <a:rPr lang="en-US" dirty="0"/>
              <a:t>He has risen to die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790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37 - Alleluia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Alleluia, Alleluia, Alleluia</a:t>
            </a:r>
          </a:p>
          <a:p>
            <a:endParaRPr lang="en-US" dirty="0"/>
          </a:p>
          <a:p>
            <a:r>
              <a:rPr lang="en-US" dirty="0"/>
              <a:t>Young men and maids, rejoice and sing;</a:t>
            </a:r>
          </a:p>
          <a:p>
            <a:r>
              <a:rPr lang="en-US" dirty="0"/>
              <a:t>The King of heaven, the glorious King, </a:t>
            </a:r>
          </a:p>
          <a:p>
            <a:r>
              <a:rPr lang="en-US" dirty="0"/>
              <a:t>This day from death rose triumphing.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9574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 Sunday morn by break of day, </a:t>
            </a:r>
          </a:p>
          <a:p>
            <a:r>
              <a:rPr lang="en-US" dirty="0"/>
              <a:t>His dear disciples haste away </a:t>
            </a:r>
          </a:p>
          <a:p>
            <a:r>
              <a:rPr lang="en-US" dirty="0"/>
              <a:t>Unto the tomb wherein He lay. Alleluia.</a:t>
            </a:r>
          </a:p>
          <a:p>
            <a:r>
              <a:rPr lang="en-US" dirty="0"/>
              <a:t>Nor Magdalen, nor Salome,</a:t>
            </a:r>
          </a:p>
          <a:p>
            <a:r>
              <a:rPr lang="en-US" dirty="0"/>
              <a:t>Nor James’ mother now delay</a:t>
            </a:r>
          </a:p>
          <a:p>
            <a:r>
              <a:rPr lang="en-US" dirty="0"/>
              <a:t>To embalm the precious corpse straightway.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27821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angel clothed in white they see, </a:t>
            </a:r>
          </a:p>
          <a:p>
            <a:r>
              <a:rPr lang="en-US" dirty="0"/>
              <a:t>When thither come, and thus </a:t>
            </a:r>
            <a:r>
              <a:rPr lang="en-US" dirty="0" err="1"/>
              <a:t>spake</a:t>
            </a:r>
            <a:r>
              <a:rPr lang="en-US" dirty="0"/>
              <a:t> He, </a:t>
            </a:r>
          </a:p>
          <a:p>
            <a:r>
              <a:rPr lang="en-US" dirty="0"/>
              <a:t>“The Lord is gone to Galilee.” Alleluia.</a:t>
            </a:r>
          </a:p>
          <a:p>
            <a:r>
              <a:rPr lang="en-US" dirty="0"/>
              <a:t>The dear beloved apostle John </a:t>
            </a:r>
          </a:p>
          <a:p>
            <a:r>
              <a:rPr lang="en-US" dirty="0"/>
              <a:t>Much swifter than St. Peter run, </a:t>
            </a:r>
          </a:p>
          <a:p>
            <a:r>
              <a:rPr lang="en-US" dirty="0"/>
              <a:t>And first arrived at the tomb.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4978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in a room the apostles were, </a:t>
            </a:r>
          </a:p>
          <a:p>
            <a:r>
              <a:rPr lang="en-US" dirty="0"/>
              <a:t>In midst of them did Christ appear. </a:t>
            </a:r>
          </a:p>
          <a:p>
            <a:r>
              <a:rPr lang="en-US" dirty="0"/>
              <a:t>And said, “Peace be upon all here.” Alleluia.</a:t>
            </a:r>
          </a:p>
          <a:p>
            <a:r>
              <a:rPr lang="en-US" dirty="0"/>
              <a:t>On this most solemn feast let’s raise </a:t>
            </a:r>
          </a:p>
          <a:p>
            <a:r>
              <a:rPr lang="en-US" dirty="0"/>
              <a:t>Our hearts to God in hymns of praise; </a:t>
            </a:r>
          </a:p>
          <a:p>
            <a:r>
              <a:rPr lang="en-US" dirty="0"/>
              <a:t>And let us bless the Lord always.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1652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grateful thanks to God let’s give </a:t>
            </a:r>
          </a:p>
          <a:p>
            <a:r>
              <a:rPr lang="en-US" dirty="0"/>
              <a:t>In humble manner, while we live, </a:t>
            </a:r>
          </a:p>
          <a:p>
            <a:r>
              <a:rPr lang="en-US" dirty="0"/>
              <a:t>For all the </a:t>
            </a:r>
            <a:r>
              <a:rPr lang="en-US" dirty="0" err="1"/>
              <a:t>favours</a:t>
            </a:r>
            <a:r>
              <a:rPr lang="en-US" dirty="0"/>
              <a:t> we receive.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86270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052"/>
            <a:ext cx="10515600" cy="561202"/>
          </a:xfrm>
        </p:spPr>
        <p:txBody>
          <a:bodyPr>
            <a:noAutofit/>
          </a:bodyPr>
          <a:lstStyle/>
          <a:p>
            <a:r>
              <a:rPr lang="en-US" dirty="0"/>
              <a:t>38 - Alleluia, alleluia, give thanks to the Risen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Alleluia, alleluia, give thanks to the risen Lord, </a:t>
            </a:r>
          </a:p>
          <a:p>
            <a:r>
              <a:rPr lang="en-US" dirty="0"/>
              <a:t>Alleluia, alleluia, give praise to His name.</a:t>
            </a:r>
          </a:p>
          <a:p>
            <a:endParaRPr lang="en-US" dirty="0"/>
          </a:p>
          <a:p>
            <a:r>
              <a:rPr lang="en-US" dirty="0"/>
              <a:t>Jesus is Lord of all the earth, </a:t>
            </a:r>
          </a:p>
          <a:p>
            <a:r>
              <a:rPr lang="en-US" dirty="0"/>
              <a:t>He is the King of creation.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00410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Alleluia, alleluia, give thanks to the risen Lord, </a:t>
            </a:r>
          </a:p>
          <a:p>
            <a:r>
              <a:rPr lang="en-US" dirty="0"/>
              <a:t>Alleluia, alleluia, give praise to His name.</a:t>
            </a:r>
          </a:p>
          <a:p>
            <a:endParaRPr lang="en-IN" dirty="0"/>
          </a:p>
          <a:p>
            <a:r>
              <a:rPr lang="en-US" dirty="0"/>
              <a:t>Spread the good news over all the earth, </a:t>
            </a:r>
          </a:p>
          <a:p>
            <a:r>
              <a:rPr lang="en-US" dirty="0"/>
              <a:t>Jesus has died and has risen.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66237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been crucified with Christ </a:t>
            </a:r>
          </a:p>
          <a:p>
            <a:r>
              <a:rPr lang="en-US" dirty="0"/>
              <a:t>Now we shall live for ever.</a:t>
            </a:r>
          </a:p>
          <a:p>
            <a:r>
              <a:rPr lang="en-US" dirty="0"/>
              <a:t>God has proclaimed the just reward, </a:t>
            </a:r>
          </a:p>
          <a:p>
            <a:r>
              <a:rPr lang="en-US" dirty="0"/>
              <a:t>Life for us all, alleluia!</a:t>
            </a:r>
          </a:p>
          <a:p>
            <a:r>
              <a:rPr lang="en-US" dirty="0"/>
              <a:t>Come let us praise the living God, </a:t>
            </a:r>
          </a:p>
          <a:p>
            <a:r>
              <a:rPr lang="en-US" dirty="0"/>
              <a:t>Joyfully sing to our </a:t>
            </a:r>
            <a:r>
              <a:rPr lang="en-US" dirty="0" err="1"/>
              <a:t>Saviour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35621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39 - Amazing grace!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Amazing grace! How sweet the sound  </a:t>
            </a:r>
          </a:p>
          <a:p>
            <a:r>
              <a:rPr lang="en-US" dirty="0"/>
              <a:t>That saved a wretch like me. </a:t>
            </a:r>
          </a:p>
          <a:p>
            <a:r>
              <a:rPr lang="en-US" dirty="0"/>
              <a:t>I once was lost but now I’m found, </a:t>
            </a:r>
          </a:p>
          <a:p>
            <a:r>
              <a:rPr lang="en-US" dirty="0"/>
              <a:t>Was blind but now I see.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1930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‘Twas</a:t>
            </a:r>
            <a:r>
              <a:rPr lang="en-US" dirty="0"/>
              <a:t> grace that taught my heart to fear </a:t>
            </a:r>
          </a:p>
          <a:p>
            <a:r>
              <a:rPr lang="en-US" dirty="0"/>
              <a:t>And grace my fears relieved. </a:t>
            </a:r>
          </a:p>
          <a:p>
            <a:r>
              <a:rPr lang="en-US" dirty="0"/>
              <a:t>How precious did that grace appear, </a:t>
            </a:r>
          </a:p>
          <a:p>
            <a:r>
              <a:rPr lang="en-US" dirty="0"/>
              <a:t>The hour I first believed.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596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has promised good to me, </a:t>
            </a:r>
          </a:p>
          <a:p>
            <a:r>
              <a:rPr lang="en-US" dirty="0"/>
              <a:t>His word my hope secures,</a:t>
            </a:r>
          </a:p>
          <a:p>
            <a:r>
              <a:rPr lang="en-US" dirty="0"/>
              <a:t>He will my shield, my portion be, </a:t>
            </a:r>
          </a:p>
          <a:p>
            <a:r>
              <a:rPr lang="en-US" dirty="0"/>
              <a:t>As long as life endures.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6511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707"/>
            <a:ext cx="10515600" cy="561202"/>
          </a:xfrm>
        </p:spPr>
        <p:txBody>
          <a:bodyPr>
            <a:noAutofit/>
          </a:bodyPr>
          <a:lstStyle/>
          <a:p>
            <a:r>
              <a:rPr lang="en-US" dirty="0"/>
              <a:t>40 - And the Father will dance  as on a day of joy,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And the Father will dance  </a:t>
            </a:r>
          </a:p>
          <a:p>
            <a:r>
              <a:rPr lang="en-US" dirty="0"/>
              <a:t>as on a day of joy, </a:t>
            </a:r>
          </a:p>
          <a:p>
            <a:r>
              <a:rPr lang="en-US" dirty="0"/>
              <a:t>He will exult over you </a:t>
            </a:r>
          </a:p>
          <a:p>
            <a:r>
              <a:rPr lang="en-US" dirty="0"/>
              <a:t>and renew you by His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71542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Shout for joy, O you his people, </a:t>
            </a:r>
          </a:p>
          <a:p>
            <a:r>
              <a:rPr lang="en-US" dirty="0"/>
              <a:t>Sing aloud and exult with all your heart </a:t>
            </a:r>
          </a:p>
          <a:p>
            <a:r>
              <a:rPr lang="en-US" dirty="0"/>
              <a:t>For the Lord, your God is in your midst.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7823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no more evil to fear, </a:t>
            </a:r>
          </a:p>
          <a:p>
            <a:r>
              <a:rPr lang="en-US" dirty="0"/>
              <a:t>You have no more evil to fear, </a:t>
            </a:r>
          </a:p>
          <a:p>
            <a:r>
              <a:rPr lang="en-US" dirty="0"/>
              <a:t>Do not let your hands fall limp, </a:t>
            </a:r>
          </a:p>
          <a:p>
            <a:r>
              <a:rPr lang="en-US" dirty="0"/>
              <a:t>For the Lord, your God is in your midst.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75547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41 - Angels we have heard on high,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Angels we have heard on high,   </a:t>
            </a:r>
          </a:p>
          <a:p>
            <a:r>
              <a:rPr lang="en-US" dirty="0"/>
              <a:t>Sweetly singing o’er the plains,</a:t>
            </a:r>
          </a:p>
          <a:p>
            <a:r>
              <a:rPr lang="en-US" dirty="0"/>
              <a:t>And the mountains in reply, </a:t>
            </a:r>
          </a:p>
          <a:p>
            <a:r>
              <a:rPr lang="en-US" dirty="0"/>
              <a:t>Echoing their joyous strains.</a:t>
            </a:r>
          </a:p>
          <a:p>
            <a:r>
              <a:rPr lang="en-IN" b="1" dirty="0"/>
              <a:t>Gloria in excelsis Deo!</a:t>
            </a:r>
          </a:p>
          <a:p>
            <a:r>
              <a:rPr lang="en-IN" b="1" dirty="0"/>
              <a:t>Gloria in excelsis Deo!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88783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Shepherds, why this jubilee?		</a:t>
            </a:r>
          </a:p>
          <a:p>
            <a:r>
              <a:rPr lang="en-US" dirty="0"/>
              <a:t>Why your joyous strain prolong?		</a:t>
            </a:r>
          </a:p>
          <a:p>
            <a:r>
              <a:rPr lang="en-US" dirty="0"/>
              <a:t>Say what may the tidings be</a:t>
            </a:r>
          </a:p>
          <a:p>
            <a:r>
              <a:rPr lang="en-US" dirty="0"/>
              <a:t>Which inspire your </a:t>
            </a:r>
            <a:r>
              <a:rPr lang="en-US" dirty="0" err="1"/>
              <a:t>heav’nly</a:t>
            </a:r>
            <a:r>
              <a:rPr lang="en-US" dirty="0"/>
              <a:t> song?</a:t>
            </a:r>
          </a:p>
          <a:p>
            <a:r>
              <a:rPr lang="en-IN" b="1" dirty="0"/>
              <a:t>Gloria in excelsis Deo!</a:t>
            </a:r>
          </a:p>
          <a:p>
            <a:r>
              <a:rPr lang="en-IN" b="1" dirty="0"/>
              <a:t>Gloria in excelsis Deo!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736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</a:t>
            </a:r>
            <a:r>
              <a:rPr lang="en-US" dirty="0" err="1"/>
              <a:t>Bethle’m</a:t>
            </a:r>
            <a:r>
              <a:rPr lang="en-US" dirty="0"/>
              <a:t>, and see,</a:t>
            </a:r>
          </a:p>
          <a:p>
            <a:r>
              <a:rPr lang="en-US" dirty="0"/>
              <a:t>Him, whose birth the angels sing;</a:t>
            </a:r>
          </a:p>
          <a:p>
            <a:r>
              <a:rPr lang="en-US" dirty="0"/>
              <a:t>Come, adore on bended knee,</a:t>
            </a:r>
          </a:p>
          <a:p>
            <a:r>
              <a:rPr lang="en-US" dirty="0"/>
              <a:t>Christ the Lord, the new born King.</a:t>
            </a:r>
          </a:p>
          <a:p>
            <a:r>
              <a:rPr lang="en-IN" b="1" dirty="0"/>
              <a:t>Gloria in excelsis Deo!</a:t>
            </a:r>
          </a:p>
          <a:p>
            <a:r>
              <a:rPr lang="en-IN" b="1" dirty="0"/>
              <a:t>Gloria in excelsis Deo!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29890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42 - Apostle of the Indian land,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Apostle of the Indian land,  </a:t>
            </a:r>
          </a:p>
          <a:p>
            <a:r>
              <a:rPr lang="en-US" dirty="0"/>
              <a:t>St. Francis/ St. Thomas guide us by the hand.</a:t>
            </a:r>
          </a:p>
          <a:p>
            <a:r>
              <a:rPr lang="en-US" dirty="0"/>
              <a:t>The faith Thou didst to India give,</a:t>
            </a:r>
          </a:p>
          <a:p>
            <a:r>
              <a:rPr lang="en-US" dirty="0"/>
              <a:t>Help us in turn to preach and live, The faith Thou didst to India give,</a:t>
            </a:r>
          </a:p>
          <a:p>
            <a:r>
              <a:rPr lang="en-US" dirty="0"/>
              <a:t>Help us in turn to preach and live</a:t>
            </a:r>
          </a:p>
          <a:p>
            <a:r>
              <a:rPr lang="en-US" dirty="0"/>
              <a:t>Help us in turn to preach and live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37096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Despising all the world’s vain show</a:t>
            </a:r>
          </a:p>
          <a:p>
            <a:r>
              <a:rPr lang="en-US" dirty="0"/>
              <a:t>And all that riches can bestow</a:t>
            </a:r>
          </a:p>
          <a:p>
            <a:r>
              <a:rPr lang="en-US" dirty="0"/>
              <a:t>Thou </a:t>
            </a:r>
            <a:r>
              <a:rPr lang="en-US" dirty="0" err="1"/>
              <a:t>chosest</a:t>
            </a:r>
            <a:r>
              <a:rPr lang="en-US" dirty="0"/>
              <a:t> as the path of God, </a:t>
            </a:r>
          </a:p>
          <a:p>
            <a:r>
              <a:rPr lang="en-US" dirty="0"/>
              <a:t>The thorny way our </a:t>
            </a:r>
            <a:r>
              <a:rPr lang="en-US" dirty="0" err="1"/>
              <a:t>Saviour</a:t>
            </a:r>
            <a:r>
              <a:rPr lang="en-US" dirty="0"/>
              <a:t> trod.</a:t>
            </a:r>
          </a:p>
          <a:p>
            <a:r>
              <a:rPr lang="en-US" dirty="0"/>
              <a:t>Thou </a:t>
            </a:r>
            <a:r>
              <a:rPr lang="en-US" dirty="0" err="1"/>
              <a:t>chosest</a:t>
            </a:r>
            <a:r>
              <a:rPr lang="en-US" dirty="0"/>
              <a:t> as the path of God, </a:t>
            </a:r>
          </a:p>
          <a:p>
            <a:r>
              <a:rPr lang="en-US" dirty="0"/>
              <a:t>The thorny way our </a:t>
            </a:r>
            <a:r>
              <a:rPr lang="en-US" dirty="0" err="1"/>
              <a:t>Saviour</a:t>
            </a:r>
            <a:r>
              <a:rPr lang="en-US" dirty="0"/>
              <a:t> trod</a:t>
            </a:r>
          </a:p>
          <a:p>
            <a:r>
              <a:rPr lang="en-US" dirty="0"/>
              <a:t>The thorny way our </a:t>
            </a:r>
            <a:r>
              <a:rPr lang="en-US" dirty="0" err="1"/>
              <a:t>Saviour</a:t>
            </a:r>
            <a:r>
              <a:rPr lang="en-US" dirty="0"/>
              <a:t> trod.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95810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43 - As the deer that pants for water,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So my soul longs after you. </a:t>
            </a:r>
          </a:p>
          <a:p>
            <a:r>
              <a:rPr lang="en-US" sz="5200" dirty="0"/>
              <a:t>You alone are my heart’s desire </a:t>
            </a:r>
          </a:p>
          <a:p>
            <a:r>
              <a:rPr lang="en-US" sz="5200" dirty="0"/>
              <a:t>And I long to worship you.</a:t>
            </a:r>
          </a:p>
          <a:p>
            <a:r>
              <a:rPr lang="en-US" sz="5200" dirty="0"/>
              <a:t>You alone are my strength, my shield, </a:t>
            </a:r>
          </a:p>
          <a:p>
            <a:r>
              <a:rPr lang="en-US" sz="5200" dirty="0"/>
              <a:t>To You alone may my spirit yield. </a:t>
            </a:r>
          </a:p>
          <a:p>
            <a:r>
              <a:rPr lang="en-US" sz="5200" dirty="0"/>
              <a:t>You alone are my heart’s desire </a:t>
            </a:r>
          </a:p>
          <a:p>
            <a:r>
              <a:rPr lang="en-US" sz="5200" dirty="0"/>
              <a:t>And I long to worship you.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5997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You more than gold and silver, </a:t>
            </a:r>
          </a:p>
          <a:p>
            <a:r>
              <a:rPr lang="en-US" dirty="0"/>
              <a:t>Only you can satisfy. </a:t>
            </a:r>
          </a:p>
          <a:p>
            <a:r>
              <a:rPr lang="en-US" dirty="0"/>
              <a:t>You alone are the real joy-giver </a:t>
            </a:r>
          </a:p>
          <a:p>
            <a:r>
              <a:rPr lang="en-US" dirty="0"/>
              <a:t>And the apple of my eye.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6938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alone are my strength, my shield, </a:t>
            </a:r>
          </a:p>
          <a:p>
            <a:r>
              <a:rPr lang="en-US" dirty="0"/>
              <a:t>To You alone may my spirit yield. </a:t>
            </a:r>
          </a:p>
          <a:p>
            <a:r>
              <a:rPr lang="en-US" dirty="0"/>
              <a:t>You alone are my heart’s desire </a:t>
            </a:r>
          </a:p>
          <a:p>
            <a:r>
              <a:rPr lang="en-US" dirty="0"/>
              <a:t>And I long to worship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39127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my friend and You are my brother </a:t>
            </a:r>
          </a:p>
          <a:p>
            <a:r>
              <a:rPr lang="en-US" dirty="0"/>
              <a:t>Even though You are my Lord. </a:t>
            </a:r>
          </a:p>
          <a:p>
            <a:r>
              <a:rPr lang="en-US" dirty="0"/>
              <a:t>I love You more than any other,</a:t>
            </a:r>
          </a:p>
          <a:p>
            <a:r>
              <a:rPr lang="en-US" dirty="0"/>
              <a:t>And much more than anything.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63776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alone are my strength, my shield, </a:t>
            </a:r>
          </a:p>
          <a:p>
            <a:r>
              <a:rPr lang="en-US" dirty="0"/>
              <a:t>To You alone may my spirit yield. </a:t>
            </a:r>
          </a:p>
          <a:p>
            <a:r>
              <a:rPr lang="en-US" dirty="0"/>
              <a:t>You alone are my heart’s desire </a:t>
            </a:r>
          </a:p>
          <a:p>
            <a:r>
              <a:rPr lang="en-US" dirty="0"/>
              <a:t>And I long to worship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97479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44 - As we gather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we gather may your Spirit work within us,</a:t>
            </a:r>
          </a:p>
          <a:p>
            <a:r>
              <a:rPr lang="en-US" dirty="0"/>
              <a:t>As we gather may we glorify your name.</a:t>
            </a:r>
          </a:p>
          <a:p>
            <a:r>
              <a:rPr lang="en-US" dirty="0"/>
              <a:t>Knowing well that as our hearts </a:t>
            </a:r>
          </a:p>
          <a:p>
            <a:r>
              <a:rPr lang="en-US" dirty="0"/>
              <a:t>begin to worship </a:t>
            </a:r>
          </a:p>
          <a:p>
            <a:r>
              <a:rPr lang="en-US" dirty="0"/>
              <a:t>		We’ll be blest because we came 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61252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saw living water flowing from the Temple, </a:t>
            </a:r>
          </a:p>
          <a:p>
            <a:r>
              <a:rPr lang="en-US" dirty="0"/>
              <a:t>Blood and water flowing from His open side,  </a:t>
            </a:r>
          </a:p>
          <a:p>
            <a:r>
              <a:rPr lang="en-US" dirty="0"/>
              <a:t>Bringing us the life of God and His salvation </a:t>
            </a:r>
          </a:p>
          <a:p>
            <a:r>
              <a:rPr lang="en-US" dirty="0"/>
              <a:t>And the people sang in joyful praise: </a:t>
            </a:r>
          </a:p>
          <a:p>
            <a:r>
              <a:rPr lang="en-US" dirty="0"/>
              <a:t>“</a:t>
            </a:r>
            <a:r>
              <a:rPr lang="en-US" dirty="0" err="1"/>
              <a:t>Allelu</a:t>
            </a:r>
            <a:r>
              <a:rPr lang="en-US" dirty="0"/>
              <a:t>, alleluia”!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52882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people born of water and the Spirit,</a:t>
            </a:r>
          </a:p>
          <a:p>
            <a:r>
              <a:rPr lang="en-US" dirty="0"/>
              <a:t>We are people come to celebrate God’s love,</a:t>
            </a:r>
          </a:p>
          <a:p>
            <a:r>
              <a:rPr lang="en-US" dirty="0"/>
              <a:t>We have come to hear the Word, we have come to share the bread,</a:t>
            </a:r>
          </a:p>
          <a:p>
            <a:r>
              <a:rPr lang="en-US" dirty="0"/>
              <a:t>We have come to sing our praises to </a:t>
            </a:r>
          </a:p>
          <a:p>
            <a:r>
              <a:rPr lang="en-US" dirty="0"/>
              <a:t>God above.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08713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gather may your Spirit work within us,</a:t>
            </a:r>
          </a:p>
          <a:p>
            <a:r>
              <a:rPr lang="en-US" dirty="0"/>
              <a:t>As we gather may we glorify your name.</a:t>
            </a:r>
          </a:p>
          <a:p>
            <a:r>
              <a:rPr lang="en-US" dirty="0"/>
              <a:t>Knowing well that as our hearts </a:t>
            </a:r>
          </a:p>
          <a:p>
            <a:r>
              <a:rPr lang="en-US" dirty="0"/>
              <a:t>begin to worship </a:t>
            </a:r>
          </a:p>
          <a:p>
            <a:r>
              <a:rPr lang="en-US" dirty="0"/>
              <a:t>		We’ll be blest because we came -2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2379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2" y="1097280"/>
            <a:ext cx="11904240" cy="5548069"/>
          </a:xfrm>
        </p:spPr>
        <p:txBody>
          <a:bodyPr>
            <a:normAutofit/>
          </a:bodyPr>
          <a:lstStyle/>
          <a:p>
            <a:r>
              <a:rPr lang="en-US" dirty="0"/>
              <a:t>We are sons and daughters of the resurrection, </a:t>
            </a:r>
          </a:p>
          <a:p>
            <a:r>
              <a:rPr lang="en-US" dirty="0"/>
              <a:t>Halleluiah is the song we sing with joy,</a:t>
            </a:r>
          </a:p>
          <a:p>
            <a:r>
              <a:rPr lang="en-US" dirty="0"/>
              <a:t>All the praises we proclaim, </a:t>
            </a:r>
          </a:p>
          <a:p>
            <a:r>
              <a:rPr lang="en-US" dirty="0"/>
              <a:t>go to God in Jesus’ name.</a:t>
            </a:r>
          </a:p>
          <a:p>
            <a:r>
              <a:rPr lang="en-US" dirty="0"/>
              <a:t>Through His cross He has become our great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428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gather may your Spirit work within us,</a:t>
            </a:r>
          </a:p>
          <a:p>
            <a:r>
              <a:rPr lang="en-US" dirty="0"/>
              <a:t>As we gather may we glorify your name.</a:t>
            </a:r>
          </a:p>
          <a:p>
            <a:r>
              <a:rPr lang="en-US" dirty="0"/>
              <a:t>Knowing well that as our hearts </a:t>
            </a:r>
          </a:p>
          <a:p>
            <a:r>
              <a:rPr lang="en-US" dirty="0"/>
              <a:t>begin to worship </a:t>
            </a:r>
          </a:p>
          <a:p>
            <a:r>
              <a:rPr lang="en-US" dirty="0"/>
              <a:t>		We’ll be blest because we came -2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3611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1097280"/>
            <a:ext cx="11895048" cy="5548069"/>
          </a:xfrm>
        </p:spPr>
        <p:txBody>
          <a:bodyPr>
            <a:noAutofit/>
          </a:bodyPr>
          <a:lstStyle/>
          <a:p>
            <a:r>
              <a:rPr lang="en-US" dirty="0"/>
              <a:t>We are folk who show concern for one another</a:t>
            </a:r>
          </a:p>
          <a:p>
            <a:r>
              <a:rPr lang="en-US" dirty="0"/>
              <a:t>Yes, we know that God has given gifts to share.</a:t>
            </a:r>
          </a:p>
          <a:p>
            <a:r>
              <a:rPr lang="en-US" dirty="0"/>
              <a:t>Whether rich or whether poor, down and out or blest with more,</a:t>
            </a:r>
          </a:p>
          <a:p>
            <a:r>
              <a:rPr lang="en-US" dirty="0"/>
              <a:t>We are gathered here to tell you </a:t>
            </a:r>
          </a:p>
          <a:p>
            <a:r>
              <a:rPr lang="en-US" dirty="0"/>
              <a:t>how much we care.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65054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gather may your Spirit work within us,</a:t>
            </a:r>
          </a:p>
          <a:p>
            <a:r>
              <a:rPr lang="en-US" dirty="0"/>
              <a:t>As we gather may we glorify your name.</a:t>
            </a:r>
          </a:p>
          <a:p>
            <a:r>
              <a:rPr lang="en-US" dirty="0"/>
              <a:t>Knowing well that as our hearts </a:t>
            </a:r>
          </a:p>
          <a:p>
            <a:r>
              <a:rPr lang="en-US" dirty="0"/>
              <a:t>begin to worship </a:t>
            </a:r>
          </a:p>
          <a:p>
            <a:r>
              <a:rPr lang="en-US" dirty="0"/>
              <a:t>		We’ll be blest because we came -2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88919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45 - As we prepare to celebrate the birth of our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60567"/>
            <a:ext cx="11753537" cy="5548069"/>
          </a:xfrm>
        </p:spPr>
        <p:txBody>
          <a:bodyPr/>
          <a:lstStyle/>
          <a:p>
            <a:r>
              <a:rPr lang="en-US" dirty="0"/>
              <a:t>As we prepare to celebrate </a:t>
            </a:r>
          </a:p>
          <a:p>
            <a:r>
              <a:rPr lang="en-US" dirty="0"/>
              <a:t>the birth of our Lord, </a:t>
            </a:r>
          </a:p>
          <a:p>
            <a:r>
              <a:rPr lang="en-US" dirty="0"/>
              <a:t>Let us always remember why he came.</a:t>
            </a:r>
          </a:p>
          <a:p>
            <a:r>
              <a:rPr lang="en-US" dirty="0"/>
              <a:t>And as we present our gifts </a:t>
            </a:r>
          </a:p>
          <a:p>
            <a:r>
              <a:rPr lang="en-US" dirty="0"/>
              <a:t>To our friends and all our loved ones, </a:t>
            </a:r>
          </a:p>
          <a:p>
            <a:r>
              <a:rPr lang="en-US" dirty="0"/>
              <a:t>Let us offer Him the holy gift of praise.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92580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Allelu</a:t>
            </a:r>
            <a:r>
              <a:rPr lang="en-IN" dirty="0"/>
              <a:t>, alleluia, </a:t>
            </a:r>
            <a:r>
              <a:rPr lang="en-IN" dirty="0" err="1"/>
              <a:t>allelu</a:t>
            </a:r>
            <a:r>
              <a:rPr lang="en-IN" dirty="0"/>
              <a:t>, alleluia, </a:t>
            </a:r>
          </a:p>
          <a:p>
            <a:r>
              <a:rPr lang="en-IN" dirty="0" err="1"/>
              <a:t>Allelu</a:t>
            </a:r>
            <a:r>
              <a:rPr lang="en-IN" dirty="0"/>
              <a:t>, alleluia praise the Lord.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90234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offer Him our praise, </a:t>
            </a:r>
          </a:p>
          <a:p>
            <a:r>
              <a:rPr lang="en-US" dirty="0"/>
              <a:t>let us sacrifice our lives </a:t>
            </a:r>
          </a:p>
          <a:p>
            <a:r>
              <a:rPr lang="en-US" dirty="0"/>
              <a:t>So that all the world may know of His love.</a:t>
            </a:r>
          </a:p>
          <a:p>
            <a:r>
              <a:rPr lang="en-US" dirty="0"/>
              <a:t>For the baby in the stall </a:t>
            </a:r>
          </a:p>
          <a:p>
            <a:r>
              <a:rPr lang="en-US" dirty="0"/>
              <a:t>Was a gift of God to all, </a:t>
            </a:r>
          </a:p>
          <a:p>
            <a:r>
              <a:rPr lang="en-US" dirty="0"/>
              <a:t>Thank you, Father, for your perfect gift of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97944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46 - At the cross her station keeping,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cross her station keeping,   </a:t>
            </a:r>
          </a:p>
          <a:p>
            <a:r>
              <a:rPr lang="en-US" dirty="0"/>
              <a:t>Stood the mournful mother weeping, </a:t>
            </a:r>
          </a:p>
          <a:p>
            <a:r>
              <a:rPr lang="en-US" dirty="0"/>
              <a:t>Close to Jesus to the last.</a:t>
            </a:r>
          </a:p>
          <a:p>
            <a:r>
              <a:rPr lang="en-US" dirty="0"/>
              <a:t>Through her heart his sorrow sharing,</a:t>
            </a:r>
          </a:p>
          <a:p>
            <a:r>
              <a:rPr lang="en-US" dirty="0"/>
              <a:t>All his bitter anguish bearing, </a:t>
            </a:r>
          </a:p>
          <a:p>
            <a:r>
              <a:rPr lang="en-US" dirty="0"/>
              <a:t>Now at length the sword has passed.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86089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the human heart refrain</a:t>
            </a:r>
          </a:p>
          <a:p>
            <a:r>
              <a:rPr lang="en-US" dirty="0"/>
              <a:t>From partaking in her pain, </a:t>
            </a:r>
          </a:p>
          <a:p>
            <a:r>
              <a:rPr lang="en-US" dirty="0"/>
              <a:t>In that mother’s pain untold?</a:t>
            </a:r>
          </a:p>
          <a:p>
            <a:r>
              <a:rPr lang="en-US" dirty="0"/>
              <a:t>Oh, how sad and sore distressed </a:t>
            </a:r>
          </a:p>
          <a:p>
            <a:r>
              <a:rPr lang="en-US" dirty="0"/>
              <a:t>Was that Mother highly blest </a:t>
            </a:r>
          </a:p>
          <a:p>
            <a:r>
              <a:rPr lang="en-US" dirty="0"/>
              <a:t>Of the sole-begotten One!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37250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 above in torment hangs </a:t>
            </a:r>
          </a:p>
          <a:p>
            <a:r>
              <a:rPr lang="en-US" dirty="0"/>
              <a:t>She beneath beholds the pangs </a:t>
            </a:r>
          </a:p>
          <a:p>
            <a:r>
              <a:rPr lang="en-US" dirty="0"/>
              <a:t>Of her dying glorious Son.</a:t>
            </a:r>
          </a:p>
          <a:p>
            <a:r>
              <a:rPr lang="en-US" dirty="0"/>
              <a:t>Is there one who would not weep </a:t>
            </a:r>
          </a:p>
          <a:p>
            <a:r>
              <a:rPr lang="en-US" dirty="0" err="1"/>
              <a:t>Whelm’d</a:t>
            </a:r>
            <a:r>
              <a:rPr lang="en-US" dirty="0"/>
              <a:t> in miseries so deep </a:t>
            </a:r>
          </a:p>
          <a:p>
            <a:r>
              <a:rPr lang="en-US" dirty="0"/>
              <a:t>Christ’s dear Mother to behold?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0020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47 - At the name of Jesus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name of Jesus, every knee shall bow;  </a:t>
            </a:r>
          </a:p>
          <a:p>
            <a:r>
              <a:rPr lang="en-US" dirty="0"/>
              <a:t>Every tongue confess him, king of glory now.</a:t>
            </a:r>
          </a:p>
          <a:p>
            <a:endParaRPr lang="en-US" dirty="0"/>
          </a:p>
          <a:p>
            <a:r>
              <a:rPr lang="en-US" dirty="0"/>
              <a:t>Though he was truly God, he became a slave,</a:t>
            </a:r>
          </a:p>
          <a:p>
            <a:r>
              <a:rPr lang="en-US" dirty="0"/>
              <a:t>And in this emptiness, all our sins did lave.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9687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name of Jesus, every knee shall bow;  </a:t>
            </a:r>
          </a:p>
          <a:p>
            <a:r>
              <a:rPr lang="en-US" dirty="0"/>
              <a:t>Every tongue confess him, king of glory now.</a:t>
            </a:r>
          </a:p>
          <a:p>
            <a:endParaRPr lang="en-US" dirty="0"/>
          </a:p>
          <a:p>
            <a:r>
              <a:rPr lang="en-US" dirty="0"/>
              <a:t>Obedient unto death, on the cross of pain, </a:t>
            </a:r>
          </a:p>
          <a:p>
            <a:r>
              <a:rPr lang="en-US" dirty="0"/>
              <a:t>He was exalted when He rose again.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37177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name of Jesus, every knee shall bow;  </a:t>
            </a:r>
          </a:p>
          <a:p>
            <a:r>
              <a:rPr lang="en-US" dirty="0"/>
              <a:t>Every tongue confess him, king of glory now.</a:t>
            </a:r>
          </a:p>
          <a:p>
            <a:endParaRPr lang="en-US" dirty="0"/>
          </a:p>
          <a:p>
            <a:r>
              <a:rPr lang="en-US" dirty="0"/>
              <a:t>It is God’s holy will, that we call Him Lord</a:t>
            </a:r>
          </a:p>
          <a:p>
            <a:r>
              <a:rPr lang="en-US" dirty="0"/>
              <a:t>Who is the First and Last, </a:t>
            </a:r>
          </a:p>
          <a:p>
            <a:r>
              <a:rPr lang="en-US" dirty="0"/>
              <a:t>and the mighty Word.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17135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name of Jesus, every knee shall bow;  </a:t>
            </a:r>
          </a:p>
          <a:p>
            <a:r>
              <a:rPr lang="en-US" dirty="0"/>
              <a:t>Every tongue confess him, king of glory now.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06405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48 - At this time of giving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this time of giving gladly now we bring  </a:t>
            </a:r>
          </a:p>
          <a:p>
            <a:r>
              <a:rPr lang="en-US" dirty="0"/>
              <a:t>Gifts that have been given by our God &amp; King.</a:t>
            </a:r>
          </a:p>
          <a:p>
            <a:endParaRPr lang="en-US" dirty="0"/>
          </a:p>
          <a:p>
            <a:r>
              <a:rPr lang="en-US" dirty="0"/>
              <a:t>Here is our bread of pain, </a:t>
            </a:r>
          </a:p>
          <a:p>
            <a:r>
              <a:rPr lang="en-US" dirty="0"/>
              <a:t>work of human hands</a:t>
            </a:r>
          </a:p>
          <a:p>
            <a:r>
              <a:rPr lang="en-US" dirty="0"/>
              <a:t>This is the bread of joy, we will share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65521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this time of giving gladly now we bring  </a:t>
            </a:r>
          </a:p>
          <a:p>
            <a:r>
              <a:rPr lang="en-US" dirty="0"/>
              <a:t>Gifts that have been given by our God &amp; King.</a:t>
            </a:r>
          </a:p>
          <a:p>
            <a:endParaRPr lang="en-US" dirty="0"/>
          </a:p>
          <a:p>
            <a:r>
              <a:rPr lang="en-US" dirty="0"/>
              <a:t>See, Lord, this joyous wine </a:t>
            </a:r>
          </a:p>
          <a:p>
            <a:r>
              <a:rPr lang="en-US" dirty="0"/>
              <a:t>harvested from earth, </a:t>
            </a:r>
          </a:p>
          <a:p>
            <a:r>
              <a:rPr lang="en-US" dirty="0"/>
              <a:t>This is our wine of love, ready for the feast.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37830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this time of giving gladly now we bring  </a:t>
            </a:r>
          </a:p>
          <a:p>
            <a:r>
              <a:rPr lang="en-US" dirty="0"/>
              <a:t>Gifts that have been given by our God &amp; King.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4205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49 - At your feet we fall, mighty risen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your feet we fall, mighty risen Lord,  </a:t>
            </a:r>
          </a:p>
          <a:p>
            <a:r>
              <a:rPr lang="en-US" dirty="0"/>
              <a:t>As we come before your throne </a:t>
            </a:r>
          </a:p>
          <a:p>
            <a:r>
              <a:rPr lang="en-US" dirty="0"/>
              <a:t>to worship you.</a:t>
            </a:r>
          </a:p>
          <a:p>
            <a:r>
              <a:rPr lang="en-US" dirty="0"/>
              <a:t>By your Spirit’s power you now touch our lives</a:t>
            </a:r>
          </a:p>
          <a:p>
            <a:r>
              <a:rPr lang="en-US" dirty="0"/>
              <a:t>And we hear your voice </a:t>
            </a:r>
          </a:p>
          <a:p>
            <a:r>
              <a:rPr lang="en-US" dirty="0"/>
              <a:t>that calms our every fear: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61765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 am He that </a:t>
            </a:r>
            <a:r>
              <a:rPr lang="en-US" b="1" dirty="0" err="1"/>
              <a:t>liveth</a:t>
            </a:r>
            <a:r>
              <a:rPr lang="en-US" b="1" dirty="0"/>
              <a:t>, that </a:t>
            </a:r>
            <a:r>
              <a:rPr lang="en-US" b="1" dirty="0" err="1"/>
              <a:t>liveth</a:t>
            </a:r>
            <a:r>
              <a:rPr lang="en-US" b="1" dirty="0"/>
              <a:t> and was dead:</a:t>
            </a:r>
          </a:p>
          <a:p>
            <a:r>
              <a:rPr lang="en-US" b="1" dirty="0"/>
              <a:t>Behold, I am alive for evermore</a:t>
            </a:r>
            <a:r>
              <a:rPr lang="en-US" dirty="0"/>
              <a:t>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46785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Like the shining sun in its noonday strength</a:t>
            </a:r>
          </a:p>
          <a:p>
            <a:r>
              <a:rPr lang="en-US" dirty="0"/>
              <a:t>We now feel the glory of your word proclaimed.</a:t>
            </a:r>
          </a:p>
          <a:p>
            <a:r>
              <a:rPr lang="en-US" dirty="0"/>
              <a:t>Once your face was marred, </a:t>
            </a:r>
          </a:p>
          <a:p>
            <a:r>
              <a:rPr lang="en-US" dirty="0"/>
              <a:t>now you’re glorified</a:t>
            </a:r>
          </a:p>
          <a:p>
            <a:r>
              <a:rPr lang="en-US" dirty="0"/>
              <a:t>And you reign within our hearts with </a:t>
            </a:r>
          </a:p>
          <a:p>
            <a:r>
              <a:rPr lang="en-US" dirty="0"/>
              <a:t>mighty power.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96170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 am He that </a:t>
            </a:r>
            <a:r>
              <a:rPr lang="en-US" b="1" dirty="0" err="1"/>
              <a:t>liveth</a:t>
            </a:r>
            <a:r>
              <a:rPr lang="en-US" b="1" dirty="0"/>
              <a:t>, that </a:t>
            </a:r>
            <a:r>
              <a:rPr lang="en-US" b="1" dirty="0" err="1"/>
              <a:t>liveth</a:t>
            </a:r>
            <a:r>
              <a:rPr lang="en-US" b="1" dirty="0"/>
              <a:t> and was dead:</a:t>
            </a:r>
          </a:p>
          <a:p>
            <a:r>
              <a:rPr lang="en-US" b="1" dirty="0"/>
              <a:t>Behold, I am alive for evermore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74345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50 - Ave Maria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Ave Maria, Gratia Plena  </a:t>
            </a:r>
          </a:p>
          <a:p>
            <a:r>
              <a:rPr lang="pt-BR" dirty="0"/>
              <a:t>Dominus tecum, benedicta tu.</a:t>
            </a:r>
          </a:p>
          <a:p>
            <a:r>
              <a:rPr lang="en-US" dirty="0"/>
              <a:t>As I kneel before you, </a:t>
            </a:r>
          </a:p>
          <a:p>
            <a:r>
              <a:rPr lang="en-US" dirty="0"/>
              <a:t>as I bow my head in prayer, </a:t>
            </a:r>
          </a:p>
          <a:p>
            <a:r>
              <a:rPr lang="en-US" dirty="0"/>
              <a:t>Take this day, make it yours and </a:t>
            </a:r>
          </a:p>
          <a:p>
            <a:r>
              <a:rPr lang="en-US" dirty="0"/>
              <a:t>fill me with your love.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63855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I kneel before you, </a:t>
            </a:r>
          </a:p>
          <a:p>
            <a:r>
              <a:rPr lang="en-US" dirty="0"/>
              <a:t>as I bow my head in prayer, </a:t>
            </a:r>
          </a:p>
          <a:p>
            <a:r>
              <a:rPr lang="en-US" dirty="0"/>
              <a:t>Take this day, make it yours and </a:t>
            </a:r>
          </a:p>
          <a:p>
            <a:r>
              <a:rPr lang="en-US" dirty="0"/>
              <a:t>fill me with your love.</a:t>
            </a:r>
          </a:p>
          <a:p>
            <a:r>
              <a:rPr lang="pt-BR" b="1" dirty="0"/>
              <a:t>Ave Maria, Gratia Plena  </a:t>
            </a:r>
          </a:p>
          <a:p>
            <a:r>
              <a:rPr lang="pt-BR" b="1" dirty="0"/>
              <a:t>Dominus tecum, benedicta tu.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98182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I have I give you, </a:t>
            </a:r>
          </a:p>
          <a:p>
            <a:r>
              <a:rPr lang="en-US" dirty="0"/>
              <a:t>every dream and wish are yours.</a:t>
            </a:r>
          </a:p>
          <a:p>
            <a:r>
              <a:rPr lang="en-US" dirty="0"/>
              <a:t>Mother of Christ, mother of mine, </a:t>
            </a:r>
          </a:p>
          <a:p>
            <a:r>
              <a:rPr lang="en-US" dirty="0"/>
              <a:t>present them to my Lord.</a:t>
            </a:r>
          </a:p>
          <a:p>
            <a:r>
              <a:rPr lang="pt-BR" b="1" dirty="0"/>
              <a:t>Ave Maria, Gratia Plena  </a:t>
            </a:r>
          </a:p>
          <a:p>
            <a:r>
              <a:rPr lang="pt-BR" b="1" dirty="0"/>
              <a:t>Dominus tecum, benedicta tu.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535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I kneel before you, </a:t>
            </a:r>
          </a:p>
          <a:p>
            <a:r>
              <a:rPr lang="en-US" dirty="0"/>
              <a:t>and I see your smiling face, </a:t>
            </a:r>
          </a:p>
          <a:p>
            <a:r>
              <a:rPr lang="en-US" dirty="0"/>
              <a:t>Every thought, every word is </a:t>
            </a:r>
          </a:p>
          <a:p>
            <a:r>
              <a:rPr lang="en-US" dirty="0"/>
              <a:t>lost in your embrace.</a:t>
            </a:r>
          </a:p>
          <a:p>
            <a:r>
              <a:rPr lang="pt-BR" b="1" dirty="0"/>
              <a:t>Ave Maria, Gratia Plena  </a:t>
            </a:r>
          </a:p>
          <a:p>
            <a:r>
              <a:rPr lang="pt-BR" b="1" dirty="0"/>
              <a:t>Dominus tecum, benedicta tu.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24359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622"/>
            <a:ext cx="10515600" cy="561202"/>
          </a:xfrm>
        </p:spPr>
        <p:txBody>
          <a:bodyPr>
            <a:noAutofit/>
          </a:bodyPr>
          <a:lstStyle/>
          <a:p>
            <a:r>
              <a:rPr lang="en-US" dirty="0"/>
              <a:t>51 - Awake from your slumber, arise from your sleep,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82339"/>
            <a:ext cx="11753537" cy="5548069"/>
          </a:xfrm>
        </p:spPr>
        <p:txBody>
          <a:bodyPr/>
          <a:lstStyle/>
          <a:p>
            <a:r>
              <a:rPr lang="en-US" dirty="0"/>
              <a:t>Awake from your slumber, </a:t>
            </a:r>
          </a:p>
          <a:p>
            <a:r>
              <a:rPr lang="en-US" dirty="0"/>
              <a:t>arise from your sleep, </a:t>
            </a:r>
          </a:p>
          <a:p>
            <a:r>
              <a:rPr lang="en-US" dirty="0"/>
              <a:t>A new day is dawning for all those who weep. </a:t>
            </a:r>
          </a:p>
          <a:p>
            <a:r>
              <a:rPr lang="en-US" dirty="0"/>
              <a:t>The people in darkness have seen a great light. </a:t>
            </a:r>
          </a:p>
          <a:p>
            <a:r>
              <a:rPr lang="en-US" dirty="0"/>
              <a:t>The Lord of our longing </a:t>
            </a:r>
          </a:p>
          <a:p>
            <a:r>
              <a:rPr lang="en-US" dirty="0"/>
              <a:t>has conquered the night.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91783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build the city of God. </a:t>
            </a:r>
          </a:p>
          <a:p>
            <a:r>
              <a:rPr lang="en-US" dirty="0"/>
              <a:t>May our tears be turned into dancing! </a:t>
            </a:r>
          </a:p>
          <a:p>
            <a:r>
              <a:rPr lang="en-US" dirty="0"/>
              <a:t>For the Lord, our light and our love, </a:t>
            </a:r>
          </a:p>
          <a:p>
            <a:r>
              <a:rPr lang="en-US" dirty="0"/>
              <a:t>Has turned the night into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1337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sons of the morning, </a:t>
            </a:r>
          </a:p>
          <a:p>
            <a:r>
              <a:rPr lang="en-US" dirty="0"/>
              <a:t>we are daughters of day, </a:t>
            </a:r>
          </a:p>
          <a:p>
            <a:r>
              <a:rPr lang="en-US" dirty="0"/>
              <a:t>The One who has loved us </a:t>
            </a:r>
          </a:p>
          <a:p>
            <a:r>
              <a:rPr lang="en-US" dirty="0"/>
              <a:t>has brightened our way.</a:t>
            </a:r>
          </a:p>
          <a:p>
            <a:r>
              <a:rPr lang="en-US" dirty="0"/>
              <a:t>The Lord of all kindness has called us to be </a:t>
            </a:r>
          </a:p>
          <a:p>
            <a:r>
              <a:rPr lang="en-US" dirty="0"/>
              <a:t>A light for his people to set their hearts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26370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build the city of God. </a:t>
            </a:r>
          </a:p>
          <a:p>
            <a:r>
              <a:rPr lang="en-US" dirty="0"/>
              <a:t>May our tears be turned into dancing! </a:t>
            </a:r>
          </a:p>
          <a:p>
            <a:r>
              <a:rPr lang="en-US" dirty="0"/>
              <a:t>For the Lord, our light and our love, </a:t>
            </a:r>
          </a:p>
          <a:p>
            <a:r>
              <a:rPr lang="en-US" dirty="0"/>
              <a:t>Has turned the night into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5346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is light, in Him there is no darkness. </a:t>
            </a:r>
          </a:p>
          <a:p>
            <a:r>
              <a:rPr lang="en-US" dirty="0"/>
              <a:t>Let us walk in His light, </a:t>
            </a:r>
          </a:p>
          <a:p>
            <a:r>
              <a:rPr lang="en-US" dirty="0"/>
              <a:t>His children, one and all. </a:t>
            </a:r>
          </a:p>
          <a:p>
            <a:r>
              <a:rPr lang="en-US" dirty="0"/>
              <a:t>O comfort my people, </a:t>
            </a:r>
          </a:p>
          <a:p>
            <a:r>
              <a:rPr lang="en-US" dirty="0"/>
              <a:t>make gentle your words.</a:t>
            </a:r>
          </a:p>
          <a:p>
            <a:r>
              <a:rPr lang="en-US" dirty="0"/>
              <a:t>Proclaim to my city the day of her birth.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11094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build the city of God. </a:t>
            </a:r>
          </a:p>
          <a:p>
            <a:r>
              <a:rPr lang="en-US" dirty="0"/>
              <a:t>May our tears be turned into dancing! </a:t>
            </a:r>
          </a:p>
          <a:p>
            <a:r>
              <a:rPr lang="en-US" dirty="0"/>
              <a:t>For the Lord, our light and our love, </a:t>
            </a:r>
          </a:p>
          <a:p>
            <a:r>
              <a:rPr lang="en-US" dirty="0"/>
              <a:t>Has turned the night into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56743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city of gladness, now lift up your voice! </a:t>
            </a:r>
          </a:p>
          <a:p>
            <a:r>
              <a:rPr lang="en-US" dirty="0"/>
              <a:t>Proclaim the good tidings that all may rejoice.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28056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build the city of God. </a:t>
            </a:r>
          </a:p>
          <a:p>
            <a:r>
              <a:rPr lang="en-US" dirty="0"/>
              <a:t>May our tears be turned into dancing! </a:t>
            </a:r>
          </a:p>
          <a:p>
            <a:r>
              <a:rPr lang="en-US" dirty="0"/>
              <a:t>For the Lord, our light and our love, </a:t>
            </a:r>
          </a:p>
          <a:p>
            <a:r>
              <a:rPr lang="en-US" dirty="0"/>
              <a:t>Has turned the night into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73616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52 - Away in a manger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Away in a manger, no crib for a bed,  </a:t>
            </a:r>
          </a:p>
          <a:p>
            <a:r>
              <a:rPr lang="en-US" dirty="0"/>
              <a:t>The little Lord Jesus laid down His sweet Head.</a:t>
            </a:r>
          </a:p>
          <a:p>
            <a:r>
              <a:rPr lang="en-US" dirty="0"/>
              <a:t>The stars in the bright sky looked down </a:t>
            </a:r>
          </a:p>
          <a:p>
            <a:r>
              <a:rPr lang="en-US" dirty="0"/>
              <a:t>where He lay,</a:t>
            </a:r>
          </a:p>
          <a:p>
            <a:r>
              <a:rPr lang="en-US" dirty="0"/>
              <a:t>The little Lord Jesus asleep on the hay.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88256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cattle are lowing, the Baby awakes,</a:t>
            </a:r>
          </a:p>
          <a:p>
            <a:r>
              <a:rPr lang="en-US" dirty="0"/>
              <a:t>But little Lord Jesus no crying He makes.</a:t>
            </a:r>
          </a:p>
          <a:p>
            <a:r>
              <a:rPr lang="en-US" dirty="0"/>
              <a:t>I love Thee, Lord Jesus! </a:t>
            </a:r>
          </a:p>
          <a:p>
            <a:r>
              <a:rPr lang="en-US" dirty="0"/>
              <a:t>Look down from the sky,</a:t>
            </a:r>
          </a:p>
          <a:p>
            <a:r>
              <a:rPr lang="en-US" dirty="0"/>
              <a:t>And stay by my cradle till morning is nigh.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5701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near me, Lord Jesus, I ask Thee to stay</a:t>
            </a:r>
          </a:p>
          <a:p>
            <a:r>
              <a:rPr lang="en-US" dirty="0"/>
              <a:t>Close by me forever and love me I pray.</a:t>
            </a:r>
          </a:p>
          <a:p>
            <a:r>
              <a:rPr lang="en-US" dirty="0"/>
              <a:t>Bless all the dear children in Thy tender care,</a:t>
            </a:r>
          </a:p>
          <a:p>
            <a:r>
              <a:rPr lang="en-US" dirty="0"/>
              <a:t>And fit us for heaven, to live with Thee there.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057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mother has wrapped you </a:t>
            </a:r>
          </a:p>
          <a:p>
            <a:r>
              <a:rPr lang="en-US" dirty="0"/>
              <a:t>in poor swaddling bands;</a:t>
            </a:r>
          </a:p>
          <a:p>
            <a:r>
              <a:rPr lang="en-US" dirty="0"/>
              <a:t>She wrapped you once more, </a:t>
            </a:r>
          </a:p>
          <a:p>
            <a:r>
              <a:rPr lang="en-US" dirty="0"/>
              <a:t>when you died at our hands.</a:t>
            </a:r>
          </a:p>
          <a:p>
            <a:r>
              <a:rPr lang="en-US" dirty="0"/>
              <a:t>You lie in the manger, no place in the inn,</a:t>
            </a:r>
          </a:p>
          <a:p>
            <a:r>
              <a:rPr lang="en-US" dirty="0"/>
              <a:t>As food for us sheep, as a healing for sin.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42908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53 - Be exalted,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exalted, O God above the heavens,</a:t>
            </a:r>
          </a:p>
          <a:p>
            <a:r>
              <a:rPr lang="en-US" dirty="0"/>
              <a:t>Let your glory be over all the earth. [2]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87613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will give thanks to you, </a:t>
            </a:r>
          </a:p>
          <a:p>
            <a:r>
              <a:rPr lang="en-US" dirty="0"/>
              <a:t>O Lord, among the people</a:t>
            </a:r>
          </a:p>
          <a:p>
            <a:r>
              <a:rPr lang="en-US" dirty="0"/>
              <a:t>I will sing praises to you </a:t>
            </a:r>
          </a:p>
          <a:p>
            <a:r>
              <a:rPr lang="en-US" dirty="0"/>
              <a:t>Among the nations,</a:t>
            </a:r>
          </a:p>
          <a:p>
            <a:r>
              <a:rPr lang="en-US" dirty="0"/>
              <a:t>For your steadfast love is great, </a:t>
            </a:r>
          </a:p>
          <a:p>
            <a:r>
              <a:rPr lang="en-US" dirty="0"/>
              <a:t>Is great to the heavens,</a:t>
            </a:r>
          </a:p>
          <a:p>
            <a:r>
              <a:rPr lang="en-US" dirty="0"/>
              <a:t>And your faithfulness, your faithfulness, </a:t>
            </a:r>
          </a:p>
          <a:p>
            <a:r>
              <a:rPr lang="en-US" dirty="0"/>
              <a:t>To the clouds.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63610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exalted, O God above the heavens,</a:t>
            </a:r>
          </a:p>
          <a:p>
            <a:r>
              <a:rPr lang="en-US" dirty="0"/>
              <a:t>Let your glory be over all the earth. [2]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74862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is good to thank you, Lord </a:t>
            </a:r>
          </a:p>
          <a:p>
            <a:r>
              <a:rPr lang="en-US" dirty="0"/>
              <a:t>And to praise your name with music,</a:t>
            </a:r>
          </a:p>
          <a:p>
            <a:r>
              <a:rPr lang="en-US" dirty="0"/>
              <a:t>To proclaim your love and mercy in the morning. </a:t>
            </a:r>
          </a:p>
          <a:p>
            <a:r>
              <a:rPr lang="en-US" dirty="0"/>
              <a:t>For your deeds have made me glad, </a:t>
            </a:r>
          </a:p>
          <a:p>
            <a:r>
              <a:rPr lang="en-US" dirty="0"/>
              <a:t>At your works I shout in triumph,</a:t>
            </a:r>
          </a:p>
          <a:p>
            <a:r>
              <a:rPr lang="en-US" dirty="0"/>
              <a:t>Lord, how wonderful and how </a:t>
            </a:r>
            <a:r>
              <a:rPr lang="en-US" dirty="0" err="1"/>
              <a:t>marvellous</a:t>
            </a:r>
            <a:r>
              <a:rPr lang="en-US" dirty="0"/>
              <a:t> </a:t>
            </a:r>
          </a:p>
          <a:p>
            <a:r>
              <a:rPr lang="en-US" dirty="0"/>
              <a:t>Are your designs.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623154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exalted, O God above the heavens,</a:t>
            </a:r>
          </a:p>
          <a:p>
            <a:r>
              <a:rPr lang="en-US" dirty="0"/>
              <a:t>Let your glory be over all the earth. [2]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244914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 your creatures thank you, Lord,</a:t>
            </a:r>
          </a:p>
          <a:p>
            <a:r>
              <a:rPr lang="en-US" dirty="0"/>
              <a:t>And your friends repeat their blessing,</a:t>
            </a:r>
          </a:p>
          <a:p>
            <a:r>
              <a:rPr lang="en-US" dirty="0"/>
              <a:t>Age to age proclaim your </a:t>
            </a:r>
            <a:r>
              <a:rPr lang="en-US" dirty="0" err="1"/>
              <a:t>splendour</a:t>
            </a:r>
            <a:r>
              <a:rPr lang="en-US" dirty="0"/>
              <a:t> and your glory</a:t>
            </a:r>
          </a:p>
          <a:p>
            <a:r>
              <a:rPr lang="en-US" dirty="0"/>
              <a:t>You are kind to us, O God, </a:t>
            </a:r>
          </a:p>
          <a:p>
            <a:r>
              <a:rPr lang="en-US" dirty="0"/>
              <a:t>Full of tender love and mercy,</a:t>
            </a:r>
          </a:p>
          <a:p>
            <a:r>
              <a:rPr lang="en-US" dirty="0"/>
              <a:t>And your graciousness and your constancy </a:t>
            </a:r>
          </a:p>
          <a:p>
            <a:r>
              <a:rPr lang="en-US" dirty="0"/>
              <a:t>Have no compare.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14676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exalted, O God above the heavens,</a:t>
            </a:r>
          </a:p>
          <a:p>
            <a:r>
              <a:rPr lang="en-US" dirty="0"/>
              <a:t>Let your glory be over all the earth. [2]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72730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54 - Be glad, O people of the earth!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6273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never forget you, O my people;</a:t>
            </a:r>
          </a:p>
          <a:p>
            <a:r>
              <a:rPr lang="en-US" dirty="0"/>
              <a:t>On the day of anguish I will answer you.</a:t>
            </a:r>
          </a:p>
          <a:p>
            <a:r>
              <a:rPr lang="en-US" dirty="0"/>
              <a:t>As you join in celebration,</a:t>
            </a:r>
          </a:p>
          <a:p>
            <a:r>
              <a:rPr lang="en-US" dirty="0"/>
              <a:t>My joy will move among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88590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25116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find a land to be your home.</a:t>
            </a:r>
          </a:p>
          <a:p>
            <a:r>
              <a:rPr lang="en-US" dirty="0"/>
              <a:t>Where sheep and cattle may freely roam,</a:t>
            </a:r>
          </a:p>
          <a:p>
            <a:r>
              <a:rPr lang="en-US" dirty="0"/>
              <a:t>Mountains from which springs</a:t>
            </a:r>
          </a:p>
          <a:p>
            <a:r>
              <a:rPr lang="en-US" dirty="0"/>
              <a:t>Shall flow with living water.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83314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63230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make your faith burn brightly,</a:t>
            </a:r>
          </a:p>
          <a:p>
            <a:r>
              <a:rPr lang="en-US" dirty="0"/>
              <a:t>So that others may find life’s fullness:</a:t>
            </a:r>
          </a:p>
          <a:p>
            <a:r>
              <a:rPr lang="en-US" dirty="0"/>
              <a:t>Freedom for all captives</a:t>
            </a:r>
          </a:p>
          <a:p>
            <a:r>
              <a:rPr lang="en-US" dirty="0"/>
              <a:t>And justice for all nations.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58121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75120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will the circle</a:t>
            </a:r>
          </a:p>
          <a:p>
            <a:r>
              <a:rPr lang="en-US" dirty="0"/>
              <a:t>Of your life, its pain and goodness</a:t>
            </a:r>
          </a:p>
          <a:p>
            <a:r>
              <a:rPr lang="en-US" dirty="0"/>
              <a:t>Be just for yourself;</a:t>
            </a:r>
          </a:p>
          <a:p>
            <a:r>
              <a:rPr lang="en-US" dirty="0"/>
              <a:t>Your gift to share will flower.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08190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5837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work for others’ freedom</a:t>
            </a:r>
          </a:p>
          <a:p>
            <a:r>
              <a:rPr lang="en-US" dirty="0"/>
              <a:t>With a seed of hope within you,</a:t>
            </a:r>
          </a:p>
          <a:p>
            <a:r>
              <a:rPr lang="en-US" dirty="0"/>
              <a:t>Hunger shall not harm you,</a:t>
            </a:r>
          </a:p>
          <a:p>
            <a:r>
              <a:rPr lang="en-US" dirty="0"/>
              <a:t>Nor thirst withdraw your courage.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85567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glad, O people of the earth!  </a:t>
            </a:r>
          </a:p>
          <a:p>
            <a:r>
              <a:rPr lang="en-US" dirty="0"/>
              <a:t>Lift up your heart with song and dance,</a:t>
            </a:r>
          </a:p>
          <a:p>
            <a:r>
              <a:rPr lang="en-US" dirty="0"/>
              <a:t>For I am with you, yes, within you, for ever;</a:t>
            </a:r>
          </a:p>
          <a:p>
            <a:r>
              <a:rPr lang="en-US" dirty="0"/>
              <a:t>You are the heart of my heart.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70553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55 - Be not afraid!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not afraid! I go before you always. </a:t>
            </a:r>
          </a:p>
          <a:p>
            <a:r>
              <a:rPr lang="en-US" dirty="0"/>
              <a:t>Come, follow me and I will give you rest.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96328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shall cross the barren desert,</a:t>
            </a:r>
          </a:p>
          <a:p>
            <a:r>
              <a:rPr lang="en-US" dirty="0"/>
              <a:t>But you shall not die of thirst.</a:t>
            </a:r>
          </a:p>
          <a:p>
            <a:r>
              <a:rPr lang="en-US" dirty="0"/>
              <a:t>You shall wander far in safety</a:t>
            </a:r>
          </a:p>
          <a:p>
            <a:r>
              <a:rPr lang="en-US" dirty="0"/>
              <a:t>Though you do not know the way.</a:t>
            </a:r>
          </a:p>
          <a:p>
            <a:r>
              <a:rPr lang="en-US" dirty="0"/>
              <a:t>You shall speak your words to foreign people</a:t>
            </a:r>
          </a:p>
          <a:p>
            <a:r>
              <a:rPr lang="en-US" dirty="0"/>
              <a:t>And they will understand.</a:t>
            </a:r>
          </a:p>
          <a:p>
            <a:r>
              <a:rPr lang="en-US" dirty="0"/>
              <a:t>You shall see the face of God  and live.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57359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you pass through raging waters</a:t>
            </a:r>
          </a:p>
          <a:p>
            <a:r>
              <a:rPr lang="en-US" dirty="0"/>
              <a:t>In the sea you shall not drown.</a:t>
            </a:r>
          </a:p>
          <a:p>
            <a:r>
              <a:rPr lang="en-US" dirty="0"/>
              <a:t>If you walk amid the burning flames,</a:t>
            </a:r>
          </a:p>
          <a:p>
            <a:r>
              <a:rPr lang="en-US" dirty="0"/>
              <a:t>You shall not be harmed.</a:t>
            </a:r>
          </a:p>
          <a:p>
            <a:r>
              <a:rPr lang="en-US" dirty="0"/>
              <a:t>If you stand before the </a:t>
            </a:r>
            <a:r>
              <a:rPr lang="en-US" dirty="0" err="1"/>
              <a:t>pow’r</a:t>
            </a:r>
            <a:r>
              <a:rPr lang="en-US" dirty="0"/>
              <a:t> of hell</a:t>
            </a:r>
          </a:p>
          <a:p>
            <a:r>
              <a:rPr lang="en-US" dirty="0"/>
              <a:t>And death is at your side,</a:t>
            </a:r>
          </a:p>
          <a:p>
            <a:r>
              <a:rPr lang="en-US" dirty="0"/>
              <a:t>Know that I am with you through it all!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50313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Blessed are the poor,</a:t>
            </a:r>
          </a:p>
          <a:p>
            <a:r>
              <a:rPr lang="en-US" dirty="0"/>
              <a:t>For the kingdom shall be theirs.</a:t>
            </a:r>
          </a:p>
          <a:p>
            <a:r>
              <a:rPr lang="en-US" dirty="0"/>
              <a:t>Blest are you that weep and mourn,</a:t>
            </a:r>
          </a:p>
          <a:p>
            <a:r>
              <a:rPr lang="en-US" dirty="0"/>
              <a:t>For one day you shall laugh.</a:t>
            </a:r>
          </a:p>
          <a:p>
            <a:r>
              <a:rPr lang="en-US" dirty="0"/>
              <a:t>And if wicked ones insult</a:t>
            </a:r>
          </a:p>
          <a:p>
            <a:r>
              <a:rPr lang="en-US" dirty="0"/>
              <a:t>And hate you all because of Me,</a:t>
            </a:r>
          </a:p>
          <a:p>
            <a:r>
              <a:rPr lang="en-US" dirty="0"/>
              <a:t>Blessed, blessed are you!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63876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56 - Be still and know that I am God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 still and know that I am God. [3]</a:t>
            </a:r>
          </a:p>
          <a:p>
            <a:endParaRPr lang="en-US" dirty="0"/>
          </a:p>
          <a:p>
            <a:r>
              <a:rPr lang="en-US" dirty="0"/>
              <a:t>I am the Lord that </a:t>
            </a:r>
            <a:r>
              <a:rPr lang="en-US" dirty="0" err="1"/>
              <a:t>healeth</a:t>
            </a:r>
            <a:r>
              <a:rPr lang="en-US" dirty="0"/>
              <a:t> thee. [3]</a:t>
            </a:r>
          </a:p>
          <a:p>
            <a:endParaRPr lang="en-US" dirty="0"/>
          </a:p>
          <a:p>
            <a:r>
              <a:rPr lang="en-US" dirty="0"/>
              <a:t>In Thee, O Lord, I put my trust. [3]</a:t>
            </a:r>
            <a:endParaRPr lang="en-IN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45492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57 - Be Thou my vision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Thou my vision, O Lord of my heart   </a:t>
            </a:r>
          </a:p>
          <a:p>
            <a:r>
              <a:rPr lang="en-US" dirty="0"/>
              <a:t>Naught is all else to me save that Thou art; </a:t>
            </a:r>
          </a:p>
          <a:p>
            <a:r>
              <a:rPr lang="en-US" dirty="0"/>
              <a:t>Thou my best thought by day and by night, </a:t>
            </a:r>
          </a:p>
          <a:p>
            <a:r>
              <a:rPr lang="en-US" dirty="0"/>
              <a:t>Waking or sleeping, thy presence my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9510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Thou my wisdom, Thou my true Word,</a:t>
            </a:r>
          </a:p>
          <a:p>
            <a:r>
              <a:rPr lang="en-US" dirty="0"/>
              <a:t>I ever with thee, Thou with me, Lord; </a:t>
            </a:r>
          </a:p>
          <a:p>
            <a:r>
              <a:rPr lang="en-US" dirty="0"/>
              <a:t>Thou my great Father, I thy true son: </a:t>
            </a:r>
          </a:p>
          <a:p>
            <a:r>
              <a:rPr lang="en-US" dirty="0"/>
              <a:t>Thou in me dwelling, I with thee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86555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Thou my battle-shield, sword for the fight </a:t>
            </a:r>
          </a:p>
          <a:p>
            <a:r>
              <a:rPr lang="en-US" dirty="0"/>
              <a:t>Be Thou my dignity, Thou my delight </a:t>
            </a:r>
          </a:p>
          <a:p>
            <a:r>
              <a:rPr lang="en-US" dirty="0"/>
              <a:t>Thou my soul’s shelter, Thou my high tower </a:t>
            </a:r>
          </a:p>
          <a:p>
            <a:r>
              <a:rPr lang="en-US" dirty="0"/>
              <a:t>Raise Thou me heavenward, </a:t>
            </a:r>
          </a:p>
          <a:p>
            <a:r>
              <a:rPr lang="en-US" dirty="0"/>
              <a:t>power of my power.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13771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Riches I need not nor human praise </a:t>
            </a:r>
          </a:p>
          <a:p>
            <a:r>
              <a:rPr lang="en-US" dirty="0"/>
              <a:t>Thou my inheritance, through all my days. </a:t>
            </a:r>
          </a:p>
          <a:p>
            <a:r>
              <a:rPr lang="en-US" dirty="0"/>
              <a:t>Thou and Thou only first in my heart, </a:t>
            </a:r>
          </a:p>
          <a:p>
            <a:r>
              <a:rPr lang="en-US" dirty="0"/>
              <a:t>High King of heaven, my treasure Thou 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18535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705"/>
            <a:ext cx="10515600" cy="561202"/>
          </a:xfrm>
        </p:spPr>
        <p:txBody>
          <a:bodyPr>
            <a:noAutofit/>
          </a:bodyPr>
          <a:lstStyle/>
          <a:p>
            <a:r>
              <a:rPr lang="en-US" dirty="0"/>
              <a:t>58 - Beginning today my mornings </a:t>
            </a:r>
            <a:br>
              <a:rPr lang="en-US" dirty="0"/>
            </a:br>
            <a:r>
              <a:rPr lang="en-US" dirty="0"/>
              <a:t>are yours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064622"/>
            <a:ext cx="11753537" cy="554806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Beginning today my mornings are yours,   </a:t>
            </a:r>
          </a:p>
          <a:p>
            <a:r>
              <a:rPr lang="en-US" dirty="0"/>
              <a:t>The hopes that dawn in their light. </a:t>
            </a:r>
          </a:p>
          <a:p>
            <a:r>
              <a:rPr lang="en-US" dirty="0"/>
              <a:t>Beginning today my evenings and dreams: </a:t>
            </a:r>
          </a:p>
          <a:p>
            <a:r>
              <a:rPr lang="en-US" dirty="0"/>
              <a:t>My gift to you is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37763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always remember the time </a:t>
            </a:r>
          </a:p>
          <a:p>
            <a:r>
              <a:rPr lang="en-US" dirty="0"/>
              <a:t>you first called me</a:t>
            </a:r>
          </a:p>
          <a:p>
            <a:r>
              <a:rPr lang="en-US" dirty="0"/>
              <a:t>Out of my empty sleep</a:t>
            </a:r>
          </a:p>
          <a:p>
            <a:r>
              <a:rPr lang="en-US" dirty="0"/>
              <a:t>To waken in me the hope of a new day:</a:t>
            </a:r>
          </a:p>
          <a:p>
            <a:r>
              <a:rPr lang="en-US" dirty="0"/>
              <a:t>The love I wanted to seek.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07121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Beginning today my mornings are yours,   </a:t>
            </a:r>
          </a:p>
          <a:p>
            <a:r>
              <a:rPr lang="en-US" dirty="0"/>
              <a:t>The hopes that dawn in their light. </a:t>
            </a:r>
          </a:p>
          <a:p>
            <a:r>
              <a:rPr lang="en-US" dirty="0"/>
              <a:t>Beginning today my evenings and dreams: </a:t>
            </a:r>
          </a:p>
          <a:p>
            <a:r>
              <a:rPr lang="en-US" dirty="0"/>
              <a:t>My gift to you is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06309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gave me your life, Lord, </a:t>
            </a:r>
          </a:p>
          <a:p>
            <a:r>
              <a:rPr lang="en-US" dirty="0"/>
              <a:t>as sign of the springtime </a:t>
            </a:r>
          </a:p>
          <a:p>
            <a:r>
              <a:rPr lang="en-US" dirty="0"/>
              <a:t>Beginning in me each day.</a:t>
            </a:r>
          </a:p>
          <a:p>
            <a:r>
              <a:rPr lang="en-US" dirty="0"/>
              <a:t>You made me a person </a:t>
            </a:r>
          </a:p>
          <a:p>
            <a:r>
              <a:rPr lang="en-US" dirty="0"/>
              <a:t>with wonder and love, Lord, </a:t>
            </a:r>
          </a:p>
          <a:p>
            <a:r>
              <a:rPr lang="en-US" dirty="0"/>
              <a:t>To newly discover your 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87115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Beginning today my mornings are yours,   </a:t>
            </a:r>
          </a:p>
          <a:p>
            <a:r>
              <a:rPr lang="en-US" dirty="0"/>
              <a:t>The hopes that dawn in their light. </a:t>
            </a:r>
          </a:p>
          <a:p>
            <a:r>
              <a:rPr lang="en-US" dirty="0"/>
              <a:t>Beginning today my evenings and dreams: </a:t>
            </a:r>
          </a:p>
          <a:p>
            <a:r>
              <a:rPr lang="en-US" dirty="0"/>
              <a:t>My gift to you is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96030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promise this day I will sing for the world, </a:t>
            </a:r>
          </a:p>
          <a:p>
            <a:r>
              <a:rPr lang="en-US" dirty="0"/>
              <a:t>The song we begin to share. </a:t>
            </a:r>
          </a:p>
          <a:p>
            <a:r>
              <a:rPr lang="en-US" dirty="0"/>
              <a:t>To fill up tomorrow </a:t>
            </a:r>
          </a:p>
          <a:p>
            <a:r>
              <a:rPr lang="en-US" dirty="0"/>
              <a:t>with sounds of our love, Lord, </a:t>
            </a:r>
          </a:p>
          <a:p>
            <a:r>
              <a:rPr lang="en-US" dirty="0"/>
              <a:t>The hopes and dreams that we bear.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90350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Beginning today my mornings are yours,   </a:t>
            </a:r>
          </a:p>
          <a:p>
            <a:r>
              <a:rPr lang="en-US" dirty="0"/>
              <a:t>The hopes that dawn in their light. </a:t>
            </a:r>
          </a:p>
          <a:p>
            <a:r>
              <a:rPr lang="en-US" dirty="0"/>
              <a:t>Beginning today my evenings and dreams: </a:t>
            </a:r>
          </a:p>
          <a:p>
            <a:r>
              <a:rPr lang="en-US" dirty="0"/>
              <a:t>My gift to you is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08891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59 - Behold, behold the wood of the cross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which hung the </a:t>
            </a:r>
            <a:r>
              <a:rPr lang="en-US" dirty="0" err="1"/>
              <a:t>saviour</a:t>
            </a:r>
            <a:r>
              <a:rPr lang="en-US" dirty="0"/>
              <a:t> of the World.</a:t>
            </a:r>
          </a:p>
          <a:p>
            <a:r>
              <a:rPr lang="en-US" dirty="0"/>
              <a:t>O come, O come and worship Lord, </a:t>
            </a:r>
          </a:p>
          <a:p>
            <a:r>
              <a:rPr lang="en-US" dirty="0"/>
              <a:t>O Come, let us worship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89042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60 - Behold the wood of the cross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which our </a:t>
            </a:r>
            <a:r>
              <a:rPr lang="en-US" dirty="0" err="1"/>
              <a:t>saviour</a:t>
            </a:r>
            <a:r>
              <a:rPr lang="en-US" dirty="0"/>
              <a:t> died for us.</a:t>
            </a:r>
          </a:p>
          <a:p>
            <a:r>
              <a:rPr lang="en-US" dirty="0"/>
              <a:t>O come, let us adore him. 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8101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61 - Bestir thy power and come,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Bestir thy power and come, Lord,  </a:t>
            </a:r>
          </a:p>
          <a:p>
            <a:r>
              <a:rPr lang="en-US" dirty="0"/>
              <a:t>To save our sin-laden race, </a:t>
            </a:r>
          </a:p>
          <a:p>
            <a:r>
              <a:rPr lang="en-US" dirty="0"/>
              <a:t>Reveal Thy bounty and goodness, </a:t>
            </a:r>
          </a:p>
          <a:p>
            <a:r>
              <a:rPr lang="en-US" dirty="0"/>
              <a:t>Diffuse Thy </a:t>
            </a:r>
            <a:r>
              <a:rPr lang="en-US" dirty="0" err="1"/>
              <a:t>splendour</a:t>
            </a:r>
            <a:r>
              <a:rPr lang="en-US" dirty="0"/>
              <a:t> and grace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38203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your eyes to the hill.</a:t>
            </a:r>
          </a:p>
          <a:p>
            <a:r>
              <a:rPr lang="en-US" dirty="0"/>
              <a:t>Seek the </a:t>
            </a:r>
            <a:r>
              <a:rPr lang="en-US" dirty="0" err="1"/>
              <a:t>Saviour</a:t>
            </a:r>
            <a:r>
              <a:rPr lang="en-US" dirty="0"/>
              <a:t> until he appears. </a:t>
            </a:r>
          </a:p>
          <a:p>
            <a:r>
              <a:rPr lang="en-US" dirty="0"/>
              <a:t>It is God who comes to our aid, </a:t>
            </a:r>
          </a:p>
          <a:p>
            <a:r>
              <a:rPr lang="en-US" dirty="0"/>
              <a:t>God incarnate our ransom has paid.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0534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Bestir thy power and come, Lord,  </a:t>
            </a:r>
          </a:p>
          <a:p>
            <a:r>
              <a:rPr lang="en-US" dirty="0"/>
              <a:t>To save our sin-laden race, </a:t>
            </a:r>
          </a:p>
          <a:p>
            <a:r>
              <a:rPr lang="en-US" dirty="0"/>
              <a:t>Reveal Thy bounty and goodness, </a:t>
            </a:r>
          </a:p>
          <a:p>
            <a:r>
              <a:rPr lang="en-US" dirty="0"/>
              <a:t>Diffuse Thy </a:t>
            </a:r>
            <a:r>
              <a:rPr lang="en-US" dirty="0" err="1"/>
              <a:t>splendour</a:t>
            </a:r>
            <a:r>
              <a:rPr lang="en-US" dirty="0"/>
              <a:t> and grace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96685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Lord comes release,</a:t>
            </a:r>
          </a:p>
          <a:p>
            <a:r>
              <a:rPr lang="en-US" dirty="0"/>
              <a:t>He makes evil to cease all around, </a:t>
            </a:r>
          </a:p>
          <a:p>
            <a:r>
              <a:rPr lang="en-US" dirty="0"/>
              <a:t>Night and day he guards us from harm; </a:t>
            </a:r>
          </a:p>
          <a:p>
            <a:r>
              <a:rPr lang="en-US" dirty="0"/>
              <a:t>We depend on the strength of His arm.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49737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Bestir thy power and come, Lord,  </a:t>
            </a:r>
          </a:p>
          <a:p>
            <a:r>
              <a:rPr lang="en-US" dirty="0"/>
              <a:t>To save our sin-laden race, </a:t>
            </a:r>
          </a:p>
          <a:p>
            <a:r>
              <a:rPr lang="en-US" dirty="0"/>
              <a:t>Reveal Thy bounty and goodness, </a:t>
            </a:r>
          </a:p>
          <a:p>
            <a:r>
              <a:rPr lang="en-US" dirty="0"/>
              <a:t>Diffuse Thy </a:t>
            </a:r>
            <a:r>
              <a:rPr lang="en-US" dirty="0" err="1"/>
              <a:t>splendour</a:t>
            </a:r>
            <a:r>
              <a:rPr lang="en-US" dirty="0"/>
              <a:t> and grace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463460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 Redeemer and Lord,</a:t>
            </a:r>
          </a:p>
          <a:p>
            <a:r>
              <a:rPr lang="en-US" dirty="0"/>
              <a:t>Spread thy peace and concord on the earth. </a:t>
            </a:r>
          </a:p>
          <a:p>
            <a:r>
              <a:rPr lang="en-US" dirty="0"/>
              <a:t>For Thy second coming we yearn;</a:t>
            </a:r>
          </a:p>
          <a:p>
            <a:r>
              <a:rPr lang="en-US" dirty="0"/>
              <a:t>From our bondage of sin we will turn.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76977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Bestir thy power and come, Lord,  </a:t>
            </a:r>
          </a:p>
          <a:p>
            <a:r>
              <a:rPr lang="en-US" dirty="0"/>
              <a:t>To save our sin-laden race, </a:t>
            </a:r>
          </a:p>
          <a:p>
            <a:r>
              <a:rPr lang="en-US" dirty="0"/>
              <a:t>Reveal Thy bounty and goodness, </a:t>
            </a:r>
          </a:p>
          <a:p>
            <a:r>
              <a:rPr lang="en-US" dirty="0"/>
              <a:t>Diffuse Thy </a:t>
            </a:r>
            <a:r>
              <a:rPr lang="en-US" dirty="0" err="1"/>
              <a:t>splendour</a:t>
            </a:r>
            <a:r>
              <a:rPr lang="en-US" dirty="0"/>
              <a:t> and grace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52817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our God let us raise</a:t>
            </a:r>
          </a:p>
          <a:p>
            <a:r>
              <a:rPr lang="en-US" dirty="0"/>
              <a:t>Our glad voices in praise and esteem, </a:t>
            </a:r>
          </a:p>
          <a:p>
            <a:r>
              <a:rPr lang="en-US" dirty="0"/>
              <a:t>Render thanks and bless Him in song </a:t>
            </a:r>
          </a:p>
          <a:p>
            <a:r>
              <a:rPr lang="en-US" dirty="0"/>
              <a:t>To Him glory and honour belong.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43214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Bestir thy power and come, Lord,  </a:t>
            </a:r>
          </a:p>
          <a:p>
            <a:r>
              <a:rPr lang="en-US" dirty="0"/>
              <a:t>To save our sin-laden race, </a:t>
            </a:r>
          </a:p>
          <a:p>
            <a:r>
              <a:rPr lang="en-US" dirty="0"/>
              <a:t>Reveal Thy bounty and goodness, </a:t>
            </a:r>
          </a:p>
          <a:p>
            <a:r>
              <a:rPr lang="en-US" dirty="0"/>
              <a:t>Diffuse Thy </a:t>
            </a:r>
            <a:r>
              <a:rPr lang="en-US" dirty="0" err="1"/>
              <a:t>splendour</a:t>
            </a:r>
            <a:r>
              <a:rPr lang="en-US" dirty="0"/>
              <a:t> and grace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890005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62 - Bind us together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us together, Lord, bind us together   </a:t>
            </a:r>
          </a:p>
          <a:p>
            <a:r>
              <a:rPr lang="en-US" dirty="0"/>
              <a:t>With cords that cannot be broken.</a:t>
            </a:r>
          </a:p>
          <a:p>
            <a:r>
              <a:rPr lang="en-US" dirty="0"/>
              <a:t>Bind us together, Lord, bind us together, Lord,</a:t>
            </a:r>
          </a:p>
          <a:p>
            <a:r>
              <a:rPr lang="en-US" dirty="0"/>
              <a:t>Bind us together with love.</a:t>
            </a:r>
          </a:p>
          <a:p>
            <a:r>
              <a:rPr lang="en-US" dirty="0"/>
              <a:t>There is only one God, there is only one King, </a:t>
            </a:r>
          </a:p>
          <a:p>
            <a:r>
              <a:rPr lang="en-US" dirty="0"/>
              <a:t>There is only one Body, that is why we sing: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24944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us together, Lord, bind us together   </a:t>
            </a:r>
          </a:p>
          <a:p>
            <a:r>
              <a:rPr lang="en-US" dirty="0"/>
              <a:t>With cords that cannot be broken.</a:t>
            </a:r>
          </a:p>
          <a:p>
            <a:r>
              <a:rPr lang="en-US" dirty="0"/>
              <a:t>Bind us together, Lord, bind us together, Lord,</a:t>
            </a:r>
          </a:p>
          <a:p>
            <a:r>
              <a:rPr lang="en-US" dirty="0"/>
              <a:t>Bind us together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2646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there are many branches, </a:t>
            </a:r>
          </a:p>
          <a:p>
            <a:r>
              <a:rPr lang="en-US" dirty="0"/>
              <a:t>there is only one vine, </a:t>
            </a:r>
          </a:p>
          <a:p>
            <a:r>
              <a:rPr lang="en-US" dirty="0"/>
              <a:t>We are one in Christ Jesus, </a:t>
            </a:r>
          </a:p>
          <a:p>
            <a:r>
              <a:rPr lang="en-US" dirty="0"/>
              <a:t>that is why we sing: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96747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us together, Lord, bind us together   </a:t>
            </a:r>
          </a:p>
          <a:p>
            <a:r>
              <a:rPr lang="en-US" dirty="0"/>
              <a:t>With cords that cannot be broken.</a:t>
            </a:r>
          </a:p>
          <a:p>
            <a:r>
              <a:rPr lang="en-US" dirty="0"/>
              <a:t>Bind us together, Lord, bind us together, Lord,</a:t>
            </a:r>
          </a:p>
          <a:p>
            <a:r>
              <a:rPr lang="en-US" dirty="0"/>
              <a:t>Bind us together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61741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with Christ in his death, </a:t>
            </a:r>
          </a:p>
          <a:p>
            <a:r>
              <a:rPr lang="en-US" dirty="0"/>
              <a:t>that, as one, we might rise.</a:t>
            </a:r>
          </a:p>
          <a:p>
            <a:r>
              <a:rPr lang="en-US" dirty="0"/>
              <a:t>So we are but one people, </a:t>
            </a:r>
          </a:p>
          <a:p>
            <a:r>
              <a:rPr lang="en-US" dirty="0"/>
              <a:t>that is why we sing: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63921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us together, Lord, bind us together   </a:t>
            </a:r>
          </a:p>
          <a:p>
            <a:r>
              <a:rPr lang="en-US" dirty="0"/>
              <a:t>With cords that cannot be broken.</a:t>
            </a:r>
          </a:p>
          <a:p>
            <a:r>
              <a:rPr lang="en-US" dirty="0"/>
              <a:t>Bind us together, Lord, bind us together, Lord,</a:t>
            </a:r>
          </a:p>
          <a:p>
            <a:r>
              <a:rPr lang="en-US" dirty="0"/>
              <a:t>Bind us together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41218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only one table, </a:t>
            </a:r>
          </a:p>
          <a:p>
            <a:r>
              <a:rPr lang="en-US" dirty="0"/>
              <a:t>Christ alone is our host. </a:t>
            </a:r>
          </a:p>
          <a:p>
            <a:r>
              <a:rPr lang="en-US" dirty="0"/>
              <a:t>He invites us together, </a:t>
            </a:r>
          </a:p>
          <a:p>
            <a:r>
              <a:rPr lang="en-US" dirty="0"/>
              <a:t>that is why we sing: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40317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19052"/>
            <a:ext cx="11753537" cy="5548069"/>
          </a:xfrm>
        </p:spPr>
        <p:txBody>
          <a:bodyPr/>
          <a:lstStyle/>
          <a:p>
            <a:r>
              <a:rPr lang="en-US" dirty="0"/>
              <a:t>Bind us together, Lord, bind us together   </a:t>
            </a:r>
          </a:p>
          <a:p>
            <a:r>
              <a:rPr lang="en-US" dirty="0"/>
              <a:t>With cords that cannot be broken.</a:t>
            </a:r>
          </a:p>
          <a:p>
            <a:r>
              <a:rPr lang="en-US" dirty="0"/>
              <a:t>Bind us together, Lord, bind us together, Lord,</a:t>
            </a:r>
          </a:p>
          <a:p>
            <a:r>
              <a:rPr lang="en-US" dirty="0"/>
              <a:t>Bind us together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546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63 - Bless the Lord, Oh my soul,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 the Lord, Oh my soul,   </a:t>
            </a:r>
          </a:p>
          <a:p>
            <a:r>
              <a:rPr lang="en-US" dirty="0"/>
              <a:t>Bless the Lord, Oh my soul, </a:t>
            </a:r>
          </a:p>
          <a:p>
            <a:r>
              <a:rPr lang="en-US" dirty="0"/>
              <a:t>And all that is within me, </a:t>
            </a:r>
          </a:p>
          <a:p>
            <a:r>
              <a:rPr lang="en-US" dirty="0"/>
              <a:t>Bless His holy name.</a:t>
            </a:r>
          </a:p>
          <a:p>
            <a:endParaRPr lang="en-US" dirty="0"/>
          </a:p>
          <a:p>
            <a:r>
              <a:rPr lang="en-US" dirty="0"/>
              <a:t>Praise the Lord... 	Love the Lord...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31049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64 - Blessed are they who are poor in spirit,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they who are poor in spirit,   </a:t>
            </a:r>
          </a:p>
          <a:p>
            <a:r>
              <a:rPr lang="en-US" dirty="0"/>
              <a:t>Theirs is the Kingdom of God.</a:t>
            </a:r>
          </a:p>
          <a:p>
            <a:r>
              <a:rPr lang="en-US" dirty="0"/>
              <a:t>Bless us, O Lord, make us poor in spirit; </a:t>
            </a:r>
          </a:p>
          <a:p>
            <a:r>
              <a:rPr lang="en-US" dirty="0"/>
              <a:t>Bless us, O Lord, our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26117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21388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they who are meek and humble, </a:t>
            </a:r>
          </a:p>
          <a:p>
            <a:r>
              <a:rPr lang="en-US" dirty="0"/>
              <a:t>They will inherit the earth. </a:t>
            </a:r>
          </a:p>
          <a:p>
            <a:r>
              <a:rPr lang="en-US" dirty="0"/>
              <a:t>Bless us, O Lord, make us meek and humble, 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64183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36717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they who will mourn in sorrow. </a:t>
            </a:r>
          </a:p>
          <a:p>
            <a:r>
              <a:rPr lang="en-US" dirty="0"/>
              <a:t>They will be comforted.</a:t>
            </a:r>
          </a:p>
          <a:p>
            <a:r>
              <a:rPr lang="en-US" dirty="0"/>
              <a:t>Bless us, O Lord, when we share their sorrow,</a:t>
            </a:r>
          </a:p>
          <a:p>
            <a:r>
              <a:rPr lang="en-US" dirty="0"/>
              <a:t>Bless us, O Lord, our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728615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596815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those who hunger and thirst for justice. </a:t>
            </a:r>
          </a:p>
          <a:p>
            <a:r>
              <a:rPr lang="en-US" dirty="0"/>
              <a:t>They will be satisfied. </a:t>
            </a:r>
          </a:p>
          <a:p>
            <a:r>
              <a:rPr lang="en-US" dirty="0"/>
              <a:t>Bless us, O Lord, hear our cry for justice,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07510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</a:t>
            </a:r>
            <a:r>
              <a:rPr lang="en-US" b="1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91999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they who show others mercy, </a:t>
            </a:r>
          </a:p>
          <a:p>
            <a:r>
              <a:rPr lang="en-US" dirty="0"/>
              <a:t>They will know mercy too! </a:t>
            </a:r>
          </a:p>
          <a:p>
            <a:r>
              <a:rPr lang="en-US" dirty="0"/>
              <a:t>Bless us, O Lord, hear our cry for mercy,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456772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4461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the hearts that are clean and holy, </a:t>
            </a:r>
          </a:p>
          <a:p>
            <a:r>
              <a:rPr lang="en-US" dirty="0"/>
              <a:t>They will behold the Lord! </a:t>
            </a:r>
          </a:p>
          <a:p>
            <a:r>
              <a:rPr lang="en-US" dirty="0"/>
              <a:t>Bless us, O Lord, make us pure and holy,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88996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62895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they who bring peace among you, </a:t>
            </a:r>
          </a:p>
          <a:p>
            <a:r>
              <a:rPr lang="en-US" dirty="0"/>
              <a:t>They are the children of God! </a:t>
            </a:r>
          </a:p>
          <a:p>
            <a:r>
              <a:rPr lang="en-US" dirty="0"/>
              <a:t>Bless us, O Lord, may your peace be with us,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93590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09162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those who suffer from persecution, </a:t>
            </a:r>
          </a:p>
          <a:p>
            <a:r>
              <a:rPr lang="en-US" dirty="0"/>
              <a:t>Theirs is the Kingdom of God. </a:t>
            </a:r>
          </a:p>
          <a:p>
            <a:r>
              <a:rPr lang="en-US" dirty="0"/>
              <a:t>Bless us, O Lord, when they persecute us, </a:t>
            </a:r>
          </a:p>
          <a:p>
            <a:r>
              <a:rPr lang="en-US" dirty="0"/>
              <a:t>Bless us, O Lord,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1331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light of the world.</a:t>
            </a:r>
          </a:p>
          <a:p>
            <a:r>
              <a:rPr lang="en-US" dirty="0"/>
              <a:t>May our light shine before all,</a:t>
            </a:r>
          </a:p>
          <a:p>
            <a:r>
              <a:rPr lang="en-US" dirty="0"/>
              <a:t>That they may see the good that we do,</a:t>
            </a:r>
          </a:p>
          <a:p>
            <a:r>
              <a:rPr lang="en-US" dirty="0"/>
              <a:t>And give glory to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596237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65 - Blessed be the God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Blessed be the God  </a:t>
            </a:r>
          </a:p>
          <a:p>
            <a:r>
              <a:rPr lang="en-US" dirty="0"/>
              <a:t>Of Israel who has redeemed us </a:t>
            </a:r>
          </a:p>
          <a:p>
            <a:r>
              <a:rPr lang="en-US" dirty="0"/>
              <a:t>And has raised a mighty </a:t>
            </a:r>
            <a:r>
              <a:rPr lang="en-US" dirty="0" err="1"/>
              <a:t>Saviour</a:t>
            </a:r>
            <a:r>
              <a:rPr lang="en-US" dirty="0"/>
              <a:t> </a:t>
            </a:r>
          </a:p>
          <a:p>
            <a:r>
              <a:rPr lang="en-US" dirty="0"/>
              <a:t>Promised  by the prophets </a:t>
            </a:r>
          </a:p>
          <a:p>
            <a:r>
              <a:rPr lang="en-US" dirty="0"/>
              <a:t>He would free us from our foes </a:t>
            </a:r>
          </a:p>
          <a:p>
            <a:r>
              <a:rPr lang="en-US" dirty="0"/>
              <a:t>And from all those who hate us </a:t>
            </a:r>
          </a:p>
          <a:p>
            <a:r>
              <a:rPr lang="en-US" dirty="0"/>
              <a:t>Thus his promise is fulfilled, </a:t>
            </a:r>
          </a:p>
          <a:p>
            <a:r>
              <a:rPr lang="en-US" dirty="0"/>
              <a:t>His covenant remembered.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024554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700" dirty="0"/>
              <a:t>Yes he swore to Abraham, </a:t>
            </a:r>
          </a:p>
          <a:p>
            <a:r>
              <a:rPr lang="en-US" sz="5700" dirty="0"/>
              <a:t>Our father He would grant us </a:t>
            </a:r>
          </a:p>
          <a:p>
            <a:r>
              <a:rPr lang="en-US" sz="5700" dirty="0"/>
              <a:t>Freedom from all fear </a:t>
            </a:r>
          </a:p>
          <a:p>
            <a:r>
              <a:rPr lang="en-US" sz="5700" dirty="0"/>
              <a:t>And from the hands of all our enemies </a:t>
            </a:r>
          </a:p>
          <a:p>
            <a:r>
              <a:rPr lang="en-US" sz="5700" dirty="0"/>
              <a:t>So that we might worship </a:t>
            </a:r>
          </a:p>
          <a:p>
            <a:r>
              <a:rPr lang="en-US" sz="5700" dirty="0"/>
              <a:t>In holiness and justice </a:t>
            </a:r>
          </a:p>
          <a:p>
            <a:r>
              <a:rPr lang="en-US" sz="5700" dirty="0"/>
              <a:t>Living in his righteousness </a:t>
            </a:r>
          </a:p>
          <a:p>
            <a:r>
              <a:rPr lang="en-US" sz="5700" dirty="0"/>
              <a:t>And presence each and every day.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00278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 for you O little child, </a:t>
            </a:r>
          </a:p>
          <a:p>
            <a:r>
              <a:rPr lang="en-US" dirty="0"/>
              <a:t>You shall be called God’s prophet </a:t>
            </a:r>
          </a:p>
          <a:p>
            <a:r>
              <a:rPr lang="en-US" dirty="0"/>
              <a:t>You shall walk ahead of Jesus, </a:t>
            </a:r>
          </a:p>
          <a:p>
            <a:r>
              <a:rPr lang="en-US" dirty="0"/>
              <a:t>Opening a path for him </a:t>
            </a:r>
          </a:p>
          <a:p>
            <a:r>
              <a:rPr lang="en-US" dirty="0"/>
              <a:t>Making known to us salvation </a:t>
            </a:r>
          </a:p>
          <a:p>
            <a:r>
              <a:rPr lang="en-US" dirty="0"/>
              <a:t>And forgiveness of our sins </a:t>
            </a:r>
          </a:p>
          <a:p>
            <a:r>
              <a:rPr lang="en-US" dirty="0"/>
              <a:t>Through the kindness of our God </a:t>
            </a:r>
          </a:p>
          <a:p>
            <a:r>
              <a:rPr lang="en-US" dirty="0"/>
              <a:t>Arising like the sun at dawn.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57205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 will shine on those who dwell </a:t>
            </a:r>
          </a:p>
          <a:p>
            <a:r>
              <a:rPr lang="en-US" dirty="0"/>
              <a:t>In shades of death and darkness </a:t>
            </a:r>
          </a:p>
          <a:p>
            <a:r>
              <a:rPr lang="en-US" dirty="0"/>
              <a:t>He will guide our feet </a:t>
            </a:r>
          </a:p>
          <a:p>
            <a:r>
              <a:rPr lang="en-US" dirty="0"/>
              <a:t>Into the ways of happiness and peace </a:t>
            </a:r>
          </a:p>
          <a:p>
            <a:r>
              <a:rPr lang="en-US" dirty="0"/>
              <a:t>Praise the Father, honour Christ </a:t>
            </a:r>
          </a:p>
          <a:p>
            <a:r>
              <a:rPr lang="en-US" dirty="0"/>
              <a:t>And to the Spirit glory be </a:t>
            </a:r>
          </a:p>
          <a:p>
            <a:r>
              <a:rPr lang="en-US" dirty="0"/>
              <a:t>Living ere the world began </a:t>
            </a:r>
          </a:p>
          <a:p>
            <a:r>
              <a:rPr lang="en-US" dirty="0"/>
              <a:t>And ruling us eternally.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9926488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66 – Blessing &amp; honour &amp; glory &amp; power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Blessing and honour and glory and power,   </a:t>
            </a:r>
          </a:p>
          <a:p>
            <a:r>
              <a:rPr lang="en-US" dirty="0"/>
              <a:t>Wisdom and riches and strength evermore, </a:t>
            </a:r>
          </a:p>
          <a:p>
            <a:r>
              <a:rPr lang="en-US" dirty="0"/>
              <a:t>Give we to him who our battle has won: </a:t>
            </a:r>
          </a:p>
          <a:p>
            <a:r>
              <a:rPr lang="en-US" dirty="0"/>
              <a:t>The Lamb who now sits on the throne.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226189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Glory, honour and praise to you Jesus </a:t>
            </a:r>
          </a:p>
          <a:p>
            <a:r>
              <a:rPr lang="en-US" dirty="0"/>
              <a:t>Your life-giving Word sets us free; </a:t>
            </a:r>
          </a:p>
          <a:p>
            <a:r>
              <a:rPr lang="en-US" dirty="0"/>
              <a:t>Your death-resurrection has made us one, </a:t>
            </a:r>
          </a:p>
          <a:p>
            <a:r>
              <a:rPr lang="en-US" dirty="0"/>
              <a:t>To you be the victory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169891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 ascending the song and the prayer; </a:t>
            </a:r>
          </a:p>
          <a:p>
            <a:r>
              <a:rPr lang="en-US" dirty="0"/>
              <a:t>Ever descending his love that we share. </a:t>
            </a:r>
          </a:p>
          <a:p>
            <a:r>
              <a:rPr lang="en-US" dirty="0"/>
              <a:t>Sing we the song of the Lamb that was slain, </a:t>
            </a:r>
          </a:p>
          <a:p>
            <a:r>
              <a:rPr lang="en-US" dirty="0"/>
              <a:t>Who rising, in victory now reigns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78806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Glory, honour and praise to you Jesus </a:t>
            </a:r>
          </a:p>
          <a:p>
            <a:r>
              <a:rPr lang="en-US" dirty="0"/>
              <a:t>Your life-giving Word sets us free; </a:t>
            </a:r>
          </a:p>
          <a:p>
            <a:r>
              <a:rPr lang="en-US" dirty="0"/>
              <a:t>Your death-resurrection has made us one, </a:t>
            </a:r>
          </a:p>
          <a:p>
            <a:r>
              <a:rPr lang="en-US" dirty="0"/>
              <a:t>To you be the victory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242803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67 - Blest are you, Lord God of all creation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are you, Lord God of all creation  </a:t>
            </a:r>
          </a:p>
          <a:p>
            <a:r>
              <a:rPr lang="en-US" dirty="0"/>
              <a:t>Thanks to your goodness, this bread we offer: </a:t>
            </a:r>
          </a:p>
          <a:p>
            <a:r>
              <a:rPr lang="en-US" dirty="0"/>
              <a:t>Fruit of the earth, work of our hands, </a:t>
            </a:r>
          </a:p>
          <a:p>
            <a:r>
              <a:rPr lang="en-US" dirty="0"/>
              <a:t>It will become the bread of life. </a:t>
            </a:r>
          </a:p>
          <a:p>
            <a:r>
              <a:rPr lang="en-US" b="1" dirty="0"/>
              <a:t>Blessed be God, blessed be God, </a:t>
            </a:r>
          </a:p>
          <a:p>
            <a:r>
              <a:rPr lang="en-US" b="1" dirty="0"/>
              <a:t>Blessed be God for ever, Amen.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332243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are you, Lord God of all creation</a:t>
            </a:r>
          </a:p>
          <a:p>
            <a:r>
              <a:rPr lang="en-US" dirty="0"/>
              <a:t>Thanks to your goodness, this wine we offer:</a:t>
            </a:r>
          </a:p>
          <a:p>
            <a:r>
              <a:rPr lang="en-US" dirty="0"/>
              <a:t>Fruit of the vine, work of our hands, </a:t>
            </a:r>
          </a:p>
          <a:p>
            <a:r>
              <a:rPr lang="en-US" dirty="0"/>
              <a:t>It will become our cup of joy. </a:t>
            </a:r>
          </a:p>
          <a:p>
            <a:r>
              <a:rPr lang="en-US" b="1" dirty="0"/>
              <a:t>Blessed be God, blessed be God, </a:t>
            </a:r>
          </a:p>
          <a:p>
            <a:r>
              <a:rPr lang="en-US" b="1" dirty="0"/>
              <a:t>Blessed be God for ever, Amen.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164821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68 - Blest be the Lord, blest be the Lord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be the Lord, blest be the Lord.  </a:t>
            </a:r>
          </a:p>
          <a:p>
            <a:r>
              <a:rPr lang="en-US" dirty="0"/>
              <a:t>The God of mercy, the God who saves.</a:t>
            </a:r>
          </a:p>
          <a:p>
            <a:r>
              <a:rPr lang="en-US" dirty="0"/>
              <a:t>I shall not fear the dark of night, </a:t>
            </a:r>
          </a:p>
          <a:p>
            <a:r>
              <a:rPr lang="en-US" dirty="0"/>
              <a:t>Nor the arrow that flies by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063724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need not shrink </a:t>
            </a:r>
          </a:p>
          <a:p>
            <a:r>
              <a:rPr lang="en-US" dirty="0"/>
              <a:t>before the terrors of the night,</a:t>
            </a:r>
          </a:p>
          <a:p>
            <a:r>
              <a:rPr lang="en-US" dirty="0"/>
              <a:t>Nor stand alone before the light of day.</a:t>
            </a:r>
          </a:p>
          <a:p>
            <a:r>
              <a:rPr lang="en-US" dirty="0"/>
              <a:t>No harm shall come to me, </a:t>
            </a:r>
          </a:p>
          <a:p>
            <a:r>
              <a:rPr lang="en-US" dirty="0"/>
              <a:t>no arrow strike me down.</a:t>
            </a:r>
          </a:p>
          <a:p>
            <a:r>
              <a:rPr lang="en-US" dirty="0"/>
              <a:t>No evil settle in my soul.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76060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855"/>
            <a:ext cx="11753537" cy="5548069"/>
          </a:xfrm>
        </p:spPr>
        <p:txBody>
          <a:bodyPr/>
          <a:lstStyle/>
          <a:p>
            <a:r>
              <a:rPr lang="en-US" dirty="0"/>
              <a:t>Blest be the Lord, blest be the Lord.  </a:t>
            </a:r>
          </a:p>
          <a:p>
            <a:r>
              <a:rPr lang="en-US" dirty="0"/>
              <a:t>The God of mercy, the God who saves.</a:t>
            </a:r>
          </a:p>
          <a:p>
            <a:r>
              <a:rPr lang="en-US" dirty="0"/>
              <a:t>I shall not fear the dark of night, </a:t>
            </a:r>
          </a:p>
          <a:p>
            <a:r>
              <a:rPr lang="en-US" dirty="0"/>
              <a:t>Nor the arrow that flies by day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688270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a thousand ones </a:t>
            </a:r>
          </a:p>
          <a:p>
            <a:r>
              <a:rPr lang="en-US" dirty="0"/>
              <a:t>have fallen at my side,</a:t>
            </a:r>
          </a:p>
          <a:p>
            <a:r>
              <a:rPr lang="en-US" dirty="0"/>
              <a:t>I’ll not be shaken with the Lord at hand.</a:t>
            </a:r>
          </a:p>
          <a:p>
            <a:r>
              <a:rPr lang="en-US" dirty="0"/>
              <a:t>His faithful love is all the </a:t>
            </a:r>
            <a:r>
              <a:rPr lang="en-US" dirty="0" err="1"/>
              <a:t>armour</a:t>
            </a:r>
            <a:r>
              <a:rPr lang="en-US" dirty="0"/>
              <a:t> that I need</a:t>
            </a:r>
          </a:p>
          <a:p>
            <a:r>
              <a:rPr lang="en-US" dirty="0"/>
              <a:t>To wage my battle with the foe.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129943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be the Lord, blest be the Lord.  </a:t>
            </a:r>
          </a:p>
          <a:p>
            <a:r>
              <a:rPr lang="en-US" dirty="0"/>
              <a:t>The God of mercy, the God who saves.</a:t>
            </a:r>
          </a:p>
          <a:p>
            <a:r>
              <a:rPr lang="en-US" dirty="0"/>
              <a:t>I shall not fear the dark of night, </a:t>
            </a:r>
          </a:p>
          <a:p>
            <a:r>
              <a:rPr lang="en-US" dirty="0"/>
              <a:t>Nor the arrow that flies by day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23791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69 - Blest be the tie binding two hearts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Blest be the tie binding two hearts   </a:t>
            </a:r>
          </a:p>
          <a:p>
            <a:r>
              <a:rPr lang="en-US" dirty="0"/>
              <a:t>As man and wife, until death do them part.</a:t>
            </a:r>
          </a:p>
          <a:p>
            <a:r>
              <a:rPr lang="en-US" dirty="0"/>
              <a:t>Such kindred minds, God made them signs:</a:t>
            </a:r>
          </a:p>
          <a:p>
            <a:r>
              <a:rPr lang="en-US" dirty="0"/>
              <a:t>Sign of Christ’s gift to his Bride from the Cross.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755369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times or bad, in sickness or health, </a:t>
            </a:r>
          </a:p>
          <a:p>
            <a:r>
              <a:rPr lang="en-US" dirty="0"/>
              <a:t>For better, for worse, with little or wealth, </a:t>
            </a:r>
          </a:p>
          <a:p>
            <a:r>
              <a:rPr lang="en-US" dirty="0"/>
              <a:t>See now they promise ever to be faithful, </a:t>
            </a:r>
          </a:p>
          <a:p>
            <a:r>
              <a:rPr lang="en-US" dirty="0"/>
              <a:t>Loyal and true, all the days of their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4364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 on this bride, O Father of all. </a:t>
            </a:r>
          </a:p>
          <a:p>
            <a:r>
              <a:rPr lang="en-US" dirty="0"/>
              <a:t>Your blessing she asks, your grace, </a:t>
            </a:r>
          </a:p>
          <a:p>
            <a:r>
              <a:rPr lang="en-US" dirty="0"/>
              <a:t>love and peace. </a:t>
            </a:r>
          </a:p>
          <a:p>
            <a:r>
              <a:rPr lang="en-US" dirty="0"/>
              <a:t>Lord, may her husband treat her as his equal, </a:t>
            </a:r>
          </a:p>
          <a:p>
            <a:r>
              <a:rPr lang="en-US" dirty="0"/>
              <a:t>Honour and love her as </a:t>
            </a:r>
          </a:p>
          <a:p>
            <a:r>
              <a:rPr lang="en-US" dirty="0"/>
              <a:t>Christ loves his Church.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27887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them for ever true to your law,</a:t>
            </a:r>
          </a:p>
          <a:p>
            <a:r>
              <a:rPr lang="en-US" dirty="0"/>
              <a:t>Examples to all, a mark of your love.</a:t>
            </a:r>
          </a:p>
          <a:p>
            <a:r>
              <a:rPr lang="en-US" dirty="0"/>
              <a:t>Give them the strength </a:t>
            </a:r>
          </a:p>
          <a:p>
            <a:r>
              <a:rPr lang="en-US" dirty="0"/>
              <a:t>which comes from the gospel,</a:t>
            </a:r>
          </a:p>
          <a:p>
            <a:r>
              <a:rPr lang="en-US" dirty="0"/>
              <a:t>Fullness of life in your kingdom, O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27044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70 - Bread and wine we bring to you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Bread and wine we bring to you Lord,   </a:t>
            </a:r>
          </a:p>
          <a:p>
            <a:r>
              <a:rPr lang="en-US" dirty="0"/>
              <a:t>Work of our human hands. </a:t>
            </a:r>
          </a:p>
          <a:p>
            <a:r>
              <a:rPr lang="en-US" dirty="0"/>
              <a:t>Soon to become Your body and blood, </a:t>
            </a:r>
          </a:p>
          <a:p>
            <a:r>
              <a:rPr lang="en-US" dirty="0"/>
              <a:t>Jesus yourself.</a:t>
            </a:r>
          </a:p>
          <a:p>
            <a:r>
              <a:rPr lang="en-US" dirty="0"/>
              <a:t>May all who share this meal divine be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17603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Humbly we bring ourselves to you, Lord. </a:t>
            </a:r>
          </a:p>
          <a:p>
            <a:r>
              <a:rPr lang="en-US" dirty="0"/>
              <a:t>Take our hearts, take our wills.</a:t>
            </a:r>
          </a:p>
          <a:p>
            <a:r>
              <a:rPr lang="en-US" dirty="0"/>
              <a:t>All that we have and all that we do, </a:t>
            </a:r>
          </a:p>
          <a:p>
            <a:r>
              <a:rPr lang="en-US" dirty="0"/>
              <a:t>We give to you: </a:t>
            </a:r>
          </a:p>
          <a:p>
            <a:r>
              <a:rPr lang="en-US" dirty="0"/>
              <a:t>All for you, our </a:t>
            </a:r>
            <a:r>
              <a:rPr lang="en-US" dirty="0" err="1"/>
              <a:t>Saviour</a:t>
            </a:r>
            <a:r>
              <a:rPr lang="en-US" dirty="0"/>
              <a:t> and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339723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02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71 - Bread that was sown in our hills and valleys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59330"/>
            <a:ext cx="11753537" cy="5548069"/>
          </a:xfrm>
        </p:spPr>
        <p:txBody>
          <a:bodyPr/>
          <a:lstStyle/>
          <a:p>
            <a:r>
              <a:rPr lang="en-US" dirty="0"/>
              <a:t>Bread that was sown in our hills and valleys,   </a:t>
            </a:r>
          </a:p>
          <a:p>
            <a:r>
              <a:rPr lang="en-US" dirty="0"/>
              <a:t>Now harvested, becomes one; </a:t>
            </a:r>
          </a:p>
          <a:p>
            <a:r>
              <a:rPr lang="en-US" dirty="0"/>
              <a:t>From all the world gather your people, O God, </a:t>
            </a:r>
          </a:p>
          <a:p>
            <a:r>
              <a:rPr lang="en-US" dirty="0"/>
              <a:t>Into the feast of your love.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779129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grateful hearts, </a:t>
            </a:r>
          </a:p>
          <a:p>
            <a:r>
              <a:rPr lang="en-US" dirty="0"/>
              <a:t>we sing our joy for knowing </a:t>
            </a:r>
          </a:p>
          <a:p>
            <a:r>
              <a:rPr lang="en-US" dirty="0"/>
              <a:t>The Spirit within, among us all, </a:t>
            </a:r>
          </a:p>
          <a:p>
            <a:r>
              <a:rPr lang="en-US" dirty="0"/>
              <a:t>Life and knowledge, </a:t>
            </a:r>
          </a:p>
          <a:p>
            <a:r>
              <a:rPr lang="en-US" dirty="0"/>
              <a:t>revealed through your word: </a:t>
            </a:r>
          </a:p>
          <a:p>
            <a:r>
              <a:rPr lang="en-US" dirty="0"/>
              <a:t>Jesus, the Christ, Emmanuel.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507303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Bread that was sown in our hills and valleys,   </a:t>
            </a:r>
          </a:p>
          <a:p>
            <a:r>
              <a:rPr lang="en-US" dirty="0"/>
              <a:t>Now harvested, becomes one; </a:t>
            </a:r>
          </a:p>
          <a:p>
            <a:r>
              <a:rPr lang="en-US" dirty="0"/>
              <a:t>From all the world gather your people, O God, </a:t>
            </a:r>
          </a:p>
          <a:p>
            <a:r>
              <a:rPr lang="en-US" dirty="0"/>
              <a:t>Into the feast of your love.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113728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200" dirty="0"/>
              <a:t>Leaven and wheat: so let us be for others, </a:t>
            </a:r>
          </a:p>
          <a:p>
            <a:r>
              <a:rPr lang="en-US" sz="5200" dirty="0"/>
              <a:t>Nurturing good with earnest care, </a:t>
            </a:r>
          </a:p>
          <a:p>
            <a:r>
              <a:rPr lang="en-US" sz="5200" dirty="0"/>
              <a:t>Bringing to birth new life </a:t>
            </a:r>
          </a:p>
          <a:p>
            <a:r>
              <a:rPr lang="en-US" sz="5200" dirty="0"/>
              <a:t>where hope has gone stale, </a:t>
            </a:r>
          </a:p>
          <a:p>
            <a:r>
              <a:rPr lang="en-US" sz="5200" dirty="0"/>
              <a:t>Faith-giving moments to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936717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Bread that was sown in our hills and valleys,   </a:t>
            </a:r>
          </a:p>
          <a:p>
            <a:r>
              <a:rPr lang="en-US" dirty="0"/>
              <a:t>Now harvested, becomes one; </a:t>
            </a:r>
          </a:p>
          <a:p>
            <a:r>
              <a:rPr lang="en-US" dirty="0"/>
              <a:t>From all the world gather your people, O God, </a:t>
            </a:r>
          </a:p>
          <a:p>
            <a:r>
              <a:rPr lang="en-US" dirty="0"/>
              <a:t>Into the feast of your love. </a:t>
            </a:r>
          </a:p>
          <a:p>
            <a:endParaRPr lang="en-US" dirty="0"/>
          </a:p>
          <a:p>
            <a:r>
              <a:rPr lang="en-IN" dirty="0">
                <a:solidFill>
                  <a:srgbClr val="FF0000"/>
                </a:solidFill>
              </a:rPr>
              <a:t>Coda : Of your love.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958031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72 - Breathe on me, Breath of God,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Breathe on me, Breath of God, </a:t>
            </a:r>
          </a:p>
          <a:p>
            <a:r>
              <a:rPr lang="en-US" dirty="0"/>
              <a:t>Blow till my life is new. </a:t>
            </a:r>
          </a:p>
          <a:p>
            <a:r>
              <a:rPr lang="en-US" dirty="0"/>
              <a:t>Come, take possession of my heart,</a:t>
            </a:r>
          </a:p>
          <a:p>
            <a:r>
              <a:rPr lang="en-US" dirty="0"/>
              <a:t>Be with me in all I do.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761020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Guide me, Great Paraclete, </a:t>
            </a:r>
          </a:p>
          <a:p>
            <a:r>
              <a:rPr lang="en-US" dirty="0"/>
              <a:t>Walk with me, at my side.</a:t>
            </a:r>
          </a:p>
          <a:p>
            <a:r>
              <a:rPr lang="en-US" dirty="0"/>
              <a:t>O living spring, the fire of love, </a:t>
            </a:r>
          </a:p>
          <a:p>
            <a:r>
              <a:rPr lang="en-US" dirty="0"/>
              <a:t>Come fill me and be my guide.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800290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me your way, O Lord, </a:t>
            </a:r>
          </a:p>
          <a:p>
            <a:r>
              <a:rPr lang="en-US" dirty="0"/>
              <a:t>Finger of God’s right hand.</a:t>
            </a:r>
          </a:p>
          <a:p>
            <a:r>
              <a:rPr lang="en-US" dirty="0"/>
              <a:t>Give me the wisdom and the strength </a:t>
            </a:r>
          </a:p>
          <a:p>
            <a:r>
              <a:rPr lang="en-US" dirty="0"/>
              <a:t>To speak and to understand.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02878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73 - Call on the Lord while He may be found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on the Lord while He may be found,  </a:t>
            </a:r>
          </a:p>
          <a:p>
            <a:r>
              <a:rPr lang="en-US" dirty="0"/>
              <a:t>Call on him while he’s near.</a:t>
            </a:r>
          </a:p>
          <a:p>
            <a:r>
              <a:rPr lang="en-US" dirty="0"/>
              <a:t>Call on the Lord while he may be found,</a:t>
            </a:r>
          </a:p>
          <a:p>
            <a:r>
              <a:rPr lang="en-US" dirty="0"/>
              <a:t>He will wash away all your fears.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558493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on the Lord while he may be found,</a:t>
            </a:r>
          </a:p>
          <a:p>
            <a:r>
              <a:rPr lang="en-US" dirty="0"/>
              <a:t>Call on him while he’s near.</a:t>
            </a:r>
          </a:p>
          <a:p>
            <a:r>
              <a:rPr lang="en-US" dirty="0"/>
              <a:t>Call on the Lord while he may be found,</a:t>
            </a:r>
          </a:p>
          <a:p>
            <a:r>
              <a:rPr lang="en-US" dirty="0"/>
              <a:t>He will wipe away all your tears.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346332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74 - Cast your burden onto Jesus,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 your burden onto Jesus,   </a:t>
            </a:r>
          </a:p>
          <a:p>
            <a:r>
              <a:rPr lang="en-US" dirty="0"/>
              <a:t>For He died to set us free.</a:t>
            </a:r>
          </a:p>
          <a:p>
            <a:r>
              <a:rPr lang="en-US" dirty="0"/>
              <a:t>Only trust him, He will triumph: </a:t>
            </a:r>
          </a:p>
          <a:p>
            <a:r>
              <a:rPr lang="en-US" dirty="0"/>
              <a:t>Yours will be the victory.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264660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Vast His mercy, like the ocean </a:t>
            </a:r>
          </a:p>
          <a:p>
            <a:r>
              <a:rPr lang="en-US" dirty="0"/>
              <a:t>And His love is as the flood</a:t>
            </a:r>
          </a:p>
          <a:p>
            <a:r>
              <a:rPr lang="en-US" dirty="0"/>
              <a:t>That was poured out, as our ransom,</a:t>
            </a:r>
          </a:p>
          <a:p>
            <a:r>
              <a:rPr lang="en-US" dirty="0"/>
              <a:t>When He shed his precious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276</a:t>
            </a:fld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079311" y="3244334"/>
            <a:ext cx="2033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Coda : Of your love.</a:t>
            </a:r>
          </a:p>
        </p:txBody>
      </p:sp>
    </p:spTree>
    <p:extLst>
      <p:ext uri="{BB962C8B-B14F-4D97-AF65-F5344CB8AC3E}">
        <p14:creationId xmlns:p14="http://schemas.microsoft.com/office/powerpoint/2010/main" val="700453058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 your burden onto Jesus,   </a:t>
            </a:r>
          </a:p>
          <a:p>
            <a:r>
              <a:rPr lang="en-US" dirty="0"/>
              <a:t>For He died to set us free.</a:t>
            </a:r>
          </a:p>
          <a:p>
            <a:r>
              <a:rPr lang="en-US" dirty="0"/>
              <a:t>Only trust him, He will triumph: </a:t>
            </a:r>
          </a:p>
          <a:p>
            <a:r>
              <a:rPr lang="en-US" dirty="0"/>
              <a:t>Yours will be the victory.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019993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Grace and pardon, mighty rivers, </a:t>
            </a:r>
          </a:p>
          <a:p>
            <a:r>
              <a:rPr lang="en-US" dirty="0"/>
              <a:t>Poured incessant from above, </a:t>
            </a:r>
          </a:p>
          <a:p>
            <a:r>
              <a:rPr lang="en-US" dirty="0"/>
              <a:t>Like a river, peace and justice</a:t>
            </a:r>
          </a:p>
          <a:p>
            <a:r>
              <a:rPr lang="en-US" dirty="0"/>
              <a:t>Kissed a guilty world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850306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 your burden onto Jesus,   </a:t>
            </a:r>
          </a:p>
          <a:p>
            <a:r>
              <a:rPr lang="en-US" dirty="0"/>
              <a:t>For He died to set us free.</a:t>
            </a:r>
          </a:p>
          <a:p>
            <a:r>
              <a:rPr lang="en-US" dirty="0"/>
              <a:t>Only trust him, He will triumph: </a:t>
            </a:r>
          </a:p>
          <a:p>
            <a:r>
              <a:rPr lang="en-US" dirty="0"/>
              <a:t>Yours will be the victory.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391749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 ten lepers that were healed, </a:t>
            </a:r>
          </a:p>
          <a:p>
            <a:r>
              <a:rPr lang="en-US" dirty="0"/>
              <a:t>Only one returned with praise; </a:t>
            </a:r>
          </a:p>
          <a:p>
            <a:r>
              <a:rPr lang="en-US" dirty="0"/>
              <a:t>When our troubles all are over, </a:t>
            </a:r>
          </a:p>
          <a:p>
            <a:r>
              <a:rPr lang="en-US" dirty="0"/>
              <a:t>We will thank him all our days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66676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 your burden onto Jesus,   </a:t>
            </a:r>
          </a:p>
          <a:p>
            <a:r>
              <a:rPr lang="en-US" dirty="0"/>
              <a:t>For He died to set us free.</a:t>
            </a:r>
          </a:p>
          <a:p>
            <a:r>
              <a:rPr lang="en-US" dirty="0"/>
              <a:t>Only trust him, He will triumph: </a:t>
            </a:r>
          </a:p>
          <a:p>
            <a:r>
              <a:rPr lang="en-US" dirty="0"/>
              <a:t>Yours will be the victory.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588413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75 - Cause me to come to your river, O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Cause me to come to your river, O Lord. [3]</a:t>
            </a:r>
          </a:p>
          <a:p>
            <a:r>
              <a:rPr lang="en-US" dirty="0"/>
              <a:t>Cause me to come, cause me to drink, </a:t>
            </a:r>
          </a:p>
          <a:p>
            <a:r>
              <a:rPr lang="en-US" dirty="0"/>
              <a:t>cause me to live.</a:t>
            </a:r>
          </a:p>
          <a:p>
            <a:endParaRPr lang="en-US" dirty="0"/>
          </a:p>
          <a:p>
            <a:r>
              <a:rPr lang="en-US" dirty="0"/>
              <a:t>Speak, Lord, your Word, I am listening to you. [3]</a:t>
            </a:r>
          </a:p>
          <a:p>
            <a:r>
              <a:rPr lang="en-US" dirty="0"/>
              <a:t>Speak to my mind, speak to my will, speak to my heart.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64189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Feed me, O Lord, with your body and blood, [3]</a:t>
            </a:r>
          </a:p>
          <a:p>
            <a:r>
              <a:rPr lang="en-US" sz="4400" dirty="0"/>
              <a:t>Strengthen my mind, strengthen my will, strengthen my heart.</a:t>
            </a:r>
          </a:p>
          <a:p>
            <a:endParaRPr lang="en-IN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010674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76 - Celebrate God with your hands.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God with your hands.  </a:t>
            </a:r>
          </a:p>
          <a:p>
            <a:r>
              <a:rPr lang="en-US" dirty="0"/>
              <a:t>Celebrate God with your voice. </a:t>
            </a:r>
          </a:p>
          <a:p>
            <a:r>
              <a:rPr lang="en-US" dirty="0"/>
              <a:t>Celebrate God in all that you do </a:t>
            </a:r>
          </a:p>
          <a:p>
            <a:r>
              <a:rPr lang="en-US" dirty="0"/>
              <a:t>And He will be with you.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79072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to Him with your eyes. </a:t>
            </a:r>
          </a:p>
          <a:p>
            <a:r>
              <a:rPr lang="en-US" dirty="0"/>
              <a:t>Listen to Him with your heart. </a:t>
            </a:r>
          </a:p>
          <a:p>
            <a:r>
              <a:rPr lang="en-US" dirty="0"/>
              <a:t>Listen to Him as he speaks with you, </a:t>
            </a:r>
          </a:p>
          <a:p>
            <a:r>
              <a:rPr lang="en-US" dirty="0"/>
              <a:t>And He will be with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29924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God with your hands.  </a:t>
            </a:r>
          </a:p>
          <a:p>
            <a:r>
              <a:rPr lang="en-US" dirty="0"/>
              <a:t>Celebrate God with your voice. </a:t>
            </a:r>
          </a:p>
          <a:p>
            <a:r>
              <a:rPr lang="en-US" dirty="0"/>
              <a:t>Celebrate God in all that you do </a:t>
            </a:r>
          </a:p>
          <a:p>
            <a:r>
              <a:rPr lang="en-US" dirty="0"/>
              <a:t>And He will be with you.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54179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Touch Him in all those you love. </a:t>
            </a:r>
          </a:p>
          <a:p>
            <a:r>
              <a:rPr lang="en-US" dirty="0"/>
              <a:t>Touch Him in all those you love. </a:t>
            </a:r>
          </a:p>
          <a:p>
            <a:r>
              <a:rPr lang="en-US" dirty="0"/>
              <a:t>Touch Him in them and let them touch you </a:t>
            </a:r>
          </a:p>
          <a:p>
            <a:r>
              <a:rPr lang="en-US" dirty="0"/>
              <a:t>And He will be with you.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688954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God with your hands.  </a:t>
            </a:r>
          </a:p>
          <a:p>
            <a:r>
              <a:rPr lang="en-US" dirty="0"/>
              <a:t>Celebrate God with your voice. </a:t>
            </a:r>
          </a:p>
          <a:p>
            <a:r>
              <a:rPr lang="en-US" dirty="0"/>
              <a:t>Celebrate God in all that you do </a:t>
            </a:r>
          </a:p>
          <a:p>
            <a:r>
              <a:rPr lang="en-US" dirty="0"/>
              <a:t>And He will be with you.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496809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God with us.</a:t>
            </a:r>
          </a:p>
          <a:p>
            <a:r>
              <a:rPr lang="en-US" dirty="0"/>
              <a:t>Celebrate God with us.</a:t>
            </a:r>
          </a:p>
          <a:p>
            <a:r>
              <a:rPr lang="en-US" dirty="0"/>
              <a:t>Emmanuel, Emmanuel. </a:t>
            </a:r>
          </a:p>
          <a:p>
            <a:r>
              <a:rPr lang="en-US" dirty="0"/>
              <a:t>Celebrate God with 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333758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God with your hands.  </a:t>
            </a:r>
          </a:p>
          <a:p>
            <a:r>
              <a:rPr lang="en-US" dirty="0"/>
              <a:t>Celebrate God with your voice. </a:t>
            </a:r>
          </a:p>
          <a:p>
            <a:r>
              <a:rPr lang="en-US" dirty="0"/>
              <a:t>Celebrate God in all that you do </a:t>
            </a:r>
          </a:p>
          <a:p>
            <a:r>
              <a:rPr lang="en-US" dirty="0"/>
              <a:t>And He will be with you.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544612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77 - Children of God, hear His holy Word!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313759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Brothers, sisters, we are one, </a:t>
            </a:r>
          </a:p>
          <a:p>
            <a:r>
              <a:rPr lang="en-US" dirty="0"/>
              <a:t>and our life has just begun. </a:t>
            </a:r>
          </a:p>
          <a:p>
            <a:r>
              <a:rPr lang="en-US" dirty="0"/>
              <a:t>In the Spirit we are young: we can live for ever.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923976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69237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Shout together to the Lord </a:t>
            </a:r>
          </a:p>
          <a:p>
            <a:r>
              <a:rPr lang="en-US" dirty="0"/>
              <a:t>who has promised our reward: </a:t>
            </a:r>
          </a:p>
          <a:p>
            <a:r>
              <a:rPr lang="en-US" dirty="0"/>
              <a:t>Happiness a hundred-fold and we’ll live for ever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315794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245650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gave a new command </a:t>
            </a:r>
          </a:p>
          <a:p>
            <a:r>
              <a:rPr lang="en-US" dirty="0"/>
              <a:t>that we love our friends and foes </a:t>
            </a:r>
          </a:p>
          <a:p>
            <a:r>
              <a:rPr lang="en-US" dirty="0"/>
              <a:t>Till we reach the promised land </a:t>
            </a:r>
          </a:p>
          <a:p>
            <a:r>
              <a:rPr lang="en-US" dirty="0"/>
              <a:t>where we’ll live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247366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739796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want to live with him, </a:t>
            </a:r>
          </a:p>
          <a:p>
            <a:r>
              <a:rPr lang="en-US" dirty="0"/>
              <a:t>we must also die with him, </a:t>
            </a:r>
          </a:p>
          <a:p>
            <a:r>
              <a:rPr lang="en-US" dirty="0"/>
              <a:t>Die to selfishness and sin </a:t>
            </a:r>
          </a:p>
          <a:p>
            <a:r>
              <a:rPr lang="en-US" dirty="0"/>
              <a:t>and we’ll live for ever.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29944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430437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world a unity, </a:t>
            </a:r>
          </a:p>
          <a:p>
            <a:r>
              <a:rPr lang="en-US" dirty="0"/>
              <a:t>make of all one family </a:t>
            </a:r>
          </a:p>
          <a:p>
            <a:r>
              <a:rPr lang="en-US" dirty="0"/>
              <a:t>Till we meet the Trinity </a:t>
            </a:r>
          </a:p>
          <a:p>
            <a:r>
              <a:rPr lang="en-US" dirty="0"/>
              <a:t>and live for ever.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827420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Children of God, hear His holy Word!  </a:t>
            </a:r>
          </a:p>
          <a:p>
            <a:r>
              <a:rPr lang="en-US" dirty="0"/>
              <a:t>Gather round the table of the Lord!</a:t>
            </a:r>
          </a:p>
          <a:p>
            <a:r>
              <a:rPr lang="en-US" dirty="0"/>
              <a:t>Eat his body, drink his blood </a:t>
            </a:r>
          </a:p>
          <a:p>
            <a:r>
              <a:rPr lang="en-US" dirty="0"/>
              <a:t>and we’ll sing a song of love, </a:t>
            </a:r>
          </a:p>
          <a:p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</a:t>
            </a:r>
            <a:r>
              <a:rPr lang="en-US" dirty="0" err="1"/>
              <a:t>Allelu</a:t>
            </a:r>
            <a:r>
              <a:rPr lang="en-US" dirty="0"/>
              <a:t>, Alleluia.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656377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78 - Christ be with me, deep within 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 be with me, deep within me,   </a:t>
            </a:r>
          </a:p>
          <a:p>
            <a:r>
              <a:rPr lang="en-US" dirty="0"/>
              <a:t>Christ before me and behind me.</a:t>
            </a:r>
          </a:p>
          <a:p>
            <a:r>
              <a:rPr lang="en-US" dirty="0"/>
              <a:t>Christ beside me, Shepherd of my soul. </a:t>
            </a:r>
          </a:p>
          <a:p>
            <a:r>
              <a:rPr lang="en-US" dirty="0"/>
              <a:t>Christ above me and Christ below me</a:t>
            </a:r>
          </a:p>
          <a:p>
            <a:r>
              <a:rPr lang="en-US" dirty="0"/>
              <a:t>Christ to comfort and restore me, </a:t>
            </a:r>
          </a:p>
          <a:p>
            <a:r>
              <a:rPr lang="en-US" dirty="0"/>
              <a:t>Christ to lead me to my heavenly goal.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378235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 in the hearts of all those who hunger, </a:t>
            </a:r>
          </a:p>
          <a:p>
            <a:r>
              <a:rPr lang="en-US" dirty="0"/>
              <a:t>Jesus now dwelling in the poor.</a:t>
            </a:r>
          </a:p>
          <a:p>
            <a:r>
              <a:rPr lang="en-US" dirty="0"/>
              <a:t>Praised be Christ in the lives of friend </a:t>
            </a:r>
          </a:p>
          <a:p>
            <a:r>
              <a:rPr lang="en-US" dirty="0"/>
              <a:t>and stranger </a:t>
            </a:r>
          </a:p>
          <a:p>
            <a:r>
              <a:rPr lang="en-US" dirty="0"/>
              <a:t>Jesus daily knocking at my door.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63329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as I walk, let me see your face</a:t>
            </a:r>
          </a:p>
          <a:p>
            <a:r>
              <a:rPr lang="en-US" dirty="0"/>
              <a:t>Fill my every moment with truth and grace, </a:t>
            </a:r>
          </a:p>
          <a:p>
            <a:r>
              <a:rPr lang="en-US" dirty="0"/>
              <a:t>Till my heart’s desire unto yours is bent.</a:t>
            </a:r>
          </a:p>
          <a:p>
            <a:r>
              <a:rPr lang="en-US" dirty="0"/>
              <a:t>Jesus, I aspire to a full consent!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957645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as I walk, let me see your face</a:t>
            </a:r>
          </a:p>
          <a:p>
            <a:r>
              <a:rPr lang="en-US" dirty="0"/>
              <a:t>Fill my every moment with truth and grace, </a:t>
            </a:r>
          </a:p>
          <a:p>
            <a:r>
              <a:rPr lang="en-US" dirty="0"/>
              <a:t>Till my heart’s desire unto yours is bent.</a:t>
            </a:r>
          </a:p>
          <a:p>
            <a:r>
              <a:rPr lang="en-US" dirty="0"/>
              <a:t>Jesus, I aspire to a full consent!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32066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79 - Christ became obedient unto death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 became obedient unto death  </a:t>
            </a:r>
          </a:p>
          <a:p>
            <a:r>
              <a:rPr lang="en-US" dirty="0"/>
              <a:t>On the cross for us.</a:t>
            </a:r>
          </a:p>
          <a:p>
            <a:r>
              <a:rPr lang="en-US" dirty="0"/>
              <a:t>Therefore, God exalted him to such a height,</a:t>
            </a:r>
          </a:p>
          <a:p>
            <a:r>
              <a:rPr lang="en-US" dirty="0"/>
              <a:t>Giving him a name above every other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238494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80 - Christ became obedient unto death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Christ became obedient unto death  </a:t>
            </a:r>
          </a:p>
          <a:p>
            <a:r>
              <a:rPr lang="en-US" dirty="0"/>
              <a:t>Unto death, a death up on the cross</a:t>
            </a:r>
          </a:p>
          <a:p>
            <a:r>
              <a:rPr lang="en-US" dirty="0"/>
              <a:t>Therefore, God has raised him to the heights</a:t>
            </a:r>
          </a:p>
          <a:p>
            <a:r>
              <a:rPr lang="en-US" dirty="0"/>
              <a:t>Giving him a name above all names.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119562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00" y="4194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81 - Christ heard the twelve disputing about the highest seat;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37125"/>
            <a:ext cx="11753537" cy="52220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Christ heard the twelve disputing </a:t>
            </a:r>
          </a:p>
          <a:p>
            <a:r>
              <a:rPr lang="en-US" dirty="0"/>
              <a:t>about the highest seat;</a:t>
            </a:r>
          </a:p>
          <a:p>
            <a:r>
              <a:rPr lang="en-US" dirty="0"/>
              <a:t>He took a bowl of water </a:t>
            </a:r>
          </a:p>
          <a:p>
            <a:r>
              <a:rPr lang="en-US" dirty="0"/>
              <a:t>and knelt to wash their feet.</a:t>
            </a:r>
          </a:p>
          <a:p>
            <a:r>
              <a:rPr lang="en-US" dirty="0"/>
              <a:t>He said to Simon Peter: here-after you will see</a:t>
            </a:r>
          </a:p>
          <a:p>
            <a:r>
              <a:rPr lang="en-US" dirty="0"/>
              <a:t>Unless I do this cleansing, </a:t>
            </a:r>
          </a:p>
          <a:p>
            <a:r>
              <a:rPr lang="en-US" dirty="0"/>
              <a:t>you can not share with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988055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set you an example of what you ought to do,</a:t>
            </a:r>
          </a:p>
          <a:p>
            <a:r>
              <a:rPr lang="en-US" dirty="0"/>
              <a:t>Since I, your Lord and Master, </a:t>
            </a:r>
          </a:p>
          <a:p>
            <a:r>
              <a:rPr lang="en-US" dirty="0"/>
              <a:t>have washed your feet for you.</a:t>
            </a:r>
          </a:p>
          <a:p>
            <a:r>
              <a:rPr lang="en-US" dirty="0"/>
              <a:t>By this the world shall know you </a:t>
            </a:r>
          </a:p>
          <a:p>
            <a:r>
              <a:rPr lang="en-US" dirty="0"/>
              <a:t>as followers of mine:</a:t>
            </a:r>
          </a:p>
          <a:p>
            <a:r>
              <a:rPr lang="en-US" dirty="0"/>
              <a:t>Your love for one another </a:t>
            </a:r>
          </a:p>
          <a:p>
            <a:r>
              <a:rPr lang="en-US" dirty="0"/>
              <a:t>shall be the mark and 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456432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give the new commandment </a:t>
            </a:r>
          </a:p>
          <a:p>
            <a:r>
              <a:rPr lang="en-US" dirty="0"/>
              <a:t>to those I choose and send, </a:t>
            </a:r>
          </a:p>
          <a:p>
            <a:r>
              <a:rPr lang="en-US" dirty="0"/>
              <a:t>That you should love each other, </a:t>
            </a:r>
          </a:p>
          <a:p>
            <a:r>
              <a:rPr lang="en-US" dirty="0"/>
              <a:t>as I have to the end.</a:t>
            </a:r>
          </a:p>
          <a:p>
            <a:r>
              <a:rPr lang="en-US" dirty="0"/>
              <a:t>So faith and hope and loving </a:t>
            </a:r>
          </a:p>
          <a:p>
            <a:r>
              <a:rPr lang="en-US" dirty="0"/>
              <a:t>remain when all is past;</a:t>
            </a:r>
          </a:p>
          <a:p>
            <a:r>
              <a:rPr lang="en-US" dirty="0"/>
              <a:t>But of the three great virtues, </a:t>
            </a:r>
          </a:p>
          <a:p>
            <a:r>
              <a:rPr lang="en-US" dirty="0"/>
              <a:t>the greatest is the last.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541816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82 - </a:t>
            </a:r>
            <a:r>
              <a:rPr lang="en-US" dirty="0" err="1"/>
              <a:t>Colours</a:t>
            </a:r>
            <a:r>
              <a:rPr lang="en-US" dirty="0"/>
              <a:t> of day dawn into the mind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Colours</a:t>
            </a:r>
            <a:r>
              <a:rPr lang="en-US" dirty="0"/>
              <a:t> of day dawn into the mind,   </a:t>
            </a:r>
          </a:p>
          <a:p>
            <a:r>
              <a:rPr lang="en-US" dirty="0"/>
              <a:t>The sun has come up, the night is behind. </a:t>
            </a:r>
          </a:p>
          <a:p>
            <a:r>
              <a:rPr lang="en-US" dirty="0"/>
              <a:t>Go down in the city, into the street </a:t>
            </a:r>
          </a:p>
          <a:p>
            <a:r>
              <a:rPr lang="en-US" dirty="0"/>
              <a:t>And let’s give the message </a:t>
            </a:r>
          </a:p>
          <a:p>
            <a:r>
              <a:rPr lang="en-US" dirty="0"/>
              <a:t>to the people we meet.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713655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light up the fire and let the flame burn, </a:t>
            </a:r>
          </a:p>
          <a:p>
            <a:r>
              <a:rPr lang="en-US" dirty="0"/>
              <a:t>Open the door, let Jesus return. </a:t>
            </a:r>
          </a:p>
          <a:p>
            <a:r>
              <a:rPr lang="en-US" dirty="0"/>
              <a:t>Take seeds of His Spirit, let the fruit grow, </a:t>
            </a:r>
          </a:p>
          <a:p>
            <a:r>
              <a:rPr lang="en-US" dirty="0"/>
              <a:t>Tell the people of Jesus, let his love show.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977001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through the park, on into the town, </a:t>
            </a:r>
          </a:p>
          <a:p>
            <a:r>
              <a:rPr lang="en-US" dirty="0"/>
              <a:t>The sun still shines on, it never goes down. </a:t>
            </a:r>
          </a:p>
          <a:p>
            <a:r>
              <a:rPr lang="en-US" dirty="0"/>
              <a:t>The light of the world is risen again, </a:t>
            </a:r>
          </a:p>
          <a:p>
            <a:r>
              <a:rPr lang="en-US" dirty="0"/>
              <a:t>The people of darkness </a:t>
            </a:r>
          </a:p>
          <a:p>
            <a:r>
              <a:rPr lang="en-US" dirty="0"/>
              <a:t>are needing our friend.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149605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light up the fire and let the flame burn, </a:t>
            </a:r>
          </a:p>
          <a:p>
            <a:r>
              <a:rPr lang="en-US" dirty="0"/>
              <a:t>Open the door, let Jesus return. </a:t>
            </a:r>
          </a:p>
          <a:p>
            <a:r>
              <a:rPr lang="en-US" dirty="0"/>
              <a:t>Take seeds of His Spirit, let the fruit grow, </a:t>
            </a:r>
          </a:p>
          <a:p>
            <a:r>
              <a:rPr lang="en-US" dirty="0"/>
              <a:t>Tell the people of Jesus, let his love show.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378049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your eyes, look into the sky, </a:t>
            </a:r>
          </a:p>
          <a:p>
            <a:r>
              <a:rPr lang="en-US" dirty="0"/>
              <a:t>The darkness has come, the sun came to die, </a:t>
            </a:r>
          </a:p>
          <a:p>
            <a:r>
              <a:rPr lang="en-US" dirty="0"/>
              <a:t>The evening draws on, the sun disappears; </a:t>
            </a:r>
          </a:p>
          <a:p>
            <a:r>
              <a:rPr lang="en-US" dirty="0"/>
              <a:t>But Jesus is living and His Spirit is near.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407783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light up the fire and let the flame burn, </a:t>
            </a:r>
          </a:p>
          <a:p>
            <a:r>
              <a:rPr lang="en-US" dirty="0"/>
              <a:t>Open the door, let Jesus return. </a:t>
            </a:r>
          </a:p>
          <a:p>
            <a:r>
              <a:rPr lang="en-US" dirty="0"/>
              <a:t>Take seeds of His Spirit, let the fruit grow, </a:t>
            </a:r>
          </a:p>
          <a:p>
            <a:r>
              <a:rPr lang="en-US" dirty="0"/>
              <a:t>Tell the people of Jesus, let his love show.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913779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83 - Come adore this wonderous presence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adore this wonderous presence,   </a:t>
            </a:r>
          </a:p>
          <a:p>
            <a:r>
              <a:rPr lang="en-US" dirty="0"/>
              <a:t>Bow to Jesus, source of grace</a:t>
            </a:r>
          </a:p>
          <a:p>
            <a:r>
              <a:rPr lang="en-US" dirty="0"/>
              <a:t>Here is kept the ancient promise </a:t>
            </a:r>
          </a:p>
          <a:p>
            <a:r>
              <a:rPr lang="en-US" dirty="0"/>
              <a:t>Of God’s earthly dwelling place</a:t>
            </a:r>
          </a:p>
          <a:p>
            <a:r>
              <a:rPr lang="en-US" dirty="0"/>
              <a:t>Sight is blind before God’s glory, </a:t>
            </a:r>
          </a:p>
          <a:p>
            <a:r>
              <a:rPr lang="en-US" dirty="0"/>
              <a:t>Faith alone may see His face.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119034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be to God the Father, </a:t>
            </a:r>
          </a:p>
          <a:p>
            <a:r>
              <a:rPr lang="en-US" dirty="0"/>
              <a:t>Praise to his co-equal Son,</a:t>
            </a:r>
          </a:p>
          <a:p>
            <a:r>
              <a:rPr lang="en-US" dirty="0"/>
              <a:t>Adoration to the Spirit, </a:t>
            </a:r>
          </a:p>
          <a:p>
            <a:r>
              <a:rPr lang="en-US" dirty="0"/>
              <a:t>Bond of love in Godhead one,</a:t>
            </a:r>
          </a:p>
          <a:p>
            <a:r>
              <a:rPr lang="en-US" dirty="0"/>
              <a:t>Blest be God by all creation, </a:t>
            </a:r>
          </a:p>
          <a:p>
            <a:r>
              <a:rPr lang="en-US" dirty="0"/>
              <a:t>Joyously while ages run.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484685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r>
              <a:rPr lang="en-US" sz="4400" dirty="0"/>
              <a:t>84 - Come and be filled as you sit at my table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064853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bread </a:t>
            </a:r>
          </a:p>
          <a:p>
            <a:r>
              <a:rPr lang="en-US" dirty="0"/>
              <a:t>that has come down from heaven,</a:t>
            </a:r>
          </a:p>
          <a:p>
            <a:r>
              <a:rPr lang="en-US" dirty="0"/>
              <a:t>This is my blood for the life of the world.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633356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95809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/>
              <a:t>He leads us out of the power of darkness</a:t>
            </a:r>
          </a:p>
          <a:p>
            <a:r>
              <a:rPr lang="en-US" dirty="0"/>
              <a:t>And brings us safe to the kingdom of life.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713830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220312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I, </a:t>
            </a:r>
          </a:p>
          <a:p>
            <a:r>
              <a:rPr lang="en-US" dirty="0"/>
              <a:t>but now Christ lives within me,</a:t>
            </a:r>
          </a:p>
          <a:p>
            <a:r>
              <a:rPr lang="en-US" dirty="0"/>
              <a:t>I live by faith in the Son of God.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829088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326153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Those in Christ Jesus </a:t>
            </a:r>
          </a:p>
          <a:p>
            <a:r>
              <a:rPr lang="en-US" dirty="0"/>
              <a:t>will have no condemnation</a:t>
            </a:r>
          </a:p>
          <a:p>
            <a:r>
              <a:rPr lang="en-US" dirty="0"/>
              <a:t>He sets them free through the Spirit he sends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536523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330961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 shall the world know </a:t>
            </a:r>
          </a:p>
          <a:p>
            <a:r>
              <a:rPr lang="en-US" dirty="0"/>
              <a:t>you are my disciples, </a:t>
            </a:r>
          </a:p>
          <a:p>
            <a:r>
              <a:rPr lang="en-US" dirty="0"/>
              <a:t>If you can love, and if you can forgive.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049699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850"/>
            <a:ext cx="10771208" cy="561202"/>
          </a:xfrm>
        </p:spPr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be filled as you sit at my table  </a:t>
            </a:r>
          </a:p>
          <a:p>
            <a:r>
              <a:rPr lang="en-US" dirty="0"/>
              <a:t>Quenching your thirst as you drink of my wine</a:t>
            </a:r>
          </a:p>
          <a:p>
            <a:r>
              <a:rPr lang="en-US" dirty="0"/>
              <a:t>Bringing the memory of my dying and rising</a:t>
            </a:r>
          </a:p>
          <a:p>
            <a:r>
              <a:rPr lang="en-US" dirty="0"/>
              <a:t>Into your bloodstream </a:t>
            </a:r>
          </a:p>
          <a:p>
            <a:r>
              <a:rPr lang="en-US" dirty="0"/>
              <a:t>which is mingled with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577322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85 - Come and save us, O Lord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06" y="1097280"/>
            <a:ext cx="11988285" cy="5548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Come and save us, O Lord, with power &amp; might.</a:t>
            </a:r>
          </a:p>
          <a:p>
            <a:r>
              <a:rPr lang="en-US" dirty="0" err="1"/>
              <a:t>Maranatha</a:t>
            </a:r>
            <a:r>
              <a:rPr lang="en-US" dirty="0"/>
              <a:t>, Come, O Lord! </a:t>
            </a:r>
          </a:p>
          <a:p>
            <a:endParaRPr lang="en-US" sz="2400" dirty="0"/>
          </a:p>
          <a:p>
            <a:r>
              <a:rPr lang="en-US" dirty="0"/>
              <a:t>I will sing to my God never ceasing, </a:t>
            </a:r>
          </a:p>
          <a:p>
            <a:r>
              <a:rPr lang="en-US" dirty="0"/>
              <a:t>All my life, I will tell of his wonders: </a:t>
            </a:r>
          </a:p>
          <a:p>
            <a:r>
              <a:rPr lang="en-US" dirty="0"/>
              <a:t>He’s the maker of all earth and heaven, </a:t>
            </a:r>
          </a:p>
          <a:p>
            <a:r>
              <a:rPr lang="en-US" dirty="0"/>
              <a:t>Of the ocean, the seas and all they hold.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468762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 and save us, O Lord, with power &amp; might.</a:t>
            </a:r>
          </a:p>
          <a:p>
            <a:r>
              <a:rPr lang="en-US" dirty="0" err="1"/>
              <a:t>Maranatha</a:t>
            </a:r>
            <a:r>
              <a:rPr lang="en-US" dirty="0"/>
              <a:t>, Come, O Lord! </a:t>
            </a:r>
          </a:p>
          <a:p>
            <a:r>
              <a:rPr lang="en-US" dirty="0"/>
              <a:t>The Almighty is faithful for ever: </a:t>
            </a:r>
          </a:p>
          <a:p>
            <a:r>
              <a:rPr lang="en-US" dirty="0"/>
              <a:t>He is just to the poor and the outraged: </a:t>
            </a:r>
          </a:p>
          <a:p>
            <a:r>
              <a:rPr lang="en-US" dirty="0"/>
              <a:t>It is He who gives bread to the hungry </a:t>
            </a:r>
          </a:p>
          <a:p>
            <a:r>
              <a:rPr lang="en-US" dirty="0"/>
              <a:t>Who delivers the captives from their chains.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896662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 and save us, O Lord, with power &amp; might.</a:t>
            </a:r>
          </a:p>
          <a:p>
            <a:r>
              <a:rPr lang="en-US" dirty="0" err="1"/>
              <a:t>Maranatha</a:t>
            </a:r>
            <a:r>
              <a:rPr lang="en-US" dirty="0"/>
              <a:t>, Come, O Lord! </a:t>
            </a:r>
          </a:p>
          <a:p>
            <a:r>
              <a:rPr lang="en-US" dirty="0"/>
              <a:t>He gives sight to the blind in his mercy; </a:t>
            </a:r>
          </a:p>
          <a:p>
            <a:r>
              <a:rPr lang="en-US" dirty="0"/>
              <a:t>And he raises the lowly, the humble. </a:t>
            </a:r>
          </a:p>
          <a:p>
            <a:r>
              <a:rPr lang="en-US" dirty="0"/>
              <a:t>It is he who gives shelter to strangers, </a:t>
            </a:r>
          </a:p>
          <a:p>
            <a:r>
              <a:rPr lang="en-US" dirty="0"/>
              <a:t>Every orphan and widow he defends.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781290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 and save us, O Lord, with power &amp; might.</a:t>
            </a:r>
          </a:p>
          <a:p>
            <a:r>
              <a:rPr lang="en-US" dirty="0" err="1"/>
              <a:t>Maranatha</a:t>
            </a:r>
            <a:r>
              <a:rPr lang="en-US" dirty="0"/>
              <a:t>, Come, O Lord! </a:t>
            </a:r>
          </a:p>
          <a:p>
            <a:r>
              <a:rPr lang="en-US" dirty="0"/>
              <a:t>To the just he is gracious and loving. </a:t>
            </a:r>
          </a:p>
          <a:p>
            <a:r>
              <a:rPr lang="en-US" dirty="0"/>
              <a:t>But the wicked he foils and they stumble. </a:t>
            </a:r>
          </a:p>
          <a:p>
            <a:r>
              <a:rPr lang="en-US" dirty="0"/>
              <a:t>Yes, the Lord reigns for ever and ever, </a:t>
            </a:r>
          </a:p>
          <a:p>
            <a:r>
              <a:rPr lang="en-US" dirty="0"/>
              <a:t>He is king over </a:t>
            </a:r>
            <a:r>
              <a:rPr lang="en-US" dirty="0" err="1"/>
              <a:t>Sion</a:t>
            </a:r>
            <a:r>
              <a:rPr lang="en-US" dirty="0"/>
              <a:t> without 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64843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dirty="0"/>
              <a:t>86 -Come back to me with all your heart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5200" dirty="0"/>
              <a:t>Come back to me with all your heart.  </a:t>
            </a:r>
          </a:p>
          <a:p>
            <a:r>
              <a:rPr lang="en-US" sz="5200" dirty="0"/>
              <a:t>Don’t let fear keep us apart. </a:t>
            </a:r>
          </a:p>
          <a:p>
            <a:r>
              <a:rPr lang="en-US" sz="5200" dirty="0"/>
              <a:t>Trees do bend, though straight and tall; </a:t>
            </a:r>
          </a:p>
          <a:p>
            <a:r>
              <a:rPr lang="en-US" sz="5200" dirty="0"/>
              <a:t>So must we to others call.</a:t>
            </a:r>
          </a:p>
          <a:p>
            <a:endParaRPr lang="en-IN" sz="500" dirty="0"/>
          </a:p>
          <a:p>
            <a:r>
              <a:rPr lang="en-US" sz="5000" b="1" dirty="0"/>
              <a:t>Long have I waited for your coming home to me </a:t>
            </a:r>
          </a:p>
          <a:p>
            <a:r>
              <a:rPr lang="en-US" sz="5000" b="1" dirty="0"/>
              <a:t>And living deeply our new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37475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5200" dirty="0"/>
              <a:t>The wilderness will lead you </a:t>
            </a:r>
          </a:p>
          <a:p>
            <a:r>
              <a:rPr lang="en-US" sz="5200" dirty="0"/>
              <a:t>To your heart where I will speak. </a:t>
            </a:r>
          </a:p>
          <a:p>
            <a:r>
              <a:rPr lang="en-US" sz="5200" dirty="0"/>
              <a:t>Integrity and justice </a:t>
            </a:r>
          </a:p>
          <a:p>
            <a:r>
              <a:rPr lang="en-US" sz="5200" dirty="0"/>
              <a:t>With tenderness you shall know.</a:t>
            </a:r>
          </a:p>
          <a:p>
            <a:endParaRPr lang="en-US" sz="100" dirty="0"/>
          </a:p>
          <a:p>
            <a:r>
              <a:rPr lang="en-US" sz="5000" b="1" dirty="0"/>
              <a:t>Long have I waited for your coming home to me </a:t>
            </a:r>
          </a:p>
          <a:p>
            <a:r>
              <a:rPr lang="en-US" sz="5000" b="1" dirty="0"/>
              <a:t>And living deeply our new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046192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shall sleep secure with peace, </a:t>
            </a:r>
          </a:p>
          <a:p>
            <a:r>
              <a:rPr lang="en-US" dirty="0"/>
              <a:t>Faithfulness will be your joy.</a:t>
            </a:r>
          </a:p>
          <a:p>
            <a:endParaRPr lang="en-IN" dirty="0"/>
          </a:p>
          <a:p>
            <a:r>
              <a:rPr lang="en-US" sz="4600" b="1" dirty="0"/>
              <a:t>Long have I waited for your coming home to me </a:t>
            </a:r>
          </a:p>
          <a:p>
            <a:r>
              <a:rPr lang="en-US" sz="4600" b="1" dirty="0"/>
              <a:t>And living deeply our new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650346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87 - Come, come, come to the manger,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come, come to the manger,  </a:t>
            </a:r>
          </a:p>
          <a:p>
            <a:r>
              <a:rPr lang="en-US" dirty="0"/>
              <a:t>Children come to the children’s King.</a:t>
            </a:r>
          </a:p>
          <a:p>
            <a:r>
              <a:rPr lang="en-US" dirty="0"/>
              <a:t>Sing, sing, chorus of angels,</a:t>
            </a:r>
          </a:p>
          <a:p>
            <a:r>
              <a:rPr lang="en-US" dirty="0"/>
              <a:t>Stars of morning, o’er Bethlehem sing.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580976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lies ‘mid the beasts of the stall, </a:t>
            </a:r>
          </a:p>
          <a:p>
            <a:r>
              <a:rPr lang="en-US" dirty="0"/>
              <a:t>Who is Maker and Lord of us all.</a:t>
            </a:r>
          </a:p>
          <a:p>
            <a:r>
              <a:rPr lang="en-US" dirty="0"/>
              <a:t>The wintry wind blows cold and dreary, </a:t>
            </a:r>
          </a:p>
          <a:p>
            <a:r>
              <a:rPr lang="en-US" dirty="0"/>
              <a:t>See, he weeps the world is weary.</a:t>
            </a:r>
          </a:p>
          <a:p>
            <a:r>
              <a:rPr lang="en-US" dirty="0"/>
              <a:t>Lord, have pity and mercy on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26260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come, come to the manger,  </a:t>
            </a:r>
          </a:p>
          <a:p>
            <a:r>
              <a:rPr lang="en-US" dirty="0"/>
              <a:t>Children come to the children’s King.</a:t>
            </a:r>
          </a:p>
          <a:p>
            <a:r>
              <a:rPr lang="en-US" dirty="0"/>
              <a:t>Sing, sing, chorus of angels,</a:t>
            </a:r>
          </a:p>
          <a:p>
            <a:r>
              <a:rPr lang="en-US" dirty="0"/>
              <a:t>Stars of morning, o’er Bethlehem sing.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500040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leaves all his glory behind, </a:t>
            </a:r>
          </a:p>
          <a:p>
            <a:r>
              <a:rPr lang="en-US" dirty="0"/>
              <a:t>To be born and to die for all</a:t>
            </a:r>
          </a:p>
          <a:p>
            <a:r>
              <a:rPr lang="en-US" dirty="0"/>
              <a:t>With grateful beasts his cradle chooses, </a:t>
            </a:r>
          </a:p>
          <a:p>
            <a:r>
              <a:rPr lang="en-US" dirty="0"/>
              <a:t>Thankless one his love refuses.</a:t>
            </a:r>
          </a:p>
          <a:p>
            <a:r>
              <a:rPr lang="en-US" dirty="0"/>
              <a:t>Lord, have pity and mercy on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71649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come, come to the manger,  </a:t>
            </a:r>
          </a:p>
          <a:p>
            <a:r>
              <a:rPr lang="en-US" dirty="0"/>
              <a:t>Children come to the children’s King.</a:t>
            </a:r>
          </a:p>
          <a:p>
            <a:r>
              <a:rPr lang="en-US" dirty="0"/>
              <a:t>Sing, sing, chorus of angels,</a:t>
            </a:r>
          </a:p>
          <a:p>
            <a:r>
              <a:rPr lang="en-US" dirty="0"/>
              <a:t>Stars of morning, o’er Bethlehem sing.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417447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manger of Bethlehem come, </a:t>
            </a:r>
          </a:p>
          <a:p>
            <a:r>
              <a:rPr lang="en-US" dirty="0"/>
              <a:t>To the </a:t>
            </a:r>
            <a:r>
              <a:rPr lang="en-US" dirty="0" err="1"/>
              <a:t>Saviour</a:t>
            </a:r>
            <a:r>
              <a:rPr lang="en-US" dirty="0"/>
              <a:t> Emmanuel’s home;</a:t>
            </a:r>
          </a:p>
          <a:p>
            <a:r>
              <a:rPr lang="en-US" dirty="0"/>
              <a:t>The </a:t>
            </a:r>
            <a:r>
              <a:rPr lang="en-US" dirty="0" err="1"/>
              <a:t>heav’nly</a:t>
            </a:r>
            <a:r>
              <a:rPr lang="en-US" dirty="0"/>
              <a:t> hosts above are singing, </a:t>
            </a:r>
          </a:p>
          <a:p>
            <a:r>
              <a:rPr lang="en-US" dirty="0"/>
              <a:t>Set the Christmas bells a ringing.</a:t>
            </a:r>
          </a:p>
          <a:p>
            <a:r>
              <a:rPr lang="en-US" dirty="0"/>
              <a:t>Lord, have pity and mercy on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764686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come, come to the manger,  </a:t>
            </a:r>
          </a:p>
          <a:p>
            <a:r>
              <a:rPr lang="en-US" dirty="0"/>
              <a:t>Children come to the children’s King.</a:t>
            </a:r>
          </a:p>
          <a:p>
            <a:r>
              <a:rPr lang="en-US" dirty="0"/>
              <a:t>Sing, sing, chorus of angels,</a:t>
            </a:r>
          </a:p>
          <a:p>
            <a:r>
              <a:rPr lang="en-US" dirty="0"/>
              <a:t>Stars of morning, o’er Bethlehem sing.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722730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88 - Come, Holy Ghost, Creator blest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Holy Ghost, Creator blest   </a:t>
            </a:r>
          </a:p>
          <a:p>
            <a:r>
              <a:rPr lang="en-US" dirty="0"/>
              <a:t>And in our souls take up Thy rest; </a:t>
            </a:r>
          </a:p>
          <a:p>
            <a:r>
              <a:rPr lang="en-US" dirty="0"/>
              <a:t>Come with Thy grace and heavenly aid </a:t>
            </a:r>
          </a:p>
          <a:p>
            <a:r>
              <a:rPr lang="en-US" dirty="0"/>
              <a:t>To fill the hearts which Thou hast made.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358892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</a:t>
            </a:r>
            <a:r>
              <a:rPr lang="en-US" dirty="0" err="1"/>
              <a:t>Paraclete</a:t>
            </a:r>
            <a:r>
              <a:rPr lang="en-US" dirty="0"/>
              <a:t>, to Thee we cry, </a:t>
            </a:r>
          </a:p>
          <a:p>
            <a:r>
              <a:rPr lang="en-US" dirty="0"/>
              <a:t>O greatest Gift of God most high </a:t>
            </a:r>
          </a:p>
          <a:p>
            <a:r>
              <a:rPr lang="en-US" dirty="0"/>
              <a:t>O Fount of life, O Fire of Love </a:t>
            </a:r>
          </a:p>
          <a:p>
            <a:r>
              <a:rPr lang="en-US" dirty="0"/>
              <a:t>And sweet anointing from above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513768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89 - Come in pilgrim, lay your burden down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in pilgrim, lay your burden down  </a:t>
            </a:r>
          </a:p>
          <a:p>
            <a:r>
              <a:rPr lang="en-US" dirty="0"/>
              <a:t>We’re all comrades as we travel on the way. </a:t>
            </a:r>
          </a:p>
          <a:p>
            <a:r>
              <a:rPr lang="en-US" dirty="0"/>
              <a:t>We share a common gift, </a:t>
            </a:r>
          </a:p>
          <a:p>
            <a:r>
              <a:rPr lang="en-US" dirty="0"/>
              <a:t>our covenant in Christ, </a:t>
            </a:r>
          </a:p>
          <a:p>
            <a:r>
              <a:rPr lang="en-US" dirty="0"/>
              <a:t>And we’re going to celebrate his love today, </a:t>
            </a:r>
          </a:p>
          <a:p>
            <a:r>
              <a:rPr lang="en-US" dirty="0"/>
              <a:t>We will sing and celebrate his love today.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56958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come to join in prayer, </a:t>
            </a:r>
          </a:p>
          <a:p>
            <a:r>
              <a:rPr lang="en-US" dirty="0"/>
              <a:t>Let us first confess</a:t>
            </a:r>
          </a:p>
          <a:p>
            <a:r>
              <a:rPr lang="en-US" dirty="0"/>
              <a:t>We have looked too much to ourselves </a:t>
            </a:r>
          </a:p>
          <a:p>
            <a:r>
              <a:rPr lang="en-US" dirty="0"/>
              <a:t>And loved each other less.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061053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in pilgrim, lay your burden down  </a:t>
            </a:r>
          </a:p>
          <a:p>
            <a:r>
              <a:rPr lang="en-US" dirty="0"/>
              <a:t>We’re all comrades as we travel on the way. </a:t>
            </a:r>
          </a:p>
          <a:p>
            <a:r>
              <a:rPr lang="en-US" dirty="0"/>
              <a:t>We share a common gift, </a:t>
            </a:r>
          </a:p>
          <a:p>
            <a:r>
              <a:rPr lang="en-US" dirty="0"/>
              <a:t>our covenant in Christ, </a:t>
            </a:r>
          </a:p>
          <a:p>
            <a:r>
              <a:rPr lang="en-US" dirty="0"/>
              <a:t>And we’re going to celebrate his love today, </a:t>
            </a:r>
          </a:p>
          <a:p>
            <a:r>
              <a:rPr lang="en-US" dirty="0"/>
              <a:t>We will sing and celebrate his love today.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706202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Hear the Word proclaimed with power </a:t>
            </a:r>
          </a:p>
          <a:p>
            <a:r>
              <a:rPr lang="en-US" dirty="0"/>
              <a:t>To search the hearts of all. </a:t>
            </a:r>
          </a:p>
          <a:p>
            <a:r>
              <a:rPr lang="en-US" dirty="0"/>
              <a:t>We shall make its meaning new </a:t>
            </a:r>
          </a:p>
          <a:p>
            <a:r>
              <a:rPr lang="en-US" dirty="0"/>
              <a:t>By responding to its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773289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in pilgrim, lay your burden down  </a:t>
            </a:r>
          </a:p>
          <a:p>
            <a:r>
              <a:rPr lang="en-US" dirty="0"/>
              <a:t>We’re all comrades as we travel on the way. </a:t>
            </a:r>
          </a:p>
          <a:p>
            <a:r>
              <a:rPr lang="en-US" dirty="0"/>
              <a:t>We share a common gift, </a:t>
            </a:r>
          </a:p>
          <a:p>
            <a:r>
              <a:rPr lang="en-US" dirty="0"/>
              <a:t>our covenant in Christ, </a:t>
            </a:r>
          </a:p>
          <a:p>
            <a:r>
              <a:rPr lang="en-US" dirty="0"/>
              <a:t>And we’re going to celebrate his love today, </a:t>
            </a:r>
          </a:p>
          <a:p>
            <a:r>
              <a:rPr lang="en-US" dirty="0"/>
              <a:t>We will sing and celebrate his love today.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862150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one with Christ our Lord </a:t>
            </a:r>
          </a:p>
          <a:p>
            <a:r>
              <a:rPr lang="en-US" dirty="0"/>
              <a:t>As he offers his Father praise </a:t>
            </a:r>
          </a:p>
          <a:p>
            <a:r>
              <a:rPr lang="en-US" dirty="0"/>
              <a:t>We bring gifts: our lives and love, </a:t>
            </a:r>
          </a:p>
          <a:p>
            <a:r>
              <a:rPr lang="en-US" dirty="0"/>
              <a:t>Seeking God’s will each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650410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in pilgrim, lay your burden down  </a:t>
            </a:r>
          </a:p>
          <a:p>
            <a:r>
              <a:rPr lang="en-US" dirty="0"/>
              <a:t>We’re all comrades as we travel on the way. </a:t>
            </a:r>
          </a:p>
          <a:p>
            <a:r>
              <a:rPr lang="en-US" dirty="0"/>
              <a:t>We share a common gift, </a:t>
            </a:r>
          </a:p>
          <a:p>
            <a:r>
              <a:rPr lang="en-US" dirty="0"/>
              <a:t>our covenant in Christ, </a:t>
            </a:r>
          </a:p>
          <a:p>
            <a:r>
              <a:rPr lang="en-US" dirty="0"/>
              <a:t>And we’re going to celebrate his love today, </a:t>
            </a:r>
          </a:p>
          <a:p>
            <a:r>
              <a:rPr lang="en-US" dirty="0"/>
              <a:t>We will sing and celebrate his love today.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638207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90 - Come into his presence with thanksgiving in your heart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32956"/>
            <a:ext cx="11753537" cy="5291938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Come into his presence </a:t>
            </a:r>
          </a:p>
          <a:p>
            <a:r>
              <a:rPr lang="en-US" sz="4400" dirty="0"/>
              <a:t>with thanksgiving in your heart,</a:t>
            </a:r>
          </a:p>
          <a:p>
            <a:r>
              <a:rPr lang="en-US" sz="4400" dirty="0"/>
              <a:t>And give him praise. -2</a:t>
            </a:r>
          </a:p>
          <a:p>
            <a:endParaRPr lang="en-US" sz="4400" dirty="0"/>
          </a:p>
          <a:p>
            <a:r>
              <a:rPr lang="en-US" sz="4400" dirty="0"/>
              <a:t>Come into His presence </a:t>
            </a:r>
          </a:p>
          <a:p>
            <a:r>
              <a:rPr lang="en-US" sz="4400" dirty="0"/>
              <a:t>with thanksgiving in your heart, </a:t>
            </a:r>
          </a:p>
          <a:p>
            <a:r>
              <a:rPr lang="en-US" sz="4400" dirty="0"/>
              <a:t>Your voices raise. 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885566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Give glory and honour and power unto him </a:t>
            </a:r>
          </a:p>
          <a:p>
            <a:r>
              <a:rPr lang="en-US" dirty="0"/>
              <a:t>Jesus, the name above all names. [2]</a:t>
            </a:r>
          </a:p>
          <a:p>
            <a:endParaRPr lang="en-US" dirty="0"/>
          </a:p>
          <a:p>
            <a:r>
              <a:rPr lang="en-US" dirty="0"/>
              <a:t>He the Lord is mighty, </a:t>
            </a:r>
          </a:p>
          <a:p>
            <a:r>
              <a:rPr lang="en-US" dirty="0"/>
              <a:t>our Creator we belong to him, </a:t>
            </a:r>
          </a:p>
          <a:p>
            <a:r>
              <a:rPr lang="en-US" dirty="0"/>
              <a:t>We all belong to him.</a:t>
            </a:r>
          </a:p>
          <a:p>
            <a:r>
              <a:rPr lang="en-US" dirty="0"/>
              <a:t>O that all of us today would listen to his voice </a:t>
            </a:r>
          </a:p>
          <a:p>
            <a:r>
              <a:rPr lang="en-US" dirty="0"/>
              <a:t>With open minds and with our hearts: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119402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He the Lord is mighty, </a:t>
            </a:r>
          </a:p>
          <a:p>
            <a:r>
              <a:rPr lang="en-US" sz="4400" dirty="0"/>
              <a:t>our Creator we belong to him, </a:t>
            </a:r>
          </a:p>
          <a:p>
            <a:r>
              <a:rPr lang="en-US" sz="4400" dirty="0"/>
              <a:t>We all belong to him.</a:t>
            </a:r>
          </a:p>
          <a:p>
            <a:r>
              <a:rPr lang="en-US" sz="4400" dirty="0"/>
              <a:t>O that all of us today would listen to his voice </a:t>
            </a:r>
          </a:p>
          <a:p>
            <a:r>
              <a:rPr lang="en-US" sz="4400" dirty="0"/>
              <a:t>With open minds and with our hearts: </a:t>
            </a:r>
          </a:p>
          <a:p>
            <a:endParaRPr lang="en-IN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241183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91 - Come, Jesus, come </a:t>
            </a:r>
            <a:br>
              <a:rPr lang="en-US" sz="4400" dirty="0"/>
            </a:br>
            <a:r>
              <a:rPr lang="en-US" sz="4400" dirty="0"/>
              <a:t>into this heart of stone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0481014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not ashamed to tell you, </a:t>
            </a:r>
          </a:p>
          <a:p>
            <a:r>
              <a:rPr lang="en-US" dirty="0"/>
              <a:t>Lord, that I’m a sinner man. </a:t>
            </a:r>
          </a:p>
          <a:p>
            <a:r>
              <a:rPr lang="en-US" dirty="0"/>
              <a:t>I just love to do the things </a:t>
            </a:r>
          </a:p>
          <a:p>
            <a:r>
              <a:rPr lang="en-US" dirty="0"/>
              <a:t>that go against your plan.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182372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21698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Love your </a:t>
            </a:r>
            <a:r>
              <a:rPr lang="en-US" dirty="0" err="1"/>
              <a:t>neighbour</a:t>
            </a:r>
            <a:r>
              <a:rPr lang="en-US" dirty="0"/>
              <a:t> </a:t>
            </a:r>
          </a:p>
          <a:p>
            <a:r>
              <a:rPr lang="en-US" dirty="0"/>
              <a:t>as yourself is what you command, </a:t>
            </a:r>
          </a:p>
          <a:p>
            <a:r>
              <a:rPr lang="en-US" dirty="0"/>
              <a:t>But his sufferings, tears and pain </a:t>
            </a:r>
          </a:p>
          <a:p>
            <a:r>
              <a:rPr lang="en-US" dirty="0"/>
              <a:t>is something I can’t stand.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301292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37219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my </a:t>
            </a:r>
            <a:r>
              <a:rPr lang="en-US" dirty="0" err="1"/>
              <a:t>neighbour’s</a:t>
            </a:r>
            <a:r>
              <a:rPr lang="en-US" dirty="0"/>
              <a:t> hungry and </a:t>
            </a:r>
          </a:p>
          <a:p>
            <a:r>
              <a:rPr lang="en-US" dirty="0"/>
              <a:t>naked in the street, </a:t>
            </a:r>
          </a:p>
          <a:p>
            <a:r>
              <a:rPr lang="en-US" dirty="0"/>
              <a:t>I just cannot bear to see </a:t>
            </a:r>
          </a:p>
          <a:p>
            <a:r>
              <a:rPr lang="en-US" dirty="0"/>
              <a:t>and from him I retreat.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144883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504245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want me to be the salt </a:t>
            </a:r>
          </a:p>
          <a:p>
            <a:r>
              <a:rPr lang="en-US" dirty="0"/>
              <a:t>and leaven in the dough, </a:t>
            </a:r>
          </a:p>
          <a:p>
            <a:r>
              <a:rPr lang="en-US" dirty="0"/>
              <a:t>But I prefer to stand aloof </a:t>
            </a:r>
          </a:p>
          <a:p>
            <a:r>
              <a:rPr lang="en-US" dirty="0"/>
              <a:t>and let the world just go.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925748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219966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to change myself, </a:t>
            </a:r>
          </a:p>
          <a:p>
            <a:r>
              <a:rPr lang="en-US" dirty="0"/>
              <a:t>I don’t </a:t>
            </a:r>
            <a:r>
              <a:rPr lang="en-US" dirty="0" err="1"/>
              <a:t>wanna</a:t>
            </a:r>
            <a:r>
              <a:rPr lang="en-US" dirty="0"/>
              <a:t> be a stone, </a:t>
            </a:r>
          </a:p>
          <a:p>
            <a:r>
              <a:rPr lang="en-US" dirty="0"/>
              <a:t>I need your Spirit, Lord, </a:t>
            </a:r>
          </a:p>
          <a:p>
            <a:r>
              <a:rPr lang="en-US" dirty="0" err="1"/>
              <a:t>‘cause</a:t>
            </a:r>
            <a:r>
              <a:rPr lang="en-US" dirty="0"/>
              <a:t> I can’t do it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786406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4442"/>
            <a:ext cx="11753537" cy="4921556"/>
          </a:xfrm>
        </p:spPr>
        <p:txBody>
          <a:bodyPr/>
          <a:lstStyle/>
          <a:p>
            <a:r>
              <a:rPr lang="en-US" dirty="0"/>
              <a:t>Come, Jesus, come into this heart of stone.  </a:t>
            </a:r>
          </a:p>
          <a:p>
            <a:r>
              <a:rPr lang="en-US" dirty="0"/>
              <a:t>Come, Jesus, come into this heart of stone.</a:t>
            </a:r>
          </a:p>
          <a:p>
            <a:r>
              <a:rPr lang="en-US" dirty="0"/>
              <a:t>Melt and </a:t>
            </a:r>
            <a:r>
              <a:rPr lang="en-US" dirty="0" err="1"/>
              <a:t>mould</a:t>
            </a:r>
            <a:r>
              <a:rPr lang="en-US" dirty="0"/>
              <a:t> it and make it your own. </a:t>
            </a:r>
          </a:p>
          <a:p>
            <a:r>
              <a:rPr lang="en-US" dirty="0"/>
              <a:t>Come, Jesus, come into this heart of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60365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92 - Come, Lord Jesus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Come, Lord Jesus [3] </a:t>
            </a:r>
          </a:p>
          <a:p>
            <a:r>
              <a:rPr lang="en-US" dirty="0"/>
              <a:t>Come and be born in our hearts!</a:t>
            </a:r>
          </a:p>
          <a:p>
            <a:endParaRPr lang="en-US" sz="1800" dirty="0"/>
          </a:p>
          <a:p>
            <a:r>
              <a:rPr lang="en-US" dirty="0"/>
              <a:t>Come, O Prince of peace...</a:t>
            </a:r>
          </a:p>
          <a:p>
            <a:r>
              <a:rPr lang="en-US" dirty="0"/>
              <a:t>	Our hearts are open...</a:t>
            </a:r>
            <a:endParaRPr lang="en-IN" dirty="0"/>
          </a:p>
          <a:p>
            <a:endParaRPr lang="en-IN" sz="900" dirty="0"/>
          </a:p>
          <a:p>
            <a:r>
              <a:rPr lang="en-IN" dirty="0"/>
              <a:t>Come, Emmanuel...		Maranatha...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732943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93 - Come, Lord Jesus, make no delay,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Lord Jesus, make no delay, </a:t>
            </a:r>
          </a:p>
          <a:p>
            <a:r>
              <a:rPr lang="en-US" dirty="0"/>
              <a:t>Come, Lord Jesus, light up our way!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589666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day of the Lord shall come </a:t>
            </a:r>
          </a:p>
          <a:p>
            <a:r>
              <a:rPr lang="en-US" dirty="0"/>
              <a:t>as prophets foretold</a:t>
            </a:r>
          </a:p>
          <a:p>
            <a:r>
              <a:rPr lang="en-US" dirty="0"/>
              <a:t>When Christ shall make all things new </a:t>
            </a:r>
          </a:p>
          <a:p>
            <a:r>
              <a:rPr lang="en-US" dirty="0"/>
              <a:t>no matter how old, </a:t>
            </a:r>
          </a:p>
          <a:p>
            <a:r>
              <a:rPr lang="en-US" dirty="0"/>
              <a:t>And some at the stars may gaze </a:t>
            </a:r>
          </a:p>
          <a:p>
            <a:r>
              <a:rPr lang="en-US" dirty="0"/>
              <a:t>and some at God’s word </a:t>
            </a:r>
          </a:p>
          <a:p>
            <a:r>
              <a:rPr lang="en-US" dirty="0"/>
              <a:t>In vain to predict the time, the Day of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118927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Lord Jesus, make no delay, </a:t>
            </a:r>
          </a:p>
          <a:p>
            <a:r>
              <a:rPr lang="en-US" dirty="0"/>
              <a:t>Come, Lord Jesus, light up our way!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484814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Day of the Lord shall come, </a:t>
            </a:r>
          </a:p>
          <a:p>
            <a:r>
              <a:rPr lang="en-US" dirty="0"/>
              <a:t>a thief in the night</a:t>
            </a:r>
          </a:p>
          <a:p>
            <a:r>
              <a:rPr lang="en-US" dirty="0"/>
              <a:t>A curse to those in the wrong </a:t>
            </a:r>
          </a:p>
          <a:p>
            <a:r>
              <a:rPr lang="en-US" dirty="0"/>
              <a:t>who think they are right,</a:t>
            </a:r>
          </a:p>
          <a:p>
            <a:r>
              <a:rPr lang="en-US" dirty="0"/>
              <a:t>A pleasure for those in pain </a:t>
            </a:r>
          </a:p>
          <a:p>
            <a:r>
              <a:rPr lang="en-US" dirty="0"/>
              <a:t>with death at the door,</a:t>
            </a:r>
          </a:p>
          <a:p>
            <a:r>
              <a:rPr lang="en-US" dirty="0"/>
              <a:t>A true liberation for the prisoners and poor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386233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Lord Jesus, make no delay, </a:t>
            </a:r>
          </a:p>
          <a:p>
            <a:r>
              <a:rPr lang="en-US" dirty="0"/>
              <a:t>Come, Lord Jesus, light up our way!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515796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desert shall spring to life, </a:t>
            </a:r>
          </a:p>
          <a:p>
            <a:r>
              <a:rPr lang="en-US" dirty="0"/>
              <a:t>the hills shall rejoice, </a:t>
            </a:r>
          </a:p>
          <a:p>
            <a:r>
              <a:rPr lang="en-US" dirty="0"/>
              <a:t>The lame of the earth shall leap, </a:t>
            </a:r>
          </a:p>
          <a:p>
            <a:r>
              <a:rPr lang="en-US" dirty="0"/>
              <a:t>the dumb find their voice, </a:t>
            </a:r>
          </a:p>
          <a:p>
            <a:r>
              <a:rPr lang="en-US" dirty="0"/>
              <a:t>The lamb with the lion shall lie, </a:t>
            </a:r>
          </a:p>
          <a:p>
            <a:r>
              <a:rPr lang="en-US" dirty="0"/>
              <a:t>the last shall be first, </a:t>
            </a:r>
          </a:p>
          <a:p>
            <a:r>
              <a:rPr lang="en-US" dirty="0"/>
              <a:t>And nations for war no more shall study or thirst.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703421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Lord Jesus, make no delay, </a:t>
            </a:r>
          </a:p>
          <a:p>
            <a:r>
              <a:rPr lang="en-US" dirty="0"/>
              <a:t>Come, Lord Jesus, light up our way!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206725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097280"/>
            <a:ext cx="11852745" cy="55480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Day of the Lord shall come </a:t>
            </a:r>
          </a:p>
          <a:p>
            <a:r>
              <a:rPr lang="en-US" dirty="0"/>
              <a:t>but now is the time, </a:t>
            </a:r>
          </a:p>
          <a:p>
            <a:r>
              <a:rPr lang="en-US" dirty="0"/>
              <a:t>To topple earth’s wisdom </a:t>
            </a:r>
          </a:p>
          <a:p>
            <a:r>
              <a:rPr lang="en-US" dirty="0"/>
              <a:t>with Christ’s folly sublime, </a:t>
            </a:r>
          </a:p>
          <a:p>
            <a:r>
              <a:rPr lang="en-US" dirty="0"/>
              <a:t>By loving the loveless, </a:t>
            </a:r>
          </a:p>
          <a:p>
            <a:r>
              <a:rPr lang="en-US" dirty="0"/>
              <a:t>turning the tide and the cheek, </a:t>
            </a:r>
          </a:p>
          <a:p>
            <a:r>
              <a:rPr lang="en-US" dirty="0"/>
              <a:t>By walking beneath the cross in step with the weak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702203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Lord Jesus, make no delay, </a:t>
            </a:r>
          </a:p>
          <a:p>
            <a:r>
              <a:rPr lang="en-US" dirty="0"/>
              <a:t>Come, Lord Jesus, light up our way!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087740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94 - Come, my friends, let’s praise the Lord, alleluia,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" y="1432955"/>
            <a:ext cx="11988285" cy="5083601"/>
          </a:xfrm>
        </p:spPr>
        <p:txBody>
          <a:bodyPr/>
          <a:lstStyle/>
          <a:p>
            <a:r>
              <a:rPr lang="en-US" dirty="0"/>
              <a:t>Come, my friends, let’s praise the Lord, alleluia,</a:t>
            </a:r>
          </a:p>
          <a:p>
            <a:r>
              <a:rPr lang="en-US" dirty="0"/>
              <a:t>Praise the Lord, for he is God, alleluia.</a:t>
            </a:r>
          </a:p>
          <a:p>
            <a:endParaRPr lang="en-IN" dirty="0"/>
          </a:p>
          <a:p>
            <a:r>
              <a:rPr lang="en-US" dirty="0"/>
              <a:t>Come to him to give him thanks, alleluia, </a:t>
            </a:r>
          </a:p>
          <a:p>
            <a:r>
              <a:rPr lang="en-US" dirty="0"/>
              <a:t>Hail the Lord with joyful songs,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191013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mighty God is he, alleluia, </a:t>
            </a:r>
          </a:p>
          <a:p>
            <a:r>
              <a:rPr lang="en-US" dirty="0"/>
              <a:t>He is king of all the world, alleluia.</a:t>
            </a:r>
          </a:p>
          <a:p>
            <a:endParaRPr lang="en-IN" dirty="0"/>
          </a:p>
          <a:p>
            <a:r>
              <a:rPr lang="en-US" dirty="0"/>
              <a:t>In his hands are valleys deep, alleluia, </a:t>
            </a:r>
          </a:p>
          <a:p>
            <a:r>
              <a:rPr lang="en-US" dirty="0"/>
              <a:t>In his hands are mountain peaks,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023078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48" y="1097280"/>
            <a:ext cx="11899044" cy="5548069"/>
          </a:xfrm>
        </p:spPr>
        <p:txBody>
          <a:bodyPr/>
          <a:lstStyle/>
          <a:p>
            <a:r>
              <a:rPr lang="en-US" dirty="0"/>
              <a:t>In his hands are all seas, alleluia,</a:t>
            </a:r>
          </a:p>
          <a:p>
            <a:r>
              <a:rPr lang="en-US" dirty="0"/>
              <a:t>And the land which He has made, alleluia.</a:t>
            </a:r>
          </a:p>
          <a:p>
            <a:endParaRPr lang="en-US" dirty="0"/>
          </a:p>
          <a:p>
            <a:r>
              <a:rPr lang="en-US" dirty="0"/>
              <a:t>Come, my friends, let’s praise the Lord, alleluia, </a:t>
            </a:r>
          </a:p>
          <a:p>
            <a:r>
              <a:rPr lang="en-US" dirty="0"/>
              <a:t>He is our God and we are His, alleluia.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205956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Father, praise the Son, alleluia,</a:t>
            </a:r>
          </a:p>
          <a:p>
            <a:r>
              <a:rPr lang="en-US" dirty="0"/>
              <a:t>Praise the Holy Spirit too,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096912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95 - Come, O Lord, and set us free.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and set us free.  </a:t>
            </a:r>
          </a:p>
          <a:p>
            <a:r>
              <a:rPr lang="en-US" dirty="0"/>
              <a:t>Bring your people peace </a:t>
            </a:r>
          </a:p>
          <a:p>
            <a:r>
              <a:rPr lang="en-US" dirty="0"/>
              <a:t>Come, O Lord, and set us free, </a:t>
            </a:r>
          </a:p>
          <a:p>
            <a:r>
              <a:rPr lang="en-US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564666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 that great day a shoot shall sprout </a:t>
            </a:r>
          </a:p>
          <a:p>
            <a:r>
              <a:rPr lang="en-US" dirty="0"/>
              <a:t>From the stump of Jesse’s tree. </a:t>
            </a:r>
          </a:p>
          <a:p>
            <a:r>
              <a:rPr lang="en-US" dirty="0"/>
              <a:t>From ancient root new blossom rise </a:t>
            </a:r>
          </a:p>
          <a:p>
            <a:r>
              <a:rPr lang="en-US" dirty="0"/>
              <a:t>For his people to see! </a:t>
            </a:r>
          </a:p>
          <a:p>
            <a:r>
              <a:rPr lang="en-US" dirty="0"/>
              <a:t>The Spirit of God shall rest on him, </a:t>
            </a:r>
          </a:p>
          <a:p>
            <a:r>
              <a:rPr lang="en-US" dirty="0"/>
              <a:t>Make him wise to know his word, </a:t>
            </a:r>
          </a:p>
          <a:p>
            <a:r>
              <a:rPr lang="en-US" dirty="0"/>
              <a:t>A spirit of counsel and of strength </a:t>
            </a:r>
          </a:p>
          <a:p>
            <a:r>
              <a:rPr lang="en-US" dirty="0"/>
              <a:t>And the fear of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815054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and set us free.  </a:t>
            </a:r>
          </a:p>
          <a:p>
            <a:r>
              <a:rPr lang="en-US" dirty="0"/>
              <a:t>Bring your people peace </a:t>
            </a:r>
          </a:p>
          <a:p>
            <a:r>
              <a:rPr lang="en-US" dirty="0"/>
              <a:t>Come, O Lord, and set us free, </a:t>
            </a:r>
          </a:p>
          <a:p>
            <a:r>
              <a:rPr lang="en-US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739810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Then shall the wolf and the lamb be friends, </a:t>
            </a:r>
          </a:p>
          <a:p>
            <a:r>
              <a:rPr lang="en-US" dirty="0"/>
              <a:t>The kid and leopard play </a:t>
            </a:r>
          </a:p>
          <a:p>
            <a:r>
              <a:rPr lang="en-US" dirty="0"/>
              <a:t>Peacefully calf and lion browse </a:t>
            </a:r>
          </a:p>
          <a:p>
            <a:r>
              <a:rPr lang="en-US" dirty="0"/>
              <a:t>With each other that day! </a:t>
            </a:r>
          </a:p>
          <a:p>
            <a:r>
              <a:rPr lang="en-US" dirty="0"/>
              <a:t>From near and far they’ll seek him out, </a:t>
            </a:r>
          </a:p>
          <a:p>
            <a:r>
              <a:rPr lang="en-US" dirty="0"/>
              <a:t>His dwelling shall be filled </a:t>
            </a:r>
          </a:p>
          <a:p>
            <a:r>
              <a:rPr lang="en-US" dirty="0"/>
              <a:t>In all the earth no harm or pain </a:t>
            </a:r>
          </a:p>
          <a:p>
            <a:r>
              <a:rPr lang="en-US" dirty="0"/>
              <a:t>When they know of His will.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408850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and set us free.  </a:t>
            </a:r>
          </a:p>
          <a:p>
            <a:r>
              <a:rPr lang="en-US" dirty="0"/>
              <a:t>Bring your people peace </a:t>
            </a:r>
          </a:p>
          <a:p>
            <a:r>
              <a:rPr lang="en-US" dirty="0"/>
              <a:t>Come, O Lord, and set us free, </a:t>
            </a:r>
          </a:p>
          <a:p>
            <a:r>
              <a:rPr lang="en-US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226839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Justice shall be around his waist, </a:t>
            </a:r>
          </a:p>
          <a:p>
            <a:r>
              <a:rPr lang="en-US" dirty="0"/>
              <a:t>A band upon his hips</a:t>
            </a:r>
          </a:p>
          <a:p>
            <a:r>
              <a:rPr lang="en-US" dirty="0"/>
              <a:t>When he shall strike the wicked hearts </a:t>
            </a:r>
          </a:p>
          <a:p>
            <a:r>
              <a:rPr lang="en-US" dirty="0"/>
              <a:t>With a word from his lips</a:t>
            </a:r>
          </a:p>
          <a:p>
            <a:r>
              <a:rPr lang="en-US" dirty="0"/>
              <a:t>Then shall he lift the poor to him, </a:t>
            </a:r>
          </a:p>
          <a:p>
            <a:r>
              <a:rPr lang="en-US" dirty="0"/>
              <a:t>The evil he shall slay</a:t>
            </a:r>
          </a:p>
          <a:p>
            <a:r>
              <a:rPr lang="en-US" dirty="0"/>
              <a:t>To the afflicted shall he bring </a:t>
            </a:r>
          </a:p>
          <a:p>
            <a:r>
              <a:rPr lang="en-US" dirty="0"/>
              <a:t>His justice that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351237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and set us free.  </a:t>
            </a:r>
          </a:p>
          <a:p>
            <a:r>
              <a:rPr lang="en-US" dirty="0"/>
              <a:t>Bring your people peace </a:t>
            </a:r>
          </a:p>
          <a:p>
            <a:r>
              <a:rPr lang="en-US" dirty="0"/>
              <a:t>Come, O Lord, and set us free, </a:t>
            </a:r>
          </a:p>
          <a:p>
            <a:r>
              <a:rPr lang="en-US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150995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Then shall the root of Jesse be </a:t>
            </a:r>
          </a:p>
          <a:p>
            <a:r>
              <a:rPr lang="en-US" dirty="0"/>
              <a:t>A sign for all to come  </a:t>
            </a:r>
          </a:p>
          <a:p>
            <a:r>
              <a:rPr lang="en-US" dirty="0"/>
              <a:t>When all the nations are at peace </a:t>
            </a:r>
          </a:p>
          <a:p>
            <a:r>
              <a:rPr lang="en-US" dirty="0"/>
              <a:t>And their envies are gone </a:t>
            </a:r>
          </a:p>
          <a:p>
            <a:r>
              <a:rPr lang="en-US" dirty="0"/>
              <a:t>As when in ancient days the Lord </a:t>
            </a:r>
          </a:p>
          <a:p>
            <a:r>
              <a:rPr lang="en-US" dirty="0"/>
              <a:t>He made the sea-bed firm </a:t>
            </a:r>
          </a:p>
          <a:p>
            <a:r>
              <a:rPr lang="en-US" dirty="0"/>
              <a:t>Then shall he make a highway </a:t>
            </a:r>
          </a:p>
          <a:p>
            <a:r>
              <a:rPr lang="en-US" dirty="0"/>
              <a:t>For His people’s return.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94030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and set us free.  </a:t>
            </a:r>
          </a:p>
          <a:p>
            <a:r>
              <a:rPr lang="en-US" dirty="0"/>
              <a:t>Bring your people peace </a:t>
            </a:r>
          </a:p>
          <a:p>
            <a:r>
              <a:rPr lang="en-US" dirty="0"/>
              <a:t>Come, O Lord, and set us free, </a:t>
            </a:r>
          </a:p>
          <a:p>
            <a:r>
              <a:rPr lang="en-US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549980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96 - Come, O Lord, our hunger to relieve.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our hunger to relieve.  </a:t>
            </a:r>
          </a:p>
          <a:p>
            <a:r>
              <a:rPr lang="en-US" dirty="0"/>
              <a:t>Come, O Christ, our spirit to revive.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115910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your touch, our wounds are healed, </a:t>
            </a:r>
          </a:p>
          <a:p>
            <a:r>
              <a:rPr lang="en-US" dirty="0"/>
              <a:t>Through you, we are made whole,</a:t>
            </a:r>
          </a:p>
          <a:p>
            <a:r>
              <a:rPr lang="en-US" dirty="0"/>
              <a:t>By your touch our guilt is gone:  </a:t>
            </a:r>
          </a:p>
          <a:p>
            <a:r>
              <a:rPr lang="en-US" dirty="0"/>
              <a:t>Forgiven are our sins.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735814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our hunger to relieve.  </a:t>
            </a:r>
          </a:p>
          <a:p>
            <a:r>
              <a:rPr lang="en-US" dirty="0"/>
              <a:t>Come, O Christ, our spirit to revive.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490796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your touch, our fears subside:  </a:t>
            </a:r>
          </a:p>
          <a:p>
            <a:r>
              <a:rPr lang="en-US" dirty="0"/>
              <a:t>Through you we walk aright.</a:t>
            </a:r>
          </a:p>
          <a:p>
            <a:r>
              <a:rPr lang="en-US" dirty="0"/>
              <a:t>By your touch, you break our chains: </a:t>
            </a:r>
          </a:p>
          <a:p>
            <a:r>
              <a:rPr lang="en-US" dirty="0"/>
              <a:t>Through you, we are made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583916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our hunger to relieve.  </a:t>
            </a:r>
          </a:p>
          <a:p>
            <a:r>
              <a:rPr lang="en-US" dirty="0"/>
              <a:t>Come, O Christ, our spirit to revive.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845392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Spirit, we are one: </a:t>
            </a:r>
          </a:p>
          <a:p>
            <a:r>
              <a:rPr lang="en-US" dirty="0"/>
              <a:t>You are the God of love.</a:t>
            </a:r>
          </a:p>
          <a:p>
            <a:r>
              <a:rPr lang="en-US" dirty="0"/>
              <a:t>Our blind eyes begin to see: </a:t>
            </a:r>
          </a:p>
          <a:p>
            <a:r>
              <a:rPr lang="en-US" dirty="0"/>
              <a:t>You are the God of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190555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our hunger to relieve.  </a:t>
            </a:r>
          </a:p>
          <a:p>
            <a:r>
              <a:rPr lang="en-US" dirty="0"/>
              <a:t>Come, O Christ, our spirit to revive.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444464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stay with us on earth: </a:t>
            </a:r>
          </a:p>
          <a:p>
            <a:r>
              <a:rPr lang="en-US" dirty="0"/>
              <a:t>You are the God of peace.</a:t>
            </a:r>
          </a:p>
          <a:p>
            <a:r>
              <a:rPr lang="en-US" dirty="0"/>
              <a:t>To your kingdom, welcome all: </a:t>
            </a:r>
          </a:p>
          <a:p>
            <a:r>
              <a:rPr lang="en-US" dirty="0"/>
              <a:t>You are the God of Hope.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764279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Lord, our hunger to relieve.  </a:t>
            </a:r>
          </a:p>
          <a:p>
            <a:r>
              <a:rPr lang="en-US" dirty="0"/>
              <a:t>Come, O Christ, our spirit to revive.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21386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97 - Come on and celebrate,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on and celebrate,   </a:t>
            </a:r>
          </a:p>
          <a:p>
            <a:r>
              <a:rPr lang="en-US" dirty="0"/>
              <a:t>Celebrate, celebrate and sing,</a:t>
            </a:r>
          </a:p>
          <a:p>
            <a:r>
              <a:rPr lang="en-US" dirty="0"/>
              <a:t>Celebrate and sing to the Lord.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399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836830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Come on and celebrate, </a:t>
            </a:r>
          </a:p>
          <a:p>
            <a:r>
              <a:rPr lang="en-US" dirty="0"/>
              <a:t>His gift of love we will celebrate, </a:t>
            </a:r>
          </a:p>
          <a:p>
            <a:r>
              <a:rPr lang="en-US" dirty="0"/>
              <a:t>The Son of God who loved us and gave us life. </a:t>
            </a:r>
          </a:p>
          <a:p>
            <a:r>
              <a:rPr lang="en-US" dirty="0"/>
              <a:t>We’ll shout your praise, O Lord, </a:t>
            </a:r>
          </a:p>
          <a:p>
            <a:r>
              <a:rPr lang="en-US" dirty="0"/>
              <a:t>You give us joy nothing else can bring,</a:t>
            </a:r>
          </a:p>
          <a:p>
            <a:r>
              <a:rPr lang="en-US" dirty="0"/>
              <a:t>We’ll give to you our offering </a:t>
            </a:r>
          </a:p>
          <a:p>
            <a:r>
              <a:rPr lang="en-US" dirty="0"/>
              <a:t>in celebration praise.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090906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on and celebrate,   </a:t>
            </a:r>
          </a:p>
          <a:p>
            <a:r>
              <a:rPr lang="en-US" dirty="0"/>
              <a:t>Celebrate, celebrate and sing,</a:t>
            </a:r>
          </a:p>
          <a:p>
            <a:r>
              <a:rPr lang="en-US" dirty="0"/>
              <a:t>Celebrate and sing to the Lord.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734623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Lift up your voice to praise</a:t>
            </a:r>
          </a:p>
          <a:p>
            <a:r>
              <a:rPr lang="en-US" dirty="0"/>
              <a:t>The name above every other name,</a:t>
            </a:r>
          </a:p>
          <a:p>
            <a:r>
              <a:rPr lang="en-US" dirty="0"/>
              <a:t>Jesus the Christ who saved us from sin and death.</a:t>
            </a:r>
          </a:p>
          <a:p>
            <a:r>
              <a:rPr lang="en-US" dirty="0"/>
              <a:t>Let’s bend our knees to Him,</a:t>
            </a:r>
          </a:p>
          <a:p>
            <a:r>
              <a:rPr lang="en-US" dirty="0"/>
              <a:t>Our tongue confess that He’s Lord indeed,</a:t>
            </a:r>
          </a:p>
          <a:p>
            <a:r>
              <a:rPr lang="en-US" dirty="0"/>
              <a:t>Let’s give to Him our offering in celebration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287359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on and celebrate,   </a:t>
            </a:r>
          </a:p>
          <a:p>
            <a:r>
              <a:rPr lang="en-US" dirty="0"/>
              <a:t>Celebrate, celebrate and sing,</a:t>
            </a:r>
          </a:p>
          <a:p>
            <a:r>
              <a:rPr lang="en-US" dirty="0"/>
              <a:t>Celebrate and sing to the Lord.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423887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57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98 - Come praise the Lord the Almighty, the King of all nations.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75076"/>
            <a:ext cx="11753537" cy="5176198"/>
          </a:xfrm>
        </p:spPr>
        <p:txBody>
          <a:bodyPr/>
          <a:lstStyle/>
          <a:p>
            <a:r>
              <a:rPr lang="en-US" dirty="0"/>
              <a:t>Come praise the Lord the Almighty, the King of all nations.</a:t>
            </a:r>
          </a:p>
          <a:p>
            <a:r>
              <a:rPr lang="en-US" dirty="0"/>
              <a:t>Tell forth his fame, O ye peoples, </a:t>
            </a:r>
          </a:p>
          <a:p>
            <a:r>
              <a:rPr lang="en-US" dirty="0"/>
              <a:t>With loud acclamations.</a:t>
            </a:r>
          </a:p>
          <a:p>
            <a:r>
              <a:rPr lang="en-US" dirty="0"/>
              <a:t>His love is sure, faithful his word shall endure,</a:t>
            </a:r>
          </a:p>
          <a:p>
            <a:r>
              <a:rPr lang="en-US" dirty="0"/>
              <a:t>Steadfast through all generations.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887437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Praise to the Father most gracious, </a:t>
            </a:r>
          </a:p>
          <a:p>
            <a:r>
              <a:rPr lang="en-US" dirty="0"/>
              <a:t>the Lord of creation.</a:t>
            </a:r>
          </a:p>
          <a:p>
            <a:r>
              <a:rPr lang="en-US" dirty="0"/>
              <a:t>Praise to his Son, the Redeemer </a:t>
            </a:r>
          </a:p>
          <a:p>
            <a:r>
              <a:rPr lang="en-US" dirty="0"/>
              <a:t>Who wrought our salvation.</a:t>
            </a:r>
          </a:p>
          <a:p>
            <a:r>
              <a:rPr lang="en-US" dirty="0"/>
              <a:t>O heavenly Dove, praise to thee, </a:t>
            </a:r>
          </a:p>
          <a:p>
            <a:r>
              <a:rPr lang="en-US" dirty="0"/>
              <a:t>fruit of their love</a:t>
            </a:r>
          </a:p>
          <a:p>
            <a:r>
              <a:rPr lang="en-US" dirty="0"/>
              <a:t>Giver of all consolation.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094736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99" y="326850"/>
            <a:ext cx="10632311" cy="561202"/>
          </a:xfrm>
        </p:spPr>
        <p:txBody>
          <a:bodyPr>
            <a:noAutofit/>
          </a:bodyPr>
          <a:lstStyle/>
          <a:p>
            <a:r>
              <a:rPr lang="en-US" sz="4400" dirty="0"/>
              <a:t>99 - Come, priestly people, God’s kingly race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God’s kingly race,  </a:t>
            </a:r>
          </a:p>
          <a:p>
            <a:r>
              <a:rPr lang="en-US" dirty="0"/>
              <a:t>Dedicated nation, people of God, </a:t>
            </a:r>
          </a:p>
          <a:p>
            <a:r>
              <a:rPr lang="en-US" dirty="0"/>
              <a:t>Come and praise your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164955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sing to you, </a:t>
            </a:r>
          </a:p>
          <a:p>
            <a:r>
              <a:rPr lang="en-US" dirty="0"/>
              <a:t>O Christ, beloved Son of the Father, </a:t>
            </a:r>
          </a:p>
          <a:p>
            <a:r>
              <a:rPr lang="en-US" dirty="0"/>
              <a:t>We give you praise, </a:t>
            </a:r>
          </a:p>
          <a:p>
            <a:r>
              <a:rPr lang="en-US" dirty="0"/>
              <a:t>O Wisdom everlasting and Word of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213425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God’s kingly race,  </a:t>
            </a:r>
          </a:p>
          <a:p>
            <a:r>
              <a:rPr lang="en-US" dirty="0"/>
              <a:t>Dedicated nation, people of God, </a:t>
            </a:r>
          </a:p>
          <a:p>
            <a:r>
              <a:rPr lang="en-US" dirty="0"/>
              <a:t>Come and praise your Lord.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018689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sing to you, </a:t>
            </a:r>
          </a:p>
          <a:p>
            <a:r>
              <a:rPr lang="en-US" dirty="0"/>
              <a:t>O Son born of Mary the Virgin, </a:t>
            </a:r>
          </a:p>
          <a:p>
            <a:r>
              <a:rPr lang="en-US" dirty="0"/>
              <a:t>We give you praise, </a:t>
            </a:r>
          </a:p>
          <a:p>
            <a:r>
              <a:rPr lang="en-US" dirty="0"/>
              <a:t>Our Brother born to heal us, our saving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878947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God’s kingly race,  </a:t>
            </a:r>
          </a:p>
          <a:p>
            <a:r>
              <a:rPr lang="en-US" dirty="0"/>
              <a:t>Dedicated nation, people of God, </a:t>
            </a:r>
          </a:p>
          <a:p>
            <a:r>
              <a:rPr lang="en-US" dirty="0"/>
              <a:t>Come and praise your Lord.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53630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sing to you, </a:t>
            </a:r>
          </a:p>
          <a:p>
            <a:r>
              <a:rPr lang="en-US" dirty="0"/>
              <a:t>O light bringing us out of darkness,</a:t>
            </a:r>
          </a:p>
          <a:p>
            <a:r>
              <a:rPr lang="en-US" dirty="0"/>
              <a:t>We give you praise, </a:t>
            </a:r>
          </a:p>
          <a:p>
            <a:r>
              <a:rPr lang="en-US" dirty="0"/>
              <a:t>O guiding Light, who shows us the way to heaven.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099436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God’s kingly race,  </a:t>
            </a:r>
          </a:p>
          <a:p>
            <a:r>
              <a:rPr lang="en-US" dirty="0"/>
              <a:t>Dedicated nation, people of God, </a:t>
            </a:r>
          </a:p>
          <a:p>
            <a:r>
              <a:rPr lang="en-US" dirty="0"/>
              <a:t>Come and praise your Lord.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028794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sing to you, </a:t>
            </a:r>
          </a:p>
          <a:p>
            <a:r>
              <a:rPr lang="en-US" dirty="0"/>
              <a:t>Messiah foretold by the prophets, </a:t>
            </a:r>
          </a:p>
          <a:p>
            <a:r>
              <a:rPr lang="en-US" dirty="0"/>
              <a:t>We give you praise, </a:t>
            </a:r>
          </a:p>
          <a:p>
            <a:r>
              <a:rPr lang="en-US" dirty="0"/>
              <a:t>O Son of David and Son of Abraham.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6801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God’s kingly race,  </a:t>
            </a:r>
          </a:p>
          <a:p>
            <a:r>
              <a:rPr lang="en-US" dirty="0"/>
              <a:t>Dedicated nation, people of God, </a:t>
            </a:r>
          </a:p>
          <a:p>
            <a:r>
              <a:rPr lang="en-US" dirty="0"/>
              <a:t>Come and praise your Lord.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760721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100 - Come to the table of the Lord, my friends,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59330"/>
            <a:ext cx="11753537" cy="5548069"/>
          </a:xfrm>
        </p:spPr>
        <p:txBody>
          <a:bodyPr/>
          <a:lstStyle/>
          <a:p>
            <a:r>
              <a:rPr lang="en-US" dirty="0"/>
              <a:t>Come to the table of the Lord, my friends,   </a:t>
            </a:r>
          </a:p>
          <a:p>
            <a:r>
              <a:rPr lang="en-US" dirty="0"/>
              <a:t>Come to the altar of his love.</a:t>
            </a:r>
          </a:p>
          <a:p>
            <a:endParaRPr lang="en-IN" dirty="0"/>
          </a:p>
          <a:p>
            <a:r>
              <a:rPr lang="en-US" dirty="0"/>
              <a:t>Bring him your cloudy doubts and fears,</a:t>
            </a:r>
          </a:p>
          <a:p>
            <a:r>
              <a:rPr lang="en-US" dirty="0"/>
              <a:t> my friends, </a:t>
            </a:r>
          </a:p>
          <a:p>
            <a:r>
              <a:rPr lang="en-US" dirty="0"/>
              <a:t>Bring him the storms within your hearts.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400824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the table of the Lord, my friends,   </a:t>
            </a:r>
          </a:p>
          <a:p>
            <a:r>
              <a:rPr lang="en-US" dirty="0"/>
              <a:t>Come to the altar of his love.</a:t>
            </a:r>
          </a:p>
          <a:p>
            <a:r>
              <a:rPr lang="en-US" dirty="0"/>
              <a:t>He lived and died for you and me, </a:t>
            </a:r>
          </a:p>
          <a:p>
            <a:r>
              <a:rPr lang="en-US" dirty="0"/>
              <a:t>my friends</a:t>
            </a:r>
          </a:p>
          <a:p>
            <a:r>
              <a:rPr lang="en-US" dirty="0" err="1"/>
              <a:t>Hecomes</a:t>
            </a:r>
            <a:r>
              <a:rPr lang="en-US" dirty="0"/>
              <a:t> again to us today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4716180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the table of the Lord, my friends,   </a:t>
            </a:r>
          </a:p>
          <a:p>
            <a:r>
              <a:rPr lang="en-US" dirty="0"/>
              <a:t>Come to the altar of his love.</a:t>
            </a:r>
          </a:p>
          <a:p>
            <a:r>
              <a:rPr lang="en-US" dirty="0"/>
              <a:t>True love means giving of yourselves, </a:t>
            </a:r>
          </a:p>
          <a:p>
            <a:r>
              <a:rPr lang="en-US" dirty="0"/>
              <a:t>my friends, </a:t>
            </a:r>
          </a:p>
          <a:p>
            <a:r>
              <a:rPr lang="en-US" dirty="0"/>
              <a:t>Demanding nothing in return.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693825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101 - Come to the waters, all you who thirst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 to the waters, all you who thirst, </a:t>
            </a:r>
          </a:p>
          <a:p>
            <a:r>
              <a:rPr lang="en-US" dirty="0"/>
              <a:t>Come now and eat my bread.  </a:t>
            </a:r>
          </a:p>
          <a:p>
            <a:r>
              <a:rPr lang="en-US" dirty="0"/>
              <a:t>As earth that is dry and parched </a:t>
            </a:r>
          </a:p>
          <a:p>
            <a:r>
              <a:rPr lang="en-US" dirty="0"/>
              <a:t>In the sun lies waiting for rain, </a:t>
            </a:r>
          </a:p>
          <a:p>
            <a:r>
              <a:rPr lang="en-US" dirty="0"/>
              <a:t>My soul is a desert, arid and waste, </a:t>
            </a:r>
          </a:p>
          <a:p>
            <a:r>
              <a:rPr lang="en-US" dirty="0"/>
              <a:t>It longs for your Word, O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228302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you have no money,</a:t>
            </a:r>
          </a:p>
          <a:p>
            <a:r>
              <a:rPr lang="en-US" dirty="0"/>
              <a:t>Come, buy my corn</a:t>
            </a:r>
          </a:p>
          <a:p>
            <a:r>
              <a:rPr lang="en-US" dirty="0"/>
              <a:t>And drink my red wine.</a:t>
            </a:r>
          </a:p>
          <a:p>
            <a:r>
              <a:rPr lang="en-US" dirty="0"/>
              <a:t>Why spend precious gold </a:t>
            </a:r>
          </a:p>
          <a:p>
            <a:r>
              <a:rPr lang="en-US" dirty="0"/>
              <a:t>On what will not last? </a:t>
            </a:r>
          </a:p>
          <a:p>
            <a:r>
              <a:rPr lang="en-US" dirty="0"/>
              <a:t>Hear me, and your soul will live.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112712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your light, </a:t>
            </a:r>
          </a:p>
          <a:p>
            <a:r>
              <a:rPr lang="en-US" dirty="0"/>
              <a:t>The Lord is your strength; </a:t>
            </a:r>
          </a:p>
          <a:p>
            <a:r>
              <a:rPr lang="en-US" dirty="0"/>
              <a:t>Turn back to him now.</a:t>
            </a:r>
          </a:p>
          <a:p>
            <a:r>
              <a:rPr lang="en-US" dirty="0"/>
              <a:t>For his ways are not </a:t>
            </a:r>
          </a:p>
          <a:p>
            <a:r>
              <a:rPr lang="en-US" dirty="0"/>
              <a:t>The ways you would choose </a:t>
            </a:r>
          </a:p>
          <a:p>
            <a:r>
              <a:rPr lang="en-US" dirty="0"/>
              <a:t>And his thoughts are always new.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384180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rain from the mountains </a:t>
            </a:r>
          </a:p>
          <a:p>
            <a:r>
              <a:rPr lang="en-US" dirty="0"/>
              <a:t>Falls on the land </a:t>
            </a:r>
          </a:p>
          <a:p>
            <a:r>
              <a:rPr lang="en-US" dirty="0"/>
              <a:t>And brings forth the seed,</a:t>
            </a:r>
          </a:p>
          <a:p>
            <a:r>
              <a:rPr lang="en-US" dirty="0"/>
              <a:t>The Word of the Lord </a:t>
            </a:r>
          </a:p>
          <a:p>
            <a:r>
              <a:rPr lang="en-US" dirty="0"/>
              <a:t>Sinks deep in our hearts, </a:t>
            </a:r>
          </a:p>
          <a:p>
            <a:r>
              <a:rPr lang="en-US" dirty="0"/>
              <a:t>Creating the flower of truth.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078709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65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102 - Come with your music and sing to the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32951"/>
            <a:ext cx="11753537" cy="4967854"/>
          </a:xfrm>
        </p:spPr>
        <p:txBody>
          <a:bodyPr/>
          <a:lstStyle/>
          <a:p>
            <a:r>
              <a:rPr lang="en-US" dirty="0"/>
              <a:t>Come with your music and sing to the Lord,  </a:t>
            </a:r>
          </a:p>
          <a:p>
            <a:r>
              <a:rPr lang="en-US" dirty="0"/>
              <a:t>Praise to the name of the Lord. </a:t>
            </a:r>
          </a:p>
          <a:p>
            <a:r>
              <a:rPr lang="en-US" dirty="0"/>
              <a:t>Gather and lift up your voice in His praise, </a:t>
            </a:r>
          </a:p>
          <a:p>
            <a:r>
              <a:rPr lang="en-US" dirty="0"/>
              <a:t>Lord of our gladness, gladness and joy.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178368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your refuge, you people of God,</a:t>
            </a:r>
          </a:p>
          <a:p>
            <a:r>
              <a:rPr lang="en-US" dirty="0"/>
              <a:t>Praise to the name of the Lord. </a:t>
            </a:r>
          </a:p>
          <a:p>
            <a:r>
              <a:rPr lang="en-US" dirty="0"/>
              <a:t>Master of space and the maker of earth,</a:t>
            </a:r>
          </a:p>
          <a:p>
            <a:r>
              <a:rPr lang="en-US" dirty="0"/>
              <a:t>Lord of our gladness, gladness and joy.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543634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Offer him glory and power and praise,</a:t>
            </a:r>
          </a:p>
          <a:p>
            <a:r>
              <a:rPr lang="en-US" dirty="0"/>
              <a:t>Praise to the name of the Lord.  </a:t>
            </a:r>
          </a:p>
          <a:p>
            <a:r>
              <a:rPr lang="en-US" dirty="0"/>
              <a:t>Lord and Creator, our Father and God,</a:t>
            </a:r>
          </a:p>
          <a:p>
            <a:r>
              <a:rPr lang="en-US" dirty="0"/>
              <a:t>Lord of our gladness, gladness and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495687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priestly people, O come, Kingly race, </a:t>
            </a:r>
          </a:p>
          <a:p>
            <a:r>
              <a:rPr lang="en-US" dirty="0"/>
              <a:t>Praise to the name of the Lord. </a:t>
            </a:r>
          </a:p>
          <a:p>
            <a:r>
              <a:rPr lang="en-US" dirty="0"/>
              <a:t>Sing till the power of the Lord comes on you,</a:t>
            </a:r>
          </a:p>
          <a:p>
            <a:r>
              <a:rPr lang="en-US" dirty="0"/>
              <a:t>Lord of our gladness, gladness and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934825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103 - Comfort, comfort my people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Comfort, comfort my people, </a:t>
            </a:r>
          </a:p>
          <a:p>
            <a:r>
              <a:rPr lang="en-US" dirty="0"/>
              <a:t>says the Lord your God.</a:t>
            </a:r>
          </a:p>
          <a:p>
            <a:r>
              <a:rPr lang="en-US" dirty="0"/>
              <a:t>Cry out loud to Jerusalem: </a:t>
            </a:r>
          </a:p>
          <a:p>
            <a:r>
              <a:rPr lang="en-US" dirty="0"/>
              <a:t>God has pardoned you.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166930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valley shall be filled, </a:t>
            </a:r>
          </a:p>
          <a:p>
            <a:r>
              <a:rPr lang="en-US" dirty="0"/>
              <a:t>every mount and hill made low.</a:t>
            </a:r>
          </a:p>
          <a:p>
            <a:r>
              <a:rPr lang="en-US" dirty="0"/>
              <a:t>Comfort, comfort my people, </a:t>
            </a:r>
          </a:p>
          <a:p>
            <a:r>
              <a:rPr lang="en-US" dirty="0"/>
              <a:t>says the Lord your God.</a:t>
            </a:r>
          </a:p>
          <a:p>
            <a:r>
              <a:rPr lang="en-US" dirty="0"/>
              <a:t>Cry out loud to Jerusalem: </a:t>
            </a:r>
          </a:p>
          <a:p>
            <a:r>
              <a:rPr lang="en-US" dirty="0"/>
              <a:t>God has pardoned you.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009431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desert, </a:t>
            </a:r>
          </a:p>
          <a:p>
            <a:r>
              <a:rPr lang="en-US" dirty="0"/>
              <a:t>make a path for the Lord, Emmanuel</a:t>
            </a:r>
          </a:p>
          <a:p>
            <a:r>
              <a:rPr lang="en-US" dirty="0"/>
              <a:t>Comfort, comfort my people, </a:t>
            </a:r>
          </a:p>
          <a:p>
            <a:r>
              <a:rPr lang="en-US" dirty="0"/>
              <a:t>says the Lord your God.</a:t>
            </a:r>
          </a:p>
          <a:p>
            <a:r>
              <a:rPr lang="en-US" dirty="0"/>
              <a:t>Cry out loud to Jerusalem: </a:t>
            </a:r>
          </a:p>
          <a:p>
            <a:r>
              <a:rPr lang="en-US" dirty="0"/>
              <a:t>God has pardoned you.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020065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glory of the Lord </a:t>
            </a:r>
          </a:p>
          <a:p>
            <a:r>
              <a:rPr lang="en-US" dirty="0"/>
              <a:t>soon shall be revealed to me.</a:t>
            </a:r>
          </a:p>
          <a:p>
            <a:r>
              <a:rPr lang="en-US" dirty="0"/>
              <a:t>Comfort, comfort my people, </a:t>
            </a:r>
          </a:p>
          <a:p>
            <a:r>
              <a:rPr lang="en-US" dirty="0"/>
              <a:t>says the Lord your God.</a:t>
            </a:r>
          </a:p>
          <a:p>
            <a:r>
              <a:rPr lang="en-US" dirty="0"/>
              <a:t>Cry out loud to Jerusalem: </a:t>
            </a:r>
          </a:p>
          <a:p>
            <a:r>
              <a:rPr lang="en-US" dirty="0"/>
              <a:t>God has pardoned you.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634900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104 - Coming home, never more to roam!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home, coming home, </a:t>
            </a:r>
          </a:p>
          <a:p>
            <a:r>
              <a:rPr lang="en-US" dirty="0"/>
              <a:t>never more to roam! </a:t>
            </a:r>
          </a:p>
          <a:p>
            <a:r>
              <a:rPr lang="en-US" dirty="0"/>
              <a:t>Open wide Thine arms of love, </a:t>
            </a:r>
          </a:p>
          <a:p>
            <a:r>
              <a:rPr lang="en-US" dirty="0"/>
              <a:t>Lord, I’m coming home.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806357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wandered far away from God, </a:t>
            </a:r>
          </a:p>
          <a:p>
            <a:r>
              <a:rPr lang="en-US" dirty="0"/>
              <a:t>now I’m coming home. </a:t>
            </a:r>
          </a:p>
          <a:p>
            <a:r>
              <a:rPr lang="en-US" dirty="0"/>
              <a:t>The paths of sin too long I’ve trod, </a:t>
            </a:r>
          </a:p>
          <a:p>
            <a:r>
              <a:rPr lang="en-US" dirty="0"/>
              <a:t>Lord, I’m coming home.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300006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home, coming home, </a:t>
            </a:r>
          </a:p>
          <a:p>
            <a:r>
              <a:rPr lang="en-US" dirty="0"/>
              <a:t>never more to roam! </a:t>
            </a:r>
          </a:p>
          <a:p>
            <a:r>
              <a:rPr lang="en-US" dirty="0"/>
              <a:t>Open wide </a:t>
            </a:r>
            <a:r>
              <a:rPr lang="en-US" dirty="0" err="1"/>
              <a:t>Thine</a:t>
            </a:r>
            <a:r>
              <a:rPr lang="en-US" dirty="0"/>
              <a:t> arms of love, </a:t>
            </a:r>
          </a:p>
          <a:p>
            <a:r>
              <a:rPr lang="en-US" dirty="0"/>
              <a:t>Lord, I’m coming home.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912543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wasted many precious years, </a:t>
            </a:r>
          </a:p>
          <a:p>
            <a:r>
              <a:rPr lang="en-US" dirty="0"/>
              <a:t>now I’m coming home. </a:t>
            </a:r>
          </a:p>
          <a:p>
            <a:r>
              <a:rPr lang="en-US" dirty="0"/>
              <a:t>I now repent with bitter tears, </a:t>
            </a:r>
          </a:p>
          <a:p>
            <a:r>
              <a:rPr lang="en-US" dirty="0"/>
              <a:t>Lord, I’m coming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881161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home, coming home, </a:t>
            </a:r>
          </a:p>
          <a:p>
            <a:r>
              <a:rPr lang="en-US" dirty="0"/>
              <a:t>never more to roam! </a:t>
            </a:r>
          </a:p>
          <a:p>
            <a:r>
              <a:rPr lang="en-US" dirty="0"/>
              <a:t>Open wide </a:t>
            </a:r>
            <a:r>
              <a:rPr lang="en-US" dirty="0" err="1"/>
              <a:t>Thine</a:t>
            </a:r>
            <a:r>
              <a:rPr lang="en-US" dirty="0"/>
              <a:t> arms of love, </a:t>
            </a:r>
          </a:p>
          <a:p>
            <a:r>
              <a:rPr lang="en-US" dirty="0"/>
              <a:t>Lord, I’m coming home.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436597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tired of sin and straying, </a:t>
            </a:r>
          </a:p>
          <a:p>
            <a:r>
              <a:rPr lang="en-US" dirty="0"/>
              <a:t>Lord, now I’m coming home. </a:t>
            </a:r>
          </a:p>
          <a:p>
            <a:r>
              <a:rPr lang="en-US" dirty="0"/>
              <a:t>I’ll trust Thy love, believe Thy word, </a:t>
            </a:r>
          </a:p>
          <a:p>
            <a:r>
              <a:rPr lang="en-US" dirty="0"/>
              <a:t>Lord, I’m coming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954414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home, coming home, </a:t>
            </a:r>
          </a:p>
          <a:p>
            <a:r>
              <a:rPr lang="en-US" dirty="0"/>
              <a:t>never more to roam! </a:t>
            </a:r>
          </a:p>
          <a:p>
            <a:r>
              <a:rPr lang="en-US" dirty="0"/>
              <a:t>Open wide </a:t>
            </a:r>
            <a:r>
              <a:rPr lang="en-US" dirty="0" err="1"/>
              <a:t>Thine</a:t>
            </a:r>
            <a:r>
              <a:rPr lang="en-US" dirty="0"/>
              <a:t> arms of love, </a:t>
            </a:r>
          </a:p>
          <a:p>
            <a:r>
              <a:rPr lang="en-US" dirty="0"/>
              <a:t>Lord, I’m coming home.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151701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soul is sick, my heart is sore, </a:t>
            </a:r>
          </a:p>
          <a:p>
            <a:r>
              <a:rPr lang="en-US" dirty="0"/>
              <a:t>now I’m coming home.  </a:t>
            </a:r>
          </a:p>
          <a:p>
            <a:r>
              <a:rPr lang="en-US" dirty="0"/>
              <a:t>My strength renew, my hope restore, </a:t>
            </a:r>
          </a:p>
          <a:p>
            <a:r>
              <a:rPr lang="en-US" dirty="0"/>
              <a:t>Lord, I’m coming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936513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home, coming home, </a:t>
            </a:r>
          </a:p>
          <a:p>
            <a:r>
              <a:rPr lang="en-US" dirty="0"/>
              <a:t>never more to roam! </a:t>
            </a:r>
          </a:p>
          <a:p>
            <a:r>
              <a:rPr lang="en-US" dirty="0"/>
              <a:t>Open wide </a:t>
            </a:r>
            <a:r>
              <a:rPr lang="en-US" dirty="0" err="1"/>
              <a:t>Thine</a:t>
            </a:r>
            <a:r>
              <a:rPr lang="en-US" dirty="0"/>
              <a:t> arms of love, </a:t>
            </a:r>
          </a:p>
          <a:p>
            <a:r>
              <a:rPr lang="en-US" dirty="0"/>
              <a:t>Lord, I’m coming home.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806696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105 - Day is done but love remains,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is done but love remains,  </a:t>
            </a:r>
          </a:p>
          <a:p>
            <a:r>
              <a:rPr lang="en-US" dirty="0"/>
              <a:t>Shadows fall but steadfast hope prevails. </a:t>
            </a:r>
          </a:p>
          <a:p>
            <a:r>
              <a:rPr lang="en-US" dirty="0"/>
              <a:t>Loving Father, calm our fear, </a:t>
            </a:r>
          </a:p>
          <a:p>
            <a:r>
              <a:rPr lang="en-US" dirty="0"/>
              <a:t>Watch our sleep, be ever near.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248272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darkness now descends </a:t>
            </a:r>
          </a:p>
          <a:p>
            <a:r>
              <a:rPr lang="en-US" dirty="0"/>
              <a:t>Yet your light shines through our night. </a:t>
            </a:r>
          </a:p>
          <a:p>
            <a:r>
              <a:rPr lang="en-US" dirty="0"/>
              <a:t>You are ever with us, Lord, </a:t>
            </a:r>
          </a:p>
          <a:p>
            <a:r>
              <a:rPr lang="en-US" dirty="0"/>
              <a:t>Guiding us with strength and might.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719185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with sleep our eyes we close, </a:t>
            </a:r>
          </a:p>
          <a:p>
            <a:r>
              <a:rPr lang="en-US" dirty="0"/>
              <a:t>You will watch us by our side. </a:t>
            </a:r>
          </a:p>
          <a:p>
            <a:r>
              <a:rPr lang="en-US" dirty="0"/>
              <a:t>If we die, in sweet repose. </a:t>
            </a:r>
          </a:p>
          <a:p>
            <a:r>
              <a:rPr lang="en-US" dirty="0"/>
              <a:t>Safe in love we still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290743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pardon all our sins, </a:t>
            </a:r>
          </a:p>
          <a:p>
            <a:r>
              <a:rPr lang="en-US" dirty="0"/>
              <a:t>Is our prayer this eventide.</a:t>
            </a:r>
          </a:p>
          <a:p>
            <a:r>
              <a:rPr lang="en-US" dirty="0"/>
              <a:t>Day is spent, the night begins, </a:t>
            </a:r>
          </a:p>
          <a:p>
            <a:r>
              <a:rPr lang="en-US" dirty="0"/>
              <a:t>Therefore, Lord, with us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827896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106 - Day of the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of the Lord, </a:t>
            </a:r>
          </a:p>
          <a:p>
            <a:r>
              <a:rPr lang="en-US" dirty="0"/>
              <a:t>day when we raise our hearts in praise </a:t>
            </a:r>
          </a:p>
          <a:p>
            <a:r>
              <a:rPr lang="en-US" dirty="0"/>
              <a:t>And thanks to the Lord, </a:t>
            </a:r>
          </a:p>
          <a:p>
            <a:r>
              <a:rPr lang="en-US" dirty="0"/>
              <a:t>Peace in our hearts this day of rest!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894669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May God be praised from hour to hour, </a:t>
            </a:r>
          </a:p>
          <a:p>
            <a:r>
              <a:rPr lang="en-US" dirty="0"/>
              <a:t>Holy his name and mighty his power, </a:t>
            </a:r>
          </a:p>
          <a:p>
            <a:r>
              <a:rPr lang="en-US" dirty="0"/>
              <a:t>Alleluia, alleluia.</a:t>
            </a:r>
          </a:p>
          <a:p>
            <a:endParaRPr lang="en-US" sz="1600" dirty="0"/>
          </a:p>
          <a:p>
            <a:r>
              <a:rPr lang="en-US" dirty="0"/>
              <a:t>Day of the Lord, day we assemble in his house </a:t>
            </a:r>
          </a:p>
          <a:p>
            <a:r>
              <a:rPr lang="en-US" dirty="0"/>
              <a:t>To pray to the Lord, </a:t>
            </a:r>
          </a:p>
          <a:p>
            <a:r>
              <a:rPr lang="en-US" dirty="0"/>
              <a:t>Promise He gives of His return.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174367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Day of the Lord, day we assemble in his house </a:t>
            </a:r>
          </a:p>
          <a:p>
            <a:r>
              <a:rPr lang="en-US" dirty="0"/>
              <a:t>To pray to the Lord, </a:t>
            </a:r>
          </a:p>
          <a:p>
            <a:r>
              <a:rPr lang="en-US" dirty="0"/>
              <a:t>Promise He gives of His return.</a:t>
            </a:r>
          </a:p>
          <a:p>
            <a:endParaRPr lang="en-US" sz="3500" dirty="0"/>
          </a:p>
          <a:p>
            <a:r>
              <a:rPr lang="en-US" dirty="0"/>
              <a:t>Alleluia, this is the day the Lord has made, </a:t>
            </a:r>
          </a:p>
          <a:p>
            <a:r>
              <a:rPr lang="en-US" dirty="0"/>
              <a:t>Be glad and rejoice. </a:t>
            </a:r>
          </a:p>
          <a:p>
            <a:r>
              <a:rPr lang="en-US" dirty="0"/>
              <a:t>Praised be his name, for he is good.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691790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107 - Deep within my sins accuse me: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Deep within my sins accuse me:   </a:t>
            </a:r>
          </a:p>
          <a:p>
            <a:r>
              <a:rPr lang="en-US" dirty="0"/>
              <a:t>Lord, before you could I stand? </a:t>
            </a:r>
          </a:p>
          <a:p>
            <a:r>
              <a:rPr lang="en-US" dirty="0"/>
              <a:t>Be attentive to my pleading, </a:t>
            </a:r>
          </a:p>
          <a:p>
            <a:r>
              <a:rPr lang="en-US" dirty="0"/>
              <a:t>Let your love withhold your hand; </a:t>
            </a:r>
          </a:p>
          <a:p>
            <a:r>
              <a:rPr lang="en-US" dirty="0"/>
              <a:t>For with you is grace and pardon, </a:t>
            </a:r>
          </a:p>
          <a:p>
            <a:r>
              <a:rPr lang="en-US" dirty="0"/>
              <a:t>You forgive us when we err, </a:t>
            </a:r>
          </a:p>
          <a:p>
            <a:r>
              <a:rPr lang="en-US" dirty="0"/>
              <a:t>Now for this we come to thank you </a:t>
            </a:r>
          </a:p>
          <a:p>
            <a:r>
              <a:rPr lang="en-US" dirty="0"/>
              <a:t>And your holy name revere.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145092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 the Lord my soul is waiting, </a:t>
            </a:r>
          </a:p>
          <a:p>
            <a:r>
              <a:rPr lang="en-US" dirty="0"/>
              <a:t>As I listen to his word. </a:t>
            </a:r>
          </a:p>
          <a:p>
            <a:r>
              <a:rPr lang="en-US" dirty="0"/>
              <a:t>As the watchman longs for daybreak, </a:t>
            </a:r>
          </a:p>
          <a:p>
            <a:r>
              <a:rPr lang="en-US" dirty="0"/>
              <a:t>So I’m longing for the Lord, </a:t>
            </a:r>
          </a:p>
          <a:p>
            <a:r>
              <a:rPr lang="en-US" dirty="0"/>
              <a:t>Since in him I find redemption, </a:t>
            </a:r>
          </a:p>
          <a:p>
            <a:r>
              <a:rPr lang="en-US" dirty="0"/>
              <a:t>Now I come to seek his face, </a:t>
            </a:r>
          </a:p>
          <a:p>
            <a:r>
              <a:rPr lang="en-US" dirty="0"/>
              <a:t>Even though my sins are many, </a:t>
            </a:r>
          </a:p>
          <a:p>
            <a:r>
              <a:rPr lang="en-US" dirty="0"/>
              <a:t>All my trust in him I 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48260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1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108 - Do not worry about your clothing, your food and drink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13972"/>
            <a:ext cx="11753537" cy="4967854"/>
          </a:xfrm>
        </p:spPr>
        <p:txBody>
          <a:bodyPr/>
          <a:lstStyle/>
          <a:p>
            <a:r>
              <a:rPr lang="en-US" dirty="0"/>
              <a:t>Do not worry about your clothing, </a:t>
            </a:r>
          </a:p>
          <a:p>
            <a:r>
              <a:rPr lang="en-US" dirty="0"/>
              <a:t>your food and drink.</a:t>
            </a:r>
          </a:p>
          <a:p>
            <a:r>
              <a:rPr lang="en-US" dirty="0"/>
              <a:t>Seek the Kingdom </a:t>
            </a:r>
          </a:p>
          <a:p>
            <a:r>
              <a:rPr lang="en-US" dirty="0"/>
              <a:t>and all the rest will be yours.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378882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Think of the ravens: </a:t>
            </a:r>
          </a:p>
          <a:p>
            <a:r>
              <a:rPr lang="en-US" dirty="0"/>
              <a:t>how they neither sow nor reap.</a:t>
            </a:r>
          </a:p>
          <a:p>
            <a:r>
              <a:rPr lang="en-US" dirty="0"/>
              <a:t>They need to build no barns, </a:t>
            </a:r>
          </a:p>
          <a:p>
            <a:r>
              <a:rPr lang="en-US" dirty="0"/>
              <a:t>no house to store.</a:t>
            </a:r>
          </a:p>
          <a:p>
            <a:r>
              <a:rPr lang="en-US" dirty="0"/>
              <a:t>And yet your heavenly Father feeds and protects them all.</a:t>
            </a:r>
          </a:p>
          <a:p>
            <a:r>
              <a:rPr lang="en-US" dirty="0"/>
              <a:t>Are you not worth much more than birds?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519905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lilies of the field, </a:t>
            </a:r>
          </a:p>
          <a:p>
            <a:r>
              <a:rPr lang="en-US" dirty="0"/>
              <a:t>see how they grow. </a:t>
            </a:r>
          </a:p>
          <a:p>
            <a:r>
              <a:rPr lang="en-US" dirty="0"/>
              <a:t>Can even Solomon with them compare? </a:t>
            </a:r>
          </a:p>
          <a:p>
            <a:r>
              <a:rPr lang="en-US" dirty="0"/>
              <a:t>Yet not an anxious thought have they </a:t>
            </a:r>
          </a:p>
          <a:p>
            <a:r>
              <a:rPr lang="en-US" dirty="0"/>
              <a:t>to toil or spin. </a:t>
            </a:r>
          </a:p>
          <a:p>
            <a:r>
              <a:rPr lang="en-US" dirty="0"/>
              <a:t>Are you not worth much more than flowers?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252825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yourselves </a:t>
            </a:r>
          </a:p>
          <a:p>
            <a:r>
              <a:rPr lang="en-US" dirty="0"/>
              <a:t>with never failing treasures, </a:t>
            </a:r>
          </a:p>
          <a:p>
            <a:r>
              <a:rPr lang="en-US" dirty="0"/>
              <a:t>Which thief cannot approach </a:t>
            </a:r>
          </a:p>
          <a:p>
            <a:r>
              <a:rPr lang="en-US" dirty="0"/>
              <a:t>nor moth destroy. </a:t>
            </a:r>
          </a:p>
          <a:p>
            <a:r>
              <a:rPr lang="en-US" dirty="0"/>
              <a:t>Sell all that you possess and give in charity. </a:t>
            </a:r>
          </a:p>
          <a:p>
            <a:r>
              <a:rPr lang="en-US" dirty="0"/>
              <a:t>For where your treasure is, your heart will be.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249420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650" y="43102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109 - Don’t you know it’s time to </a:t>
            </a:r>
            <a:br>
              <a:rPr lang="en-US" sz="4400" dirty="0"/>
            </a:br>
            <a:r>
              <a:rPr lang="en-US" sz="4400" dirty="0"/>
              <a:t>praise the Lord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44526"/>
            <a:ext cx="11753537" cy="5256821"/>
          </a:xfrm>
        </p:spPr>
        <p:txBody>
          <a:bodyPr/>
          <a:lstStyle/>
          <a:p>
            <a:r>
              <a:rPr lang="en-US" dirty="0"/>
              <a:t>Don’t you know it’s time to praise the Lord  </a:t>
            </a:r>
          </a:p>
          <a:p>
            <a:r>
              <a:rPr lang="en-US" dirty="0"/>
              <a:t>In the sanctuary of his Holy Spirit?</a:t>
            </a:r>
          </a:p>
          <a:p>
            <a:r>
              <a:rPr lang="en-US" dirty="0"/>
              <a:t>So set your minds on him </a:t>
            </a:r>
          </a:p>
          <a:p>
            <a:r>
              <a:rPr lang="en-US" dirty="0"/>
              <a:t>and let your praise begin </a:t>
            </a:r>
          </a:p>
          <a:p>
            <a:r>
              <a:rPr lang="en-US" dirty="0"/>
              <a:t>And the glory of the Lord will fill this place. </a:t>
            </a:r>
          </a:p>
          <a:p>
            <a:r>
              <a:rPr lang="en-US" dirty="0"/>
              <a:t>Praise the Lord! Praise the Lord!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66743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lives within the praises of his people, </a:t>
            </a:r>
          </a:p>
          <a:p>
            <a:r>
              <a:rPr lang="en-US" dirty="0"/>
              <a:t>He loves to hear us call upon his name.</a:t>
            </a:r>
          </a:p>
          <a:p>
            <a:r>
              <a:rPr lang="en-US" dirty="0"/>
              <a:t>So set your minds on him </a:t>
            </a:r>
          </a:p>
          <a:p>
            <a:r>
              <a:rPr lang="en-US" dirty="0"/>
              <a:t>and let your praise begin </a:t>
            </a:r>
          </a:p>
          <a:p>
            <a:r>
              <a:rPr lang="en-US" dirty="0"/>
              <a:t>And the glory of the Lord will fill this place.</a:t>
            </a:r>
          </a:p>
          <a:p>
            <a:r>
              <a:rPr lang="en-US" dirty="0"/>
              <a:t>Praise the Lord! Praise the Lord!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470629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75" y="326850"/>
            <a:ext cx="10736480" cy="561202"/>
          </a:xfrm>
        </p:spPr>
        <p:txBody>
          <a:bodyPr>
            <a:noAutofit/>
          </a:bodyPr>
          <a:lstStyle/>
          <a:p>
            <a:r>
              <a:rPr lang="en-US" sz="4400" dirty="0"/>
              <a:t>110 - Draw me, O Lord, to your heart of love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me, O Lord, to your heart of love.   </a:t>
            </a:r>
          </a:p>
          <a:p>
            <a:r>
              <a:rPr lang="en-US" dirty="0"/>
              <a:t>Draw me, O Lord, to your love. </a:t>
            </a:r>
          </a:p>
          <a:p>
            <a:r>
              <a:rPr lang="en-US" dirty="0"/>
              <a:t>Draw me, O Lord, to your boundless love. </a:t>
            </a:r>
          </a:p>
          <a:p>
            <a:r>
              <a:rPr lang="en-US" dirty="0"/>
              <a:t>But draw me, draw me, my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802566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me, draw me, draw me to Yourself. </a:t>
            </a:r>
          </a:p>
          <a:p>
            <a:r>
              <a:rPr lang="en-US" dirty="0"/>
              <a:t>Draw me, draw me, my heart, </a:t>
            </a:r>
          </a:p>
          <a:p>
            <a:r>
              <a:rPr lang="en-US" dirty="0"/>
              <a:t>Lord, was made for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960613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me, O Lord, to your wounded side, </a:t>
            </a:r>
          </a:p>
          <a:p>
            <a:r>
              <a:rPr lang="en-US" dirty="0"/>
              <a:t>Opened for me there to hide, </a:t>
            </a:r>
          </a:p>
          <a:p>
            <a:r>
              <a:rPr lang="en-US" dirty="0"/>
              <a:t>And let me drink from the fount of life, </a:t>
            </a:r>
          </a:p>
          <a:p>
            <a:r>
              <a:rPr lang="en-US" dirty="0"/>
              <a:t>That I may thirst never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423126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the words of eternal life. </a:t>
            </a:r>
          </a:p>
          <a:p>
            <a:r>
              <a:rPr lang="en-US" dirty="0"/>
              <a:t>You are the One sent from God; </a:t>
            </a:r>
          </a:p>
          <a:p>
            <a:r>
              <a:rPr lang="en-US" dirty="0"/>
              <a:t>Do feed me, Lord, with the bread of life, </a:t>
            </a:r>
          </a:p>
          <a:p>
            <a:r>
              <a:rPr lang="en-US" dirty="0"/>
              <a:t>That I may hunger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169256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100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111- Earth in the dark, like Mary of Magdala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Earth in the dark, like Mary of </a:t>
            </a:r>
            <a:r>
              <a:rPr lang="en-US" dirty="0" err="1"/>
              <a:t>Magdala</a:t>
            </a:r>
            <a:r>
              <a:rPr lang="en-US" dirty="0"/>
              <a:t>,  </a:t>
            </a:r>
          </a:p>
          <a:p>
            <a:r>
              <a:rPr lang="en-US" dirty="0"/>
              <a:t>Sky so thinly spread with light,</a:t>
            </a:r>
          </a:p>
          <a:p>
            <a:r>
              <a:rPr lang="en-US" dirty="0"/>
              <a:t>Prelude the dawning glorious morning</a:t>
            </a:r>
          </a:p>
          <a:p>
            <a:r>
              <a:rPr lang="en-US" dirty="0"/>
              <a:t>When the day of days dispels the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84576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that morning, Mary of </a:t>
            </a:r>
            <a:r>
              <a:rPr lang="en-US" dirty="0" err="1"/>
              <a:t>Magdala</a:t>
            </a:r>
            <a:endParaRPr lang="en-US" dirty="0"/>
          </a:p>
          <a:p>
            <a:r>
              <a:rPr lang="en-US" dirty="0"/>
              <a:t>Rose and sought her buried Lord,</a:t>
            </a:r>
          </a:p>
          <a:p>
            <a:r>
              <a:rPr lang="en-US" dirty="0"/>
              <a:t>Dazzling the whiteness, angelic brightness,</a:t>
            </a:r>
          </a:p>
          <a:p>
            <a:r>
              <a:rPr lang="en-US" dirty="0"/>
              <a:t>Glory Mary glimpsed through tears outpoured.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443058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“Why are you weeping, Mary of </a:t>
            </a:r>
            <a:r>
              <a:rPr lang="en-US" dirty="0" err="1"/>
              <a:t>Magdala</a:t>
            </a:r>
            <a:r>
              <a:rPr lang="en-US" dirty="0"/>
              <a:t>?” </a:t>
            </a:r>
          </a:p>
          <a:p>
            <a:r>
              <a:rPr lang="en-US" dirty="0"/>
              <a:t>Mary turned herself around.</a:t>
            </a:r>
          </a:p>
          <a:p>
            <a:r>
              <a:rPr lang="en-US" dirty="0"/>
              <a:t>Mary, still seeking, heard Jesus speaking</a:t>
            </a:r>
          </a:p>
          <a:p>
            <a:r>
              <a:rPr lang="en-US" dirty="0"/>
              <a:t>“Mary!”  “My Master!” Christ is found.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742736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alleluia, Mary of </a:t>
            </a:r>
            <a:r>
              <a:rPr lang="en-US" dirty="0" err="1"/>
              <a:t>Magdala</a:t>
            </a:r>
            <a:r>
              <a:rPr lang="en-US" dirty="0"/>
              <a:t>,</a:t>
            </a:r>
          </a:p>
          <a:p>
            <a:r>
              <a:rPr lang="en-US" dirty="0"/>
              <a:t>Christ is risen and adored.</a:t>
            </a:r>
          </a:p>
          <a:p>
            <a:r>
              <a:rPr lang="en-US" dirty="0"/>
              <a:t>Telling the story we glimpse the glory: </a:t>
            </a:r>
          </a:p>
          <a:p>
            <a:r>
              <a:rPr lang="en-US" dirty="0"/>
              <a:t>Seeking we may find our living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154465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72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112 - Enter his gates with thanksgiving in your hearts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56099"/>
            <a:ext cx="11753537" cy="51067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Enter his gates with </a:t>
            </a:r>
          </a:p>
          <a:p>
            <a:r>
              <a:rPr lang="en-US" dirty="0"/>
              <a:t>thanksgiving in your hearts  </a:t>
            </a:r>
          </a:p>
          <a:p>
            <a:r>
              <a:rPr lang="en-US" dirty="0"/>
              <a:t>Enter his courts with praise. </a:t>
            </a:r>
          </a:p>
          <a:p>
            <a:r>
              <a:rPr lang="en-US" dirty="0"/>
              <a:t>Enter his gates with </a:t>
            </a:r>
          </a:p>
          <a:p>
            <a:r>
              <a:rPr lang="en-US" dirty="0"/>
              <a:t>thanksgiving in your hearts. </a:t>
            </a:r>
          </a:p>
          <a:p>
            <a:r>
              <a:rPr lang="en-US" dirty="0"/>
              <a:t>For he has made me glad.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073765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has made me glad, he has made me glad.</a:t>
            </a:r>
          </a:p>
          <a:p>
            <a:r>
              <a:rPr lang="en-US" dirty="0"/>
              <a:t>Jesus has made me glad. </a:t>
            </a:r>
          </a:p>
          <a:p>
            <a:r>
              <a:rPr lang="en-US" dirty="0"/>
              <a:t>Enter his courts with </a:t>
            </a:r>
          </a:p>
          <a:p>
            <a:r>
              <a:rPr lang="en-US" dirty="0"/>
              <a:t>thanksgiving in your hearts.</a:t>
            </a:r>
          </a:p>
          <a:p>
            <a:r>
              <a:rPr lang="en-US" dirty="0"/>
              <a:t>For he has made me glad.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448003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to the Lord and make music unto Him.</a:t>
            </a:r>
          </a:p>
          <a:p>
            <a:r>
              <a:rPr lang="en-US" dirty="0"/>
              <a:t>Sing to the Lord with joy.</a:t>
            </a:r>
          </a:p>
          <a:p>
            <a:r>
              <a:rPr lang="en-US" dirty="0"/>
              <a:t>Sing to the Lord and make music unto him, </a:t>
            </a:r>
          </a:p>
          <a:p>
            <a:r>
              <a:rPr lang="en-US" dirty="0"/>
              <a:t>For he has made me glad.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480530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has made me glad, he has made me glad.</a:t>
            </a:r>
          </a:p>
          <a:p>
            <a:r>
              <a:rPr lang="en-US" dirty="0"/>
              <a:t>Jesus has made me glad. </a:t>
            </a:r>
          </a:p>
          <a:p>
            <a:r>
              <a:rPr lang="en-US" dirty="0"/>
              <a:t>Enter his courts with </a:t>
            </a:r>
          </a:p>
          <a:p>
            <a:r>
              <a:rPr lang="en-US" dirty="0"/>
              <a:t>thanksgiving in your hearts.</a:t>
            </a:r>
          </a:p>
          <a:p>
            <a:r>
              <a:rPr lang="en-US" dirty="0"/>
              <a:t>For he has made me glad.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568414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Worship, bend low, </a:t>
            </a:r>
          </a:p>
          <a:p>
            <a:r>
              <a:rPr lang="en-US" dirty="0"/>
              <a:t>while proclaiming he is God,</a:t>
            </a:r>
          </a:p>
          <a:p>
            <a:r>
              <a:rPr lang="en-US" dirty="0"/>
              <a:t>Praise to the Lord most high.</a:t>
            </a:r>
          </a:p>
          <a:p>
            <a:r>
              <a:rPr lang="en-US" dirty="0"/>
              <a:t>Worship, bend low, </a:t>
            </a:r>
          </a:p>
          <a:p>
            <a:r>
              <a:rPr lang="en-US" dirty="0"/>
              <a:t>while proclaiming he is God, </a:t>
            </a:r>
          </a:p>
          <a:p>
            <a:r>
              <a:rPr lang="en-US" dirty="0"/>
              <a:t>For he has made me glad.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108317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has made me glad, he has made me glad.</a:t>
            </a:r>
          </a:p>
          <a:p>
            <a:r>
              <a:rPr lang="en-US" dirty="0"/>
              <a:t>Jesus has made me glad. </a:t>
            </a:r>
          </a:p>
          <a:p>
            <a:r>
              <a:rPr lang="en-US" dirty="0"/>
              <a:t>Enter his courts with </a:t>
            </a:r>
          </a:p>
          <a:p>
            <a:r>
              <a:rPr lang="en-US" dirty="0"/>
              <a:t>thanksgiving in your hearts.</a:t>
            </a:r>
          </a:p>
          <a:p>
            <a:r>
              <a:rPr lang="en-US" dirty="0"/>
              <a:t>For he has made me glad.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113630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7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113 - Enter the house of the Lord, our God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Enter the house of the Lord, our God,  </a:t>
            </a:r>
          </a:p>
          <a:p>
            <a:r>
              <a:rPr lang="en-US" dirty="0"/>
              <a:t>Enter the house of the Lord.</a:t>
            </a:r>
          </a:p>
          <a:p>
            <a:r>
              <a:rPr lang="en-US" dirty="0"/>
              <a:t>Sing of our God who reigns above, </a:t>
            </a:r>
          </a:p>
          <a:p>
            <a:r>
              <a:rPr lang="en-US" dirty="0"/>
              <a:t>sing of his everlasting love. 	</a:t>
            </a:r>
          </a:p>
          <a:p>
            <a:r>
              <a:rPr lang="en-US" dirty="0"/>
              <a:t>Sing of his goodness all our days, </a:t>
            </a:r>
          </a:p>
          <a:p>
            <a:r>
              <a:rPr lang="en-US" dirty="0"/>
              <a:t>come, be of one accord. </a:t>
            </a:r>
          </a:p>
          <a:p>
            <a:r>
              <a:rPr lang="en-US" dirty="0"/>
              <a:t>Lift up our voices sing his praise, </a:t>
            </a:r>
          </a:p>
          <a:p>
            <a:r>
              <a:rPr lang="en-US" dirty="0"/>
              <a:t>As we enter the house of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549951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Enter the house of the Lord, our God, </a:t>
            </a:r>
          </a:p>
          <a:p>
            <a:r>
              <a:rPr lang="en-US" dirty="0"/>
              <a:t>Enter the house of the Lord.</a:t>
            </a:r>
          </a:p>
          <a:p>
            <a:r>
              <a:rPr lang="en-US" dirty="0"/>
              <a:t>Sing of his power and majesty, </a:t>
            </a:r>
          </a:p>
          <a:p>
            <a:r>
              <a:rPr lang="en-US" dirty="0"/>
              <a:t>sing of his Son who made us free.</a:t>
            </a:r>
          </a:p>
          <a:p>
            <a:r>
              <a:rPr lang="en-US" dirty="0"/>
              <a:t>He magnified our human worth </a:t>
            </a:r>
          </a:p>
          <a:p>
            <a:r>
              <a:rPr lang="en-US" dirty="0"/>
              <a:t>and our life restored. </a:t>
            </a:r>
          </a:p>
          <a:p>
            <a:r>
              <a:rPr lang="en-US" dirty="0"/>
              <a:t>Sing of his kingdom here on earth, </a:t>
            </a:r>
          </a:p>
          <a:p>
            <a:r>
              <a:rPr lang="en-US" dirty="0"/>
              <a:t>As we enter the house of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256018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114 - Eternal rest grant to them, O Lord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Eternal rest grant to them, O Lord </a:t>
            </a:r>
          </a:p>
          <a:p>
            <a:r>
              <a:rPr lang="en-US" dirty="0"/>
              <a:t>And let perpetual light shine upon (them). (him, her)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514568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never forget you, my people, </a:t>
            </a:r>
          </a:p>
          <a:p>
            <a:r>
              <a:rPr lang="en-US" dirty="0"/>
              <a:t>I have carved you on the palm of my hand. </a:t>
            </a:r>
          </a:p>
          <a:p>
            <a:r>
              <a:rPr lang="en-US" dirty="0"/>
              <a:t>I will never forget you, </a:t>
            </a:r>
          </a:p>
          <a:p>
            <a:r>
              <a:rPr lang="en-US" dirty="0"/>
              <a:t>I will not leave you orphaned, </a:t>
            </a:r>
          </a:p>
          <a:p>
            <a:r>
              <a:rPr lang="en-US" dirty="0"/>
              <a:t>I will never forget my 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767260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a mother forget her baby?</a:t>
            </a:r>
          </a:p>
          <a:p>
            <a:r>
              <a:rPr lang="en-US" dirty="0"/>
              <a:t>Or a woman, the child within her womb?</a:t>
            </a:r>
          </a:p>
          <a:p>
            <a:r>
              <a:rPr lang="en-US" dirty="0"/>
              <a:t>Yet even if these forget, </a:t>
            </a:r>
          </a:p>
          <a:p>
            <a:r>
              <a:rPr lang="en-US" dirty="0"/>
              <a:t>yes even if these forget,</a:t>
            </a:r>
          </a:p>
          <a:p>
            <a:r>
              <a:rPr lang="en-US" dirty="0"/>
              <a:t>I will never forget my own!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471055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gather you from the nations,</a:t>
            </a:r>
          </a:p>
          <a:p>
            <a:r>
              <a:rPr lang="en-US" dirty="0"/>
              <a:t>I will bring you back into your land.</a:t>
            </a:r>
          </a:p>
          <a:p>
            <a:r>
              <a:rPr lang="en-US" dirty="0"/>
              <a:t>I will sprinkle clean water. </a:t>
            </a:r>
          </a:p>
          <a:p>
            <a:r>
              <a:rPr lang="en-US" dirty="0"/>
              <a:t>I will give you new spirit,</a:t>
            </a:r>
          </a:p>
          <a:p>
            <a:r>
              <a:rPr lang="en-US" dirty="0"/>
              <a:t>You’ll be mine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82142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115 - Every morning when the day’s begun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51926"/>
            <a:ext cx="11753537" cy="5014153"/>
          </a:xfrm>
        </p:spPr>
        <p:txBody>
          <a:bodyPr/>
          <a:lstStyle/>
          <a:p>
            <a:r>
              <a:rPr lang="en-US" dirty="0"/>
              <a:t>Every morning when the day’s begun,   </a:t>
            </a:r>
          </a:p>
          <a:p>
            <a:r>
              <a:rPr lang="en-US" dirty="0"/>
              <a:t>I thank the Lord for all he has done </a:t>
            </a:r>
          </a:p>
          <a:p>
            <a:r>
              <a:rPr lang="en-US" dirty="0"/>
              <a:t>Every evening I kneel to say: </a:t>
            </a:r>
          </a:p>
          <a:p>
            <a:r>
              <a:rPr lang="en-US" dirty="0"/>
              <a:t>Thank you, Lord for another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2360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for the sun, my Lord, </a:t>
            </a:r>
          </a:p>
          <a:p>
            <a:r>
              <a:rPr lang="en-US" dirty="0"/>
              <a:t>Thank you for the moon. </a:t>
            </a:r>
          </a:p>
          <a:p>
            <a:r>
              <a:rPr lang="en-US" dirty="0"/>
              <a:t>Thank you for the days and nights, </a:t>
            </a:r>
          </a:p>
          <a:p>
            <a:r>
              <a:rPr lang="en-US" dirty="0"/>
              <a:t>Mornings and afternoons.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257334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morning when the day’s begun,   </a:t>
            </a:r>
          </a:p>
          <a:p>
            <a:r>
              <a:rPr lang="en-US" dirty="0"/>
              <a:t>I thank the Lord for all he has done </a:t>
            </a:r>
          </a:p>
          <a:p>
            <a:r>
              <a:rPr lang="en-US" dirty="0"/>
              <a:t>Every evening I kneel to say: </a:t>
            </a:r>
          </a:p>
          <a:p>
            <a:r>
              <a:rPr lang="en-US" dirty="0"/>
              <a:t>Thank you, Lord for another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203510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 for my companions, Lord, </a:t>
            </a:r>
          </a:p>
          <a:p>
            <a:r>
              <a:rPr lang="en-US" dirty="0"/>
              <a:t>Who cheer me when I’m low, </a:t>
            </a:r>
          </a:p>
          <a:p>
            <a:r>
              <a:rPr lang="en-US" dirty="0"/>
              <a:t>Thanks for those who criticize, </a:t>
            </a:r>
          </a:p>
          <a:p>
            <a:r>
              <a:rPr lang="en-US" dirty="0"/>
              <a:t>Who tell me where I’m slow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63330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morning when the day’s begun,   </a:t>
            </a:r>
          </a:p>
          <a:p>
            <a:r>
              <a:rPr lang="en-US" dirty="0"/>
              <a:t>I thank the Lord for all he has done </a:t>
            </a:r>
          </a:p>
          <a:p>
            <a:r>
              <a:rPr lang="en-US" dirty="0"/>
              <a:t>Every evening I kneel to say: </a:t>
            </a:r>
          </a:p>
          <a:p>
            <a:r>
              <a:rPr lang="en-US" dirty="0"/>
              <a:t>Thank you, Lord for another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173129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for the work we have, </a:t>
            </a:r>
          </a:p>
          <a:p>
            <a:r>
              <a:rPr lang="en-US" dirty="0"/>
              <a:t>The road we journey through </a:t>
            </a:r>
          </a:p>
          <a:p>
            <a:r>
              <a:rPr lang="en-US" dirty="0"/>
              <a:t>Even for the pain, my Lord, </a:t>
            </a:r>
          </a:p>
          <a:p>
            <a:r>
              <a:rPr lang="en-US" dirty="0"/>
              <a:t>We all must suffer too.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75684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morning when the day’s begun,   </a:t>
            </a:r>
          </a:p>
          <a:p>
            <a:r>
              <a:rPr lang="en-US" dirty="0"/>
              <a:t>I thank the Lord for all he has done </a:t>
            </a:r>
          </a:p>
          <a:p>
            <a:r>
              <a:rPr lang="en-US" dirty="0"/>
              <a:t>Every evening I kneel to say: </a:t>
            </a:r>
          </a:p>
          <a:p>
            <a:r>
              <a:rPr lang="en-US" dirty="0"/>
              <a:t>Thank you, Lord for another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97721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116 - Every valley shall be exalted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valley shall be exalted  </a:t>
            </a:r>
          </a:p>
          <a:p>
            <a:r>
              <a:rPr lang="en-US" dirty="0"/>
              <a:t>And every hill made low.</a:t>
            </a:r>
          </a:p>
          <a:p>
            <a:r>
              <a:rPr lang="en-US" dirty="0"/>
              <a:t>And all God’s people shall see together </a:t>
            </a:r>
          </a:p>
          <a:p>
            <a:r>
              <a:rPr lang="en-US" dirty="0"/>
              <a:t>The glory of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595032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voice cries out in the wilderness: </a:t>
            </a:r>
          </a:p>
          <a:p>
            <a:r>
              <a:rPr lang="en-US" dirty="0"/>
              <a:t>“Prepare the way of the Lord.</a:t>
            </a:r>
          </a:p>
          <a:p>
            <a:r>
              <a:rPr lang="en-US" dirty="0"/>
              <a:t>Make straight in the desert a highway, </a:t>
            </a:r>
          </a:p>
          <a:p>
            <a:r>
              <a:rPr lang="en-US" dirty="0"/>
              <a:t>A highway for our God”.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145227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valley shall be exalted  </a:t>
            </a:r>
          </a:p>
          <a:p>
            <a:r>
              <a:rPr lang="en-US" dirty="0"/>
              <a:t>And every hill made low.</a:t>
            </a:r>
          </a:p>
          <a:p>
            <a:r>
              <a:rPr lang="en-US" dirty="0"/>
              <a:t>And all God’s people shall see together </a:t>
            </a:r>
          </a:p>
          <a:p>
            <a:r>
              <a:rPr lang="en-US" dirty="0"/>
              <a:t>The glory of the Lord.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926048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Comfort all my people; </a:t>
            </a:r>
          </a:p>
          <a:p>
            <a:r>
              <a:rPr lang="en-US" dirty="0"/>
              <a:t>The time for war is gone.</a:t>
            </a:r>
          </a:p>
          <a:p>
            <a:r>
              <a:rPr lang="en-US" dirty="0"/>
              <a:t>The blind shall see, the deaf shall hear; </a:t>
            </a:r>
          </a:p>
          <a:p>
            <a:r>
              <a:rPr lang="en-US" dirty="0"/>
              <a:t>The lame shall leap for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346602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valley shall be exalted  </a:t>
            </a:r>
          </a:p>
          <a:p>
            <a:r>
              <a:rPr lang="en-US" dirty="0"/>
              <a:t>And every hill made low.</a:t>
            </a:r>
          </a:p>
          <a:p>
            <a:r>
              <a:rPr lang="en-US" dirty="0"/>
              <a:t>And all God’s people shall see together </a:t>
            </a:r>
          </a:p>
          <a:p>
            <a:r>
              <a:rPr lang="en-US" dirty="0"/>
              <a:t>The glory of the Lord.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38909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 upon the mountain top;</a:t>
            </a:r>
          </a:p>
          <a:p>
            <a:r>
              <a:rPr lang="en-US" dirty="0"/>
              <a:t>Lift up your voice to the world.</a:t>
            </a:r>
          </a:p>
          <a:p>
            <a:r>
              <a:rPr lang="en-US" dirty="0"/>
              <a:t>Sing joyfully, Jerusalem, </a:t>
            </a:r>
          </a:p>
          <a:p>
            <a:r>
              <a:rPr lang="en-US" dirty="0"/>
              <a:t>Behold, behold your God!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440349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valley shall be exalted  </a:t>
            </a:r>
          </a:p>
          <a:p>
            <a:r>
              <a:rPr lang="en-US" dirty="0"/>
              <a:t>And every hill made low.</a:t>
            </a:r>
          </a:p>
          <a:p>
            <a:r>
              <a:rPr lang="en-US" dirty="0"/>
              <a:t>And all God’s people shall see together </a:t>
            </a:r>
          </a:p>
          <a:p>
            <a:r>
              <a:rPr lang="en-US" dirty="0"/>
              <a:t>The glory of the Lord.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946251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65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117 - Faith in God can move the mountains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Faith in God can move the mountains,  </a:t>
            </a:r>
          </a:p>
          <a:p>
            <a:r>
              <a:rPr lang="en-US" dirty="0"/>
              <a:t>Trust in Him can calm the sea. </a:t>
            </a:r>
          </a:p>
          <a:p>
            <a:r>
              <a:rPr lang="en-US" dirty="0"/>
              <a:t>He’s my Fortress, He’s my stronghold, </a:t>
            </a:r>
          </a:p>
          <a:p>
            <a:r>
              <a:rPr lang="en-US" dirty="0"/>
              <a:t>He’s the rock who rescues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818962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are my refuge </a:t>
            </a:r>
          </a:p>
          <a:p>
            <a:r>
              <a:rPr lang="en-US" dirty="0"/>
              <a:t>Never let me be ashamed.</a:t>
            </a:r>
          </a:p>
          <a:p>
            <a:r>
              <a:rPr lang="en-US" dirty="0"/>
              <a:t>In your justice, rescue me, </a:t>
            </a:r>
          </a:p>
          <a:p>
            <a:r>
              <a:rPr lang="en-US" dirty="0"/>
              <a:t>Turn to me and hear my prayer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590271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Faith in God can move the mountains,  </a:t>
            </a:r>
          </a:p>
          <a:p>
            <a:r>
              <a:rPr lang="en-US" dirty="0"/>
              <a:t>Trust in Him can calm the sea. </a:t>
            </a:r>
          </a:p>
          <a:p>
            <a:r>
              <a:rPr lang="en-US" dirty="0"/>
              <a:t>He’s my Fortress, He’s my stronghold, </a:t>
            </a:r>
          </a:p>
          <a:p>
            <a:r>
              <a:rPr lang="en-US" dirty="0"/>
              <a:t>He’s the rock who rescues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887102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my salvation</a:t>
            </a:r>
          </a:p>
          <a:p>
            <a:r>
              <a:rPr lang="en-US" dirty="0"/>
              <a:t>From oppression set me free.</a:t>
            </a:r>
          </a:p>
          <a:p>
            <a:r>
              <a:rPr lang="en-US" dirty="0"/>
              <a:t>Ever since my childhood, </a:t>
            </a:r>
          </a:p>
          <a:p>
            <a:r>
              <a:rPr lang="en-US" dirty="0"/>
              <a:t>You have been my only hope.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780787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Faith in God can move the mountains,  </a:t>
            </a:r>
          </a:p>
          <a:p>
            <a:r>
              <a:rPr lang="en-US" dirty="0"/>
              <a:t>Trust in Him can calm the sea. </a:t>
            </a:r>
          </a:p>
          <a:p>
            <a:r>
              <a:rPr lang="en-US" dirty="0"/>
              <a:t>He’s my Fortress, He’s my stronghold, </a:t>
            </a:r>
          </a:p>
          <a:p>
            <a:r>
              <a:rPr lang="en-US" dirty="0"/>
              <a:t>He’s the rock who rescues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85868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Bitter troubles burden me, </a:t>
            </a:r>
          </a:p>
          <a:p>
            <a:r>
              <a:rPr lang="en-US" dirty="0"/>
              <a:t>But you fill me with new life.</a:t>
            </a:r>
          </a:p>
          <a:p>
            <a:r>
              <a:rPr lang="en-US" dirty="0"/>
              <a:t>From the grave you raise me up, </a:t>
            </a:r>
          </a:p>
          <a:p>
            <a:r>
              <a:rPr lang="en-US" dirty="0"/>
              <a:t>So my tongue will sing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803785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Faith in God can move the mountains,  </a:t>
            </a:r>
          </a:p>
          <a:p>
            <a:r>
              <a:rPr lang="en-US" dirty="0"/>
              <a:t>Trust in Him can calm the sea. </a:t>
            </a:r>
          </a:p>
          <a:p>
            <a:r>
              <a:rPr lang="en-US" dirty="0"/>
              <a:t>He’s my Fortress, He’s my stronghold, </a:t>
            </a:r>
          </a:p>
          <a:p>
            <a:r>
              <a:rPr lang="en-US" dirty="0"/>
              <a:t>He’s the rock who rescues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511267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118 - Faithful Cross, that we rely on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66730"/>
            <a:ext cx="11753537" cy="5384145"/>
          </a:xfrm>
        </p:spPr>
        <p:txBody>
          <a:bodyPr/>
          <a:lstStyle/>
          <a:p>
            <a:r>
              <a:rPr lang="en-US" dirty="0"/>
              <a:t>Faithful Cross, that we rely on, </a:t>
            </a:r>
          </a:p>
          <a:p>
            <a:r>
              <a:rPr lang="en-US" dirty="0"/>
              <a:t>Noble tree beyond compare.</a:t>
            </a:r>
          </a:p>
          <a:p>
            <a:r>
              <a:rPr lang="en-US" dirty="0"/>
              <a:t>Never was there such a scion, </a:t>
            </a:r>
          </a:p>
          <a:p>
            <a:r>
              <a:rPr lang="en-US" dirty="0"/>
              <a:t>Never leaf or flower so rare.</a:t>
            </a:r>
          </a:p>
          <a:p>
            <a:r>
              <a:rPr lang="en-US" dirty="0"/>
              <a:t>Lovely timber, dearest iron, </a:t>
            </a:r>
          </a:p>
          <a:p>
            <a:r>
              <a:rPr lang="en-US" dirty="0"/>
              <a:t>Sweet the burden that you bear.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257598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Faithful Cross, </a:t>
            </a:r>
          </a:p>
          <a:p>
            <a:r>
              <a:rPr lang="en-US" dirty="0"/>
              <a:t>That we rely on,</a:t>
            </a:r>
          </a:p>
          <a:p>
            <a:r>
              <a:rPr lang="en-US" dirty="0"/>
              <a:t>One and only noble Tree.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200176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my tongue the glorious battle, </a:t>
            </a:r>
          </a:p>
          <a:p>
            <a:r>
              <a:rPr lang="en-US" dirty="0"/>
              <a:t>Praise the victor in the fight;</a:t>
            </a:r>
          </a:p>
          <a:p>
            <a:r>
              <a:rPr lang="en-US" dirty="0"/>
              <a:t>See upon the Cross the champion </a:t>
            </a:r>
          </a:p>
          <a:p>
            <a:r>
              <a:rPr lang="en-US" dirty="0"/>
              <a:t>See it shine with life and light.</a:t>
            </a:r>
          </a:p>
          <a:p>
            <a:r>
              <a:rPr lang="en-US" dirty="0"/>
              <a:t>Tell of how our risen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By his death has quelled the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821618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For, when Adam first offended, </a:t>
            </a:r>
          </a:p>
          <a:p>
            <a:r>
              <a:rPr lang="en-US" dirty="0"/>
              <a:t>Eating the forbidden fruit, </a:t>
            </a:r>
          </a:p>
          <a:p>
            <a:r>
              <a:rPr lang="en-US" dirty="0"/>
              <a:t>Not all hops of glory ended </a:t>
            </a:r>
          </a:p>
          <a:p>
            <a:r>
              <a:rPr lang="en-US" dirty="0"/>
              <a:t>With the serpent at the root:</a:t>
            </a:r>
          </a:p>
          <a:p>
            <a:r>
              <a:rPr lang="en-US" dirty="0"/>
              <a:t>Broken nature would be mended </a:t>
            </a:r>
          </a:p>
          <a:p>
            <a:r>
              <a:rPr lang="en-US" dirty="0"/>
              <a:t>By a second tree and shoot.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06965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Wisdom, power, adoration </a:t>
            </a:r>
          </a:p>
          <a:p>
            <a:r>
              <a:rPr lang="en-US" dirty="0"/>
              <a:t>To the blessed Trinity</a:t>
            </a:r>
          </a:p>
          <a:p>
            <a:r>
              <a:rPr lang="en-US" dirty="0"/>
              <a:t>For redemption and salvation</a:t>
            </a:r>
          </a:p>
          <a:p>
            <a:r>
              <a:rPr lang="en-US" dirty="0"/>
              <a:t>Through the paschal mystery,</a:t>
            </a:r>
          </a:p>
          <a:p>
            <a:r>
              <a:rPr lang="en-US" dirty="0"/>
              <a:t>Now in </a:t>
            </a:r>
            <a:r>
              <a:rPr lang="en-US" dirty="0" err="1"/>
              <a:t>ev’ry</a:t>
            </a:r>
            <a:r>
              <a:rPr lang="en-US" dirty="0"/>
              <a:t> generation </a:t>
            </a:r>
          </a:p>
          <a:p>
            <a:r>
              <a:rPr lang="en-US" dirty="0"/>
              <a:t>And for all eternity.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499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397416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119 - Father, forgive them.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forgive them.  </a:t>
            </a:r>
          </a:p>
          <a:p>
            <a:r>
              <a:rPr lang="en-US" dirty="0"/>
              <a:t>They know not what they do.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671301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see me lying in the street</a:t>
            </a:r>
          </a:p>
          <a:p>
            <a:r>
              <a:rPr lang="en-US" dirty="0"/>
              <a:t>And never lend a hand;</a:t>
            </a:r>
          </a:p>
          <a:p>
            <a:r>
              <a:rPr lang="en-US" dirty="0"/>
              <a:t>The night goes by while they’re asleep, </a:t>
            </a:r>
          </a:p>
          <a:p>
            <a:r>
              <a:rPr lang="en-US" dirty="0"/>
              <a:t>Yet I’m still in the sand; </a:t>
            </a:r>
          </a:p>
          <a:p>
            <a:r>
              <a:rPr lang="en-US" dirty="0"/>
              <a:t>And I cry each night for their blinded eyes, </a:t>
            </a:r>
          </a:p>
          <a:p>
            <a:r>
              <a:rPr lang="en-US" dirty="0"/>
              <a:t>That never, never seem to see.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966726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forgive them.</a:t>
            </a:r>
          </a:p>
          <a:p>
            <a:r>
              <a:rPr lang="en-US" dirty="0"/>
              <a:t>They know not what they do.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998172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call me friend when they’re in need, </a:t>
            </a:r>
          </a:p>
          <a:p>
            <a:r>
              <a:rPr lang="en-US" dirty="0"/>
              <a:t>I know it’s all a sham,</a:t>
            </a:r>
          </a:p>
          <a:p>
            <a:r>
              <a:rPr lang="en-US" dirty="0"/>
              <a:t>For when my sufferings make me weep, </a:t>
            </a:r>
          </a:p>
          <a:p>
            <a:r>
              <a:rPr lang="en-US" dirty="0"/>
              <a:t>They simply wash their hands</a:t>
            </a:r>
          </a:p>
          <a:p>
            <a:r>
              <a:rPr lang="en-US" dirty="0"/>
              <a:t>And I’m left alone in despair to moan; </a:t>
            </a:r>
          </a:p>
          <a:p>
            <a:r>
              <a:rPr lang="en-US" dirty="0"/>
              <a:t>They’ll never, never understand.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259292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forgive us.</a:t>
            </a:r>
          </a:p>
          <a:p>
            <a:r>
              <a:rPr lang="en-US" dirty="0"/>
              <a:t>We know not what we do.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443730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crucified your Son in shame, </a:t>
            </a:r>
          </a:p>
          <a:p>
            <a:r>
              <a:rPr lang="en-US" dirty="0"/>
              <a:t>His message we ignored;</a:t>
            </a:r>
          </a:p>
          <a:p>
            <a:r>
              <a:rPr lang="en-US" dirty="0"/>
              <a:t>Though time has passed, we’re still the same, </a:t>
            </a:r>
          </a:p>
          <a:p>
            <a:r>
              <a:rPr lang="en-US" dirty="0"/>
              <a:t>Indifferent as before;</a:t>
            </a:r>
          </a:p>
          <a:p>
            <a:r>
              <a:rPr lang="en-US" dirty="0"/>
              <a:t>And he dies each day in our hearts of clay;</a:t>
            </a:r>
          </a:p>
          <a:p>
            <a:r>
              <a:rPr lang="en-US" dirty="0"/>
              <a:t>O Father, teach us how to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96638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forgive us.</a:t>
            </a:r>
          </a:p>
          <a:p>
            <a:r>
              <a:rPr lang="en-US" dirty="0"/>
              <a:t>We know not what we do.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937202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57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120 - Father, into your hands, </a:t>
            </a:r>
            <a:br>
              <a:rPr lang="en-US" sz="4400" dirty="0"/>
            </a:br>
            <a:r>
              <a:rPr lang="en-US" sz="4400" dirty="0"/>
              <a:t>I commend my soul.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94051"/>
            <a:ext cx="11753537" cy="4967854"/>
          </a:xfrm>
        </p:spPr>
        <p:txBody>
          <a:bodyPr/>
          <a:lstStyle/>
          <a:p>
            <a:r>
              <a:rPr lang="en-US" dirty="0"/>
              <a:t>You are my refuge, O Lord, </a:t>
            </a:r>
          </a:p>
          <a:p>
            <a:r>
              <a:rPr lang="en-US" dirty="0"/>
              <a:t>leave me not confounded,</a:t>
            </a:r>
          </a:p>
          <a:p>
            <a:r>
              <a:rPr lang="en-US" dirty="0"/>
              <a:t>And in your justice O Lord, </a:t>
            </a:r>
          </a:p>
          <a:p>
            <a:r>
              <a:rPr lang="en-US" dirty="0"/>
              <a:t>free me and redeem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905022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the scorn of my foes, </a:t>
            </a:r>
          </a:p>
          <a:p>
            <a:r>
              <a:rPr lang="en-US" dirty="0"/>
              <a:t>horror to my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  <a:p>
            <a:r>
              <a:rPr lang="en-US" dirty="0"/>
              <a:t>Even my friends in the street, </a:t>
            </a:r>
          </a:p>
          <a:p>
            <a:r>
              <a:rPr lang="en-US" dirty="0"/>
              <a:t>run away and leave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086919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See, like a dead man am I, </a:t>
            </a:r>
          </a:p>
          <a:p>
            <a:r>
              <a:rPr lang="en-US" dirty="0"/>
              <a:t>slighted and forgotten;</a:t>
            </a:r>
          </a:p>
          <a:p>
            <a:r>
              <a:rPr lang="en-US" dirty="0"/>
              <a:t>And like a thing thrown away, </a:t>
            </a:r>
          </a:p>
          <a:p>
            <a:r>
              <a:rPr lang="en-US" dirty="0"/>
              <a:t>like a broken vessel.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616852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 will trust in you, Lord, </a:t>
            </a:r>
          </a:p>
          <a:p>
            <a:r>
              <a:rPr lang="en-US" dirty="0"/>
              <a:t>say, “You are my </a:t>
            </a:r>
            <a:r>
              <a:rPr lang="en-US" dirty="0" err="1"/>
              <a:t>Saviour</a:t>
            </a:r>
            <a:r>
              <a:rPr lang="en-US" dirty="0"/>
              <a:t>”.</a:t>
            </a:r>
          </a:p>
          <a:p>
            <a:r>
              <a:rPr lang="en-US" dirty="0"/>
              <a:t>I place my life in your hands,  </a:t>
            </a:r>
          </a:p>
          <a:p>
            <a:r>
              <a:rPr lang="en-US" dirty="0"/>
              <a:t>free me from oppression.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73166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let your light shine on me, </a:t>
            </a:r>
          </a:p>
          <a:p>
            <a:r>
              <a:rPr lang="en-US" dirty="0"/>
              <a:t>save me in your great love.</a:t>
            </a:r>
          </a:p>
          <a:p>
            <a:r>
              <a:rPr lang="en-US" dirty="0"/>
              <a:t>All you who hope in the Lord, </a:t>
            </a:r>
          </a:p>
          <a:p>
            <a:r>
              <a:rPr lang="en-US" dirty="0"/>
              <a:t>let your heart take courage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271809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121 - Father so loving, Magnificent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 so loving, Magnificent God,  </a:t>
            </a:r>
          </a:p>
          <a:p>
            <a:r>
              <a:rPr lang="en-US" dirty="0"/>
              <a:t>Generous Giver, Beneficent Lord!</a:t>
            </a:r>
          </a:p>
          <a:p>
            <a:endParaRPr lang="en-IN" sz="2000" dirty="0"/>
          </a:p>
          <a:p>
            <a:r>
              <a:rPr lang="en-US" dirty="0"/>
              <a:t>You fill up our hearts, you fill up our minds, </a:t>
            </a:r>
          </a:p>
          <a:p>
            <a:r>
              <a:rPr lang="en-US" dirty="0"/>
              <a:t>You fill up our dreams, you fill up our lives!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260903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Father so loving, Magnificent God,  </a:t>
            </a:r>
          </a:p>
          <a:p>
            <a:r>
              <a:rPr lang="en-US" dirty="0"/>
              <a:t>Generous Giver, Beneficent Lord!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give us your love, in giving the earth; </a:t>
            </a:r>
          </a:p>
          <a:p>
            <a:r>
              <a:rPr lang="en-US" dirty="0"/>
              <a:t>In giving your blood, you give us rebirth.</a:t>
            </a:r>
          </a:p>
          <a:p>
            <a:endParaRPr lang="en-IN" sz="2000" dirty="0"/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997631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2000" dirty="0"/>
          </a:p>
          <a:p>
            <a:endParaRPr lang="en-IN" sz="2000" dirty="0"/>
          </a:p>
          <a:p>
            <a:r>
              <a:rPr lang="en-US" dirty="0"/>
              <a:t>Father so loving, Magnificent God,  </a:t>
            </a:r>
          </a:p>
          <a:p>
            <a:r>
              <a:rPr lang="en-US" dirty="0"/>
              <a:t>Generous Giver, Beneficent Lord!</a:t>
            </a:r>
          </a:p>
          <a:p>
            <a:endParaRPr lang="en-US" dirty="0"/>
          </a:p>
          <a:p>
            <a:r>
              <a:rPr lang="en-US" dirty="0"/>
              <a:t>You call us your children, </a:t>
            </a:r>
          </a:p>
          <a:p>
            <a:r>
              <a:rPr lang="en-US" dirty="0"/>
              <a:t>you call us your friends; </a:t>
            </a:r>
          </a:p>
          <a:p>
            <a:r>
              <a:rPr lang="en-US" dirty="0"/>
              <a:t>We call you our joy, we call you our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688510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122 - Father, we adore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we adore you lay our lives before you </a:t>
            </a:r>
          </a:p>
          <a:p>
            <a:r>
              <a:rPr lang="en-US" dirty="0"/>
              <a:t>How we love you. </a:t>
            </a:r>
          </a:p>
          <a:p>
            <a:endParaRPr lang="en-US" dirty="0"/>
          </a:p>
          <a:p>
            <a:r>
              <a:rPr lang="en-IN" dirty="0"/>
              <a:t>Jesus... 		Spirit...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346472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123 - Father, we love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70902"/>
            <a:ext cx="11753537" cy="5260248"/>
          </a:xfrm>
        </p:spPr>
        <p:txBody>
          <a:bodyPr>
            <a:normAutofit fontScale="92500" lnSpcReduction="10000"/>
          </a:bodyPr>
          <a:lstStyle/>
          <a:p>
            <a:r>
              <a:rPr lang="en-US" sz="5200" dirty="0"/>
              <a:t>Father, we love you, </a:t>
            </a:r>
          </a:p>
          <a:p>
            <a:r>
              <a:rPr lang="en-US" sz="5200" dirty="0"/>
              <a:t>we worship and adore you.  </a:t>
            </a:r>
          </a:p>
          <a:p>
            <a:r>
              <a:rPr lang="en-US" sz="5200" dirty="0"/>
              <a:t>Glorify your name in all the earth, </a:t>
            </a:r>
          </a:p>
          <a:p>
            <a:r>
              <a:rPr lang="en-US" sz="5200" dirty="0"/>
              <a:t>Glorify your name, glorify your name, </a:t>
            </a:r>
          </a:p>
          <a:p>
            <a:r>
              <a:rPr lang="en-US" sz="5200" dirty="0"/>
              <a:t>Glorify your name in all the earth.</a:t>
            </a:r>
          </a:p>
          <a:p>
            <a:endParaRPr lang="en-IN" sz="2200" dirty="0"/>
          </a:p>
          <a:p>
            <a:r>
              <a:rPr lang="en-IN" sz="5200" dirty="0"/>
              <a:t>Jesus... 		Spirit...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056959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124 - Follow me, follow me,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Follow me, follow me,  </a:t>
            </a:r>
          </a:p>
          <a:p>
            <a:r>
              <a:rPr lang="en-US" dirty="0"/>
              <a:t>Leave your home and family, </a:t>
            </a:r>
          </a:p>
          <a:p>
            <a:r>
              <a:rPr lang="en-US" dirty="0"/>
              <a:t>Leave your fishing nets and boats upon the shore. </a:t>
            </a:r>
          </a:p>
          <a:p>
            <a:r>
              <a:rPr lang="en-US" dirty="0"/>
              <a:t>Leave the seed that you have sown, </a:t>
            </a:r>
          </a:p>
          <a:p>
            <a:r>
              <a:rPr lang="en-US" dirty="0"/>
              <a:t>Leave the crops you have grown, </a:t>
            </a:r>
          </a:p>
          <a:p>
            <a:r>
              <a:rPr lang="en-US" dirty="0"/>
              <a:t>Leave the people you have known and follow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27797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foxes have their holes </a:t>
            </a:r>
          </a:p>
          <a:p>
            <a:r>
              <a:rPr lang="en-US" dirty="0"/>
              <a:t>And the swallows have their nests, </a:t>
            </a:r>
          </a:p>
          <a:p>
            <a:r>
              <a:rPr lang="en-US" dirty="0"/>
              <a:t>But the Son of man has no place to lie down. </a:t>
            </a:r>
          </a:p>
          <a:p>
            <a:r>
              <a:rPr lang="en-US" dirty="0"/>
              <a:t>I do not offer comfort, </a:t>
            </a:r>
          </a:p>
          <a:p>
            <a:r>
              <a:rPr lang="en-US" dirty="0"/>
              <a:t>I do not offer wealth, </a:t>
            </a:r>
          </a:p>
          <a:p>
            <a:r>
              <a:rPr lang="en-US" dirty="0"/>
              <a:t>But in me will all happiness be found.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5746186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Follow me, follow me,  </a:t>
            </a:r>
          </a:p>
          <a:p>
            <a:r>
              <a:rPr lang="en-US" dirty="0"/>
              <a:t>Leave your home and family, </a:t>
            </a:r>
          </a:p>
          <a:p>
            <a:r>
              <a:rPr lang="en-US" dirty="0"/>
              <a:t>Leave your fishing nets and boats upon the shore. </a:t>
            </a:r>
          </a:p>
          <a:p>
            <a:r>
              <a:rPr lang="en-US" dirty="0"/>
              <a:t>Leave the seed that you have sown, </a:t>
            </a:r>
          </a:p>
          <a:p>
            <a:r>
              <a:rPr lang="en-US" dirty="0"/>
              <a:t>Leave the crops you have grown, </a:t>
            </a:r>
          </a:p>
          <a:p>
            <a:r>
              <a:rPr lang="en-US" dirty="0"/>
              <a:t>Leave the people you have known and follow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43939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If you would follow me.</a:t>
            </a:r>
          </a:p>
          <a:p>
            <a:r>
              <a:rPr lang="en-US" sz="5200" dirty="0"/>
              <a:t>You must leave old ways behind.</a:t>
            </a:r>
          </a:p>
          <a:p>
            <a:r>
              <a:rPr lang="en-US" sz="5200" dirty="0"/>
              <a:t>You must take My cross </a:t>
            </a:r>
          </a:p>
          <a:p>
            <a:r>
              <a:rPr lang="en-US" sz="5200" dirty="0"/>
              <a:t>and follow on my path.</a:t>
            </a:r>
          </a:p>
          <a:p>
            <a:r>
              <a:rPr lang="en-US" sz="5200" dirty="0"/>
              <a:t>You may be far from loved ones,</a:t>
            </a:r>
          </a:p>
          <a:p>
            <a:r>
              <a:rPr lang="en-US" sz="5200" dirty="0"/>
              <a:t>You may be far from home.</a:t>
            </a:r>
          </a:p>
          <a:p>
            <a:r>
              <a:rPr lang="en-US" sz="5200" dirty="0"/>
              <a:t>But my Father will welcome you at last.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86434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Follow me, follow me,  </a:t>
            </a:r>
          </a:p>
          <a:p>
            <a:r>
              <a:rPr lang="en-US" dirty="0"/>
              <a:t>Leave your home and family, </a:t>
            </a:r>
          </a:p>
          <a:p>
            <a:r>
              <a:rPr lang="en-US" dirty="0"/>
              <a:t>Leave your fishing nets and boats upon the shore. </a:t>
            </a:r>
          </a:p>
          <a:p>
            <a:r>
              <a:rPr lang="en-US" dirty="0"/>
              <a:t>Leave the seed that you have sown, </a:t>
            </a:r>
          </a:p>
          <a:p>
            <a:r>
              <a:rPr lang="en-US" dirty="0"/>
              <a:t>Leave the crops you have grown, </a:t>
            </a:r>
          </a:p>
          <a:p>
            <a:r>
              <a:rPr lang="en-US" dirty="0"/>
              <a:t>Leave the people you have known and follow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199564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I go away,</a:t>
            </a:r>
          </a:p>
          <a:p>
            <a:r>
              <a:rPr lang="en-US" dirty="0"/>
              <a:t>You will never be alone,</a:t>
            </a:r>
          </a:p>
          <a:p>
            <a:r>
              <a:rPr lang="en-US" dirty="0"/>
              <a:t>For the Spirit will be there to comfort you.</a:t>
            </a:r>
          </a:p>
          <a:p>
            <a:r>
              <a:rPr lang="en-US" dirty="0"/>
              <a:t>Though all of you may scatter,</a:t>
            </a:r>
          </a:p>
          <a:p>
            <a:r>
              <a:rPr lang="en-US" dirty="0"/>
              <a:t>Each follow his own path,</a:t>
            </a:r>
          </a:p>
          <a:p>
            <a:r>
              <a:rPr lang="en-US" dirty="0"/>
              <a:t>Still the spirit of love will lead you home.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125737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Follow me, follow me,  </a:t>
            </a:r>
          </a:p>
          <a:p>
            <a:r>
              <a:rPr lang="en-US" dirty="0"/>
              <a:t>Leave your home and family, </a:t>
            </a:r>
          </a:p>
          <a:p>
            <a:r>
              <a:rPr lang="en-US" dirty="0"/>
              <a:t>Leave your fishing nets and boats upon the shore. </a:t>
            </a:r>
          </a:p>
          <a:p>
            <a:r>
              <a:rPr lang="en-US" dirty="0"/>
              <a:t>Leave the seed that you have sown, </a:t>
            </a:r>
          </a:p>
          <a:p>
            <a:r>
              <a:rPr lang="en-US" dirty="0"/>
              <a:t>Leave the crops you have grown, </a:t>
            </a:r>
          </a:p>
          <a:p>
            <a:r>
              <a:rPr lang="en-US" dirty="0"/>
              <a:t>Leave the people you have known and follow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353045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72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125 - For all the saints who from their </a:t>
            </a:r>
            <a:r>
              <a:rPr lang="en-US" sz="4400" dirty="0" err="1"/>
              <a:t>labours</a:t>
            </a:r>
            <a:r>
              <a:rPr lang="en-US" sz="4400" dirty="0"/>
              <a:t> rest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13970"/>
            <a:ext cx="11753537" cy="5002578"/>
          </a:xfrm>
        </p:spPr>
        <p:txBody>
          <a:bodyPr/>
          <a:lstStyle/>
          <a:p>
            <a:r>
              <a:rPr lang="en-US" dirty="0"/>
              <a:t>For all the saints who from their </a:t>
            </a:r>
            <a:r>
              <a:rPr lang="en-US" dirty="0" err="1"/>
              <a:t>labours</a:t>
            </a:r>
            <a:r>
              <a:rPr lang="en-US" dirty="0"/>
              <a:t> rest</a:t>
            </a:r>
          </a:p>
          <a:p>
            <a:r>
              <a:rPr lang="en-US" dirty="0"/>
              <a:t>Who thee by faith before the world </a:t>
            </a:r>
            <a:r>
              <a:rPr lang="en-US" dirty="0" err="1"/>
              <a:t>confest</a:t>
            </a:r>
            <a:endParaRPr lang="en-US" dirty="0"/>
          </a:p>
          <a:p>
            <a:r>
              <a:rPr lang="en-US" dirty="0"/>
              <a:t>Thy name, O Jesus, be forever blessed,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988161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 </a:t>
            </a:r>
            <a:r>
              <a:rPr lang="en-US" dirty="0" err="1"/>
              <a:t>wast</a:t>
            </a:r>
            <a:r>
              <a:rPr lang="en-US" dirty="0"/>
              <a:t> their rock, </a:t>
            </a:r>
          </a:p>
          <a:p>
            <a:r>
              <a:rPr lang="en-US" dirty="0"/>
              <a:t>their fortress and their might</a:t>
            </a:r>
          </a:p>
          <a:p>
            <a:r>
              <a:rPr lang="en-US" dirty="0"/>
              <a:t>Thou, Lord, </a:t>
            </a:r>
          </a:p>
          <a:p>
            <a:r>
              <a:rPr lang="en-US" dirty="0"/>
              <a:t>their captain in the well-fought fight,</a:t>
            </a:r>
          </a:p>
          <a:p>
            <a:r>
              <a:rPr lang="en-US" dirty="0"/>
              <a:t>Thou in the darkness drear, </a:t>
            </a:r>
          </a:p>
          <a:p>
            <a:r>
              <a:rPr lang="en-US" dirty="0"/>
              <a:t>their one true light,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954412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126 - For God so loved the world,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God so loved the world, </a:t>
            </a:r>
          </a:p>
          <a:p>
            <a:r>
              <a:rPr lang="en-US" dirty="0"/>
              <a:t>That He gave us his only Son. </a:t>
            </a:r>
          </a:p>
          <a:p>
            <a:r>
              <a:rPr lang="en-US" dirty="0"/>
              <a:t>Whoever trusts in Him, </a:t>
            </a:r>
          </a:p>
          <a:p>
            <a:r>
              <a:rPr lang="en-US" dirty="0"/>
              <a:t>Shall obtain eternal life.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376261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shall love the Lord your God </a:t>
            </a:r>
          </a:p>
          <a:p>
            <a:r>
              <a:rPr lang="en-US" dirty="0"/>
              <a:t>with all your heart,</a:t>
            </a:r>
          </a:p>
          <a:p>
            <a:r>
              <a:rPr lang="en-US" dirty="0"/>
              <a:t>All your mind, all your strength. </a:t>
            </a:r>
          </a:p>
          <a:p>
            <a:r>
              <a:rPr lang="en-US" dirty="0"/>
              <a:t>You shall love the Lord your God </a:t>
            </a:r>
          </a:p>
          <a:p>
            <a:r>
              <a:rPr lang="en-US" dirty="0"/>
              <a:t>with all your heart, </a:t>
            </a:r>
          </a:p>
          <a:p>
            <a:r>
              <a:rPr lang="en-US" dirty="0"/>
              <a:t>You shall love your </a:t>
            </a:r>
            <a:r>
              <a:rPr lang="en-US" dirty="0" err="1"/>
              <a:t>neighbour</a:t>
            </a:r>
            <a:r>
              <a:rPr lang="en-US" dirty="0"/>
              <a:t> as yourself.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432232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Tis by grace you have been saved through faith in Christ,</a:t>
            </a:r>
          </a:p>
          <a:p>
            <a:r>
              <a:rPr lang="en-US" dirty="0"/>
              <a:t>Not by works, lest you boast.</a:t>
            </a:r>
          </a:p>
          <a:p>
            <a:r>
              <a:rPr lang="en-US" dirty="0"/>
              <a:t>Even when your trespasses </a:t>
            </a:r>
          </a:p>
          <a:p>
            <a:r>
              <a:rPr lang="en-US" dirty="0"/>
              <a:t>had rendered you dead, </a:t>
            </a:r>
          </a:p>
          <a:p>
            <a:r>
              <a:rPr lang="en-US" dirty="0"/>
              <a:t>You were made alive in Jesus Christ.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954575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Lord has pardoned you, </a:t>
            </a:r>
          </a:p>
          <a:p>
            <a:r>
              <a:rPr lang="en-US" dirty="0"/>
              <a:t>so must you forgive:</a:t>
            </a:r>
          </a:p>
          <a:p>
            <a:r>
              <a:rPr lang="en-US" dirty="0"/>
              <a:t>Let his peace rule your heart, </a:t>
            </a:r>
          </a:p>
          <a:p>
            <a:r>
              <a:rPr lang="en-US" dirty="0"/>
              <a:t>He has nailed your trespasses </a:t>
            </a:r>
          </a:p>
          <a:p>
            <a:r>
              <a:rPr lang="en-US" dirty="0"/>
              <a:t>and sins to the cross. </a:t>
            </a:r>
          </a:p>
          <a:p>
            <a:r>
              <a:rPr lang="en-US" dirty="0"/>
              <a:t>So give thanks to God through Jesus Christ.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890740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I pray that Jesus Christ </a:t>
            </a:r>
          </a:p>
          <a:p>
            <a:r>
              <a:rPr lang="en-US" dirty="0"/>
              <a:t>may dwell in your hearts,</a:t>
            </a:r>
          </a:p>
          <a:p>
            <a:r>
              <a:rPr lang="en-US" dirty="0"/>
              <a:t>Through your faith, through your love. </a:t>
            </a:r>
          </a:p>
          <a:p>
            <a:r>
              <a:rPr lang="en-US" dirty="0"/>
              <a:t>May his Spirit strengthen you </a:t>
            </a:r>
          </a:p>
          <a:p>
            <a:r>
              <a:rPr lang="en-US" dirty="0"/>
              <a:t>with power and might. </a:t>
            </a:r>
          </a:p>
          <a:p>
            <a:r>
              <a:rPr lang="en-US" dirty="0"/>
              <a:t>May your lives be rooted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257630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Coda:	 	Whoever trusts in Him, </a:t>
            </a:r>
          </a:p>
          <a:p>
            <a:r>
              <a:rPr lang="en-US" dirty="0"/>
              <a:t>		Shall obtain eternal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34001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127 - For unto us a Child is born.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unto us a Child is born.   </a:t>
            </a:r>
          </a:p>
          <a:p>
            <a:r>
              <a:rPr lang="en-US" dirty="0"/>
              <a:t>Yes, unto us a Son is given.</a:t>
            </a:r>
          </a:p>
          <a:p>
            <a:r>
              <a:rPr lang="en-US" dirty="0"/>
              <a:t>God with us, revealed in us, </a:t>
            </a:r>
          </a:p>
          <a:p>
            <a:r>
              <a:rPr lang="en-US" dirty="0"/>
              <a:t>His name shall be Emmanuel.</a:t>
            </a:r>
          </a:p>
          <a:p>
            <a:endParaRPr lang="en-US" dirty="0"/>
          </a:p>
          <a:p>
            <a:endParaRPr lang="en-IN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048655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 shall be called the Counsellor,</a:t>
            </a:r>
          </a:p>
          <a:p>
            <a:r>
              <a:rPr lang="en-US" dirty="0"/>
              <a:t>The mighty God, the Prince of peace.</a:t>
            </a:r>
          </a:p>
          <a:p>
            <a:r>
              <a:rPr lang="en-US" dirty="0"/>
              <a:t>God with us, revealed in us, </a:t>
            </a:r>
          </a:p>
          <a:p>
            <a:r>
              <a:rPr lang="en-US" dirty="0"/>
              <a:t>His name shall be Emmanuel.</a:t>
            </a:r>
          </a:p>
          <a:p>
            <a:endParaRPr lang="en-US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542464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righteousness, He’ll rule the world, </a:t>
            </a:r>
          </a:p>
          <a:p>
            <a:r>
              <a:rPr lang="en-US" dirty="0"/>
              <a:t>God with us, revealed in us, </a:t>
            </a:r>
          </a:p>
          <a:p>
            <a:r>
              <a:rPr lang="en-US" dirty="0"/>
              <a:t>His name shall be Emmanuel.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068062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government will have no end</a:t>
            </a:r>
          </a:p>
          <a:p>
            <a:r>
              <a:rPr lang="en-US" dirty="0"/>
              <a:t>God with us, revealed in us, </a:t>
            </a:r>
          </a:p>
          <a:p>
            <a:r>
              <a:rPr lang="en-US" dirty="0"/>
              <a:t>His name shall be Emmanuel.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99554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128 - From the depths I call to you, O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From the depths I call to you, O Lord, </a:t>
            </a:r>
          </a:p>
          <a:p>
            <a:r>
              <a:rPr lang="en-US" dirty="0"/>
              <a:t>Listen to my cry. </a:t>
            </a:r>
          </a:p>
          <a:p>
            <a:endParaRPr lang="en-US" sz="2200" dirty="0"/>
          </a:p>
          <a:p>
            <a:r>
              <a:rPr lang="en-US" dirty="0"/>
              <a:t>Lord, in compassion, listen to my pleading, </a:t>
            </a:r>
          </a:p>
          <a:p>
            <a:r>
              <a:rPr lang="en-US" dirty="0"/>
              <a:t>Listen to my cry, </a:t>
            </a:r>
          </a:p>
          <a:p>
            <a:r>
              <a:rPr lang="en-US" dirty="0"/>
              <a:t>If you refuse, Lord, to forgive your people’s sins, </a:t>
            </a:r>
          </a:p>
          <a:p>
            <a:r>
              <a:rPr lang="en-US" dirty="0"/>
              <a:t>We shall surely die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145643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From the depths I call to you, O Lord, </a:t>
            </a:r>
          </a:p>
          <a:p>
            <a:r>
              <a:rPr lang="en-US" dirty="0"/>
              <a:t>Listen to my cry. </a:t>
            </a:r>
          </a:p>
          <a:p>
            <a:endParaRPr lang="en-US" dirty="0"/>
          </a:p>
          <a:p>
            <a:r>
              <a:rPr lang="en-US" dirty="0"/>
              <a:t>So I am waiting, waiting for him patiently, </a:t>
            </a:r>
          </a:p>
          <a:p>
            <a:r>
              <a:rPr lang="en-US" dirty="0"/>
              <a:t>Hoping in his word, 		</a:t>
            </a:r>
          </a:p>
          <a:p>
            <a:r>
              <a:rPr lang="en-US" dirty="0"/>
              <a:t>More than the watchman waiting for the dawn to come </a:t>
            </a:r>
          </a:p>
          <a:p>
            <a:r>
              <a:rPr lang="en-US" dirty="0"/>
              <a:t>I await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528885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From the depths I call to you, O Lord, </a:t>
            </a:r>
          </a:p>
          <a:p>
            <a:r>
              <a:rPr lang="en-US" dirty="0"/>
              <a:t>Listen to my cry. </a:t>
            </a:r>
          </a:p>
          <a:p>
            <a:endParaRPr lang="en-US" dirty="0"/>
          </a:p>
          <a:p>
            <a:r>
              <a:rPr lang="en-US" dirty="0"/>
              <a:t>So let us trust him for in him is mercy;</a:t>
            </a:r>
          </a:p>
          <a:p>
            <a:r>
              <a:rPr lang="en-US" dirty="0"/>
              <a:t>He the Lord, is kind. </a:t>
            </a:r>
          </a:p>
          <a:p>
            <a:r>
              <a:rPr lang="en-US" dirty="0"/>
              <a:t>He gives us pardon, generous redemption, </a:t>
            </a:r>
          </a:p>
          <a:p>
            <a:r>
              <a:rPr lang="en-US" dirty="0"/>
              <a:t>Casts our sins behind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109844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129 - From the wells of salvation,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 the wells of salvation,  </a:t>
            </a:r>
          </a:p>
          <a:p>
            <a:r>
              <a:rPr lang="en-US" dirty="0"/>
              <a:t>With joy you will draw water</a:t>
            </a:r>
          </a:p>
          <a:p>
            <a:endParaRPr lang="en-IN" sz="2000" dirty="0"/>
          </a:p>
          <a:p>
            <a:r>
              <a:rPr lang="en-US" dirty="0"/>
              <a:t>Truly God is my salvation </a:t>
            </a:r>
          </a:p>
          <a:p>
            <a:r>
              <a:rPr lang="en-US" dirty="0"/>
              <a:t>I trust I shall not fear.</a:t>
            </a:r>
          </a:p>
          <a:p>
            <a:r>
              <a:rPr lang="en-US" dirty="0"/>
              <a:t>For the Lord is my strength, my song</a:t>
            </a:r>
          </a:p>
          <a:p>
            <a:r>
              <a:rPr lang="en-US" dirty="0"/>
              <a:t>He became my savior.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286070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From the wells of salvation,  </a:t>
            </a:r>
          </a:p>
          <a:p>
            <a:r>
              <a:rPr lang="en-US" dirty="0"/>
              <a:t>With joy you will draw water</a:t>
            </a:r>
          </a:p>
          <a:p>
            <a:endParaRPr lang="en-US" dirty="0"/>
          </a:p>
          <a:p>
            <a:r>
              <a:rPr lang="en-US" dirty="0"/>
              <a:t>O give thanks to the Lord,</a:t>
            </a:r>
          </a:p>
          <a:p>
            <a:r>
              <a:rPr lang="en-US" dirty="0"/>
              <a:t>Give praise to his name!</a:t>
            </a:r>
          </a:p>
          <a:p>
            <a:r>
              <a:rPr lang="en-US" dirty="0"/>
              <a:t>Make his mighty deeds known to the people,</a:t>
            </a:r>
          </a:p>
          <a:p>
            <a:r>
              <a:rPr lang="en-US" dirty="0"/>
              <a:t>Declare the greatness of his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234492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From the wells of salvation,  </a:t>
            </a:r>
          </a:p>
          <a:p>
            <a:r>
              <a:rPr lang="en-US" dirty="0"/>
              <a:t>With joy you will draw water</a:t>
            </a:r>
          </a:p>
          <a:p>
            <a:endParaRPr lang="en-US" dirty="0"/>
          </a:p>
          <a:p>
            <a:r>
              <a:rPr lang="en-US" dirty="0"/>
              <a:t>Sing a psalm to the Lord</a:t>
            </a:r>
          </a:p>
          <a:p>
            <a:r>
              <a:rPr lang="en-US" dirty="0"/>
              <a:t>For he has done glorious deeds. </a:t>
            </a:r>
          </a:p>
          <a:p>
            <a:r>
              <a:rPr lang="en-US" dirty="0"/>
              <a:t>People of Zion, sing and shout for joy:</a:t>
            </a:r>
          </a:p>
          <a:p>
            <a:r>
              <a:rPr lang="en-US" dirty="0"/>
              <a:t>Great in your midst is the Holy One of Israel.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700576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5" y="326850"/>
            <a:ext cx="11495314" cy="561202"/>
          </a:xfrm>
        </p:spPr>
        <p:txBody>
          <a:bodyPr>
            <a:noAutofit/>
          </a:bodyPr>
          <a:lstStyle/>
          <a:p>
            <a:r>
              <a:rPr lang="en-US" sz="4400" dirty="0"/>
              <a:t>130 - Gather your people who long to be one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your people who long to be one,</a:t>
            </a:r>
          </a:p>
          <a:p>
            <a:r>
              <a:rPr lang="en-US" dirty="0"/>
              <a:t>One with You, O Lord, in truth and love</a:t>
            </a:r>
          </a:p>
          <a:p>
            <a:endParaRPr lang="en-US" sz="2000" dirty="0"/>
          </a:p>
          <a:p>
            <a:r>
              <a:rPr lang="en-US" dirty="0"/>
              <a:t>Lord Jesus Christ, gather us together. </a:t>
            </a:r>
          </a:p>
          <a:p>
            <a:r>
              <a:rPr lang="en-US" dirty="0"/>
              <a:t>Make us one bread, one body in your love.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287458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do proclaim You, the </a:t>
            </a:r>
            <a:r>
              <a:rPr lang="en-US" dirty="0" err="1"/>
              <a:t>Saviour</a:t>
            </a:r>
            <a:r>
              <a:rPr lang="en-US" dirty="0"/>
              <a:t> of all.</a:t>
            </a:r>
          </a:p>
          <a:p>
            <a:r>
              <a:rPr lang="en-US" dirty="0"/>
              <a:t>Lord of all the earth in sea and sky.</a:t>
            </a:r>
          </a:p>
          <a:p>
            <a:r>
              <a:rPr lang="en-US" dirty="0"/>
              <a:t>Lord Jesus Christ, gather us together. </a:t>
            </a:r>
          </a:p>
          <a:p>
            <a:r>
              <a:rPr lang="en-US" dirty="0"/>
              <a:t>Make us one bread, one body in your love.</a:t>
            </a:r>
          </a:p>
          <a:p>
            <a:endParaRPr lang="en-US" dirty="0"/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153416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Forgive our failings, create us anew.</a:t>
            </a:r>
          </a:p>
          <a:p>
            <a:r>
              <a:rPr lang="en-US" dirty="0"/>
              <a:t>Speak your words of peace into our hearts.</a:t>
            </a:r>
          </a:p>
          <a:p>
            <a:r>
              <a:rPr lang="en-US" dirty="0"/>
              <a:t>Lord Jesus Christ, gather us together. </a:t>
            </a:r>
          </a:p>
          <a:p>
            <a:r>
              <a:rPr lang="en-US" dirty="0"/>
              <a:t>Make us one bread, one body in your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580389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Into your hands, Lord, we place all our cares,</a:t>
            </a:r>
          </a:p>
          <a:p>
            <a:r>
              <a:rPr lang="en-US" dirty="0"/>
              <a:t>Trusting in your name which never fails.</a:t>
            </a:r>
          </a:p>
          <a:p>
            <a:r>
              <a:rPr lang="en-US" dirty="0"/>
              <a:t>Lord Jesus Christ, gather us together. </a:t>
            </a:r>
          </a:p>
          <a:p>
            <a:r>
              <a:rPr lang="en-US" dirty="0"/>
              <a:t>Make us one bread, one body in your love.</a:t>
            </a:r>
          </a:p>
          <a:p>
            <a:endParaRPr lang="en-US" dirty="0"/>
          </a:p>
          <a:p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595921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Within your temple your praises we sing.</a:t>
            </a:r>
          </a:p>
          <a:p>
            <a:r>
              <a:rPr lang="en-US" dirty="0"/>
              <a:t>Glorious is your name over all the earth.</a:t>
            </a:r>
          </a:p>
          <a:p>
            <a:r>
              <a:rPr lang="en-US" dirty="0"/>
              <a:t>Lord Jesus Christ, gather us together. </a:t>
            </a:r>
          </a:p>
          <a:p>
            <a:r>
              <a:rPr lang="en-US" dirty="0"/>
              <a:t>Make us one bread, one body in your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474202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131 -Gentle woman, quiet light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Gentle woman, quiet light,</a:t>
            </a:r>
          </a:p>
          <a:p>
            <a:r>
              <a:rPr lang="en-US" dirty="0"/>
              <a:t>Morning star so strong and bright,</a:t>
            </a:r>
          </a:p>
          <a:p>
            <a:r>
              <a:rPr lang="en-US" dirty="0"/>
              <a:t>Gentle mother peaceful dove . </a:t>
            </a:r>
          </a:p>
          <a:p>
            <a:r>
              <a:rPr lang="en-US" dirty="0"/>
              <a:t>Teach us wisdom; teach us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304896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Hail Mary, full of grace, </a:t>
            </a:r>
          </a:p>
          <a:p>
            <a:r>
              <a:rPr lang="en-US" dirty="0"/>
              <a:t>The Lord is with you. </a:t>
            </a:r>
          </a:p>
          <a:p>
            <a:r>
              <a:rPr lang="en-US" dirty="0"/>
              <a:t>Blessed are you among women,</a:t>
            </a:r>
          </a:p>
          <a:p>
            <a:r>
              <a:rPr lang="en-US" dirty="0"/>
              <a:t>And blessed is the fruit of your womb, Jesus. </a:t>
            </a:r>
          </a:p>
          <a:p>
            <a:r>
              <a:rPr lang="en-US" dirty="0"/>
              <a:t>Holy Mary, Mother of God, </a:t>
            </a:r>
          </a:p>
          <a:p>
            <a:r>
              <a:rPr lang="en-US" dirty="0"/>
              <a:t>Pray for us sinners now, </a:t>
            </a:r>
          </a:p>
          <a:p>
            <a:r>
              <a:rPr lang="en-US" dirty="0"/>
              <a:t>And at the hour of death. Amen.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98869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Gentle woman, quiet light,</a:t>
            </a:r>
          </a:p>
          <a:p>
            <a:r>
              <a:rPr lang="en-US" dirty="0"/>
              <a:t>Morning star so strong and bright,</a:t>
            </a:r>
          </a:p>
          <a:p>
            <a:r>
              <a:rPr lang="en-US" dirty="0"/>
              <a:t>Gentle mother peaceful dove . </a:t>
            </a:r>
          </a:p>
          <a:p>
            <a:r>
              <a:rPr lang="en-US" dirty="0"/>
              <a:t>Teach us wisdom; teach us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502461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were chosen by the Father: </a:t>
            </a:r>
          </a:p>
          <a:p>
            <a:r>
              <a:rPr lang="en-US" dirty="0"/>
              <a:t>You were chosen for the Son, </a:t>
            </a:r>
          </a:p>
          <a:p>
            <a:r>
              <a:rPr lang="en-US" dirty="0"/>
              <a:t>You were chosen from all women </a:t>
            </a:r>
          </a:p>
          <a:p>
            <a:r>
              <a:rPr lang="en-US" dirty="0"/>
              <a:t>And for woman, shining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368064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Gentle woman, quiet light,</a:t>
            </a:r>
          </a:p>
          <a:p>
            <a:r>
              <a:rPr lang="en-US" dirty="0"/>
              <a:t>Morning star so strong and bright,</a:t>
            </a:r>
          </a:p>
          <a:p>
            <a:r>
              <a:rPr lang="en-US" dirty="0"/>
              <a:t>Gentle mother peaceful dove . </a:t>
            </a:r>
          </a:p>
          <a:p>
            <a:r>
              <a:rPr lang="en-US" dirty="0"/>
              <a:t>Teach us wisdom; teach us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496679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you among all women</a:t>
            </a:r>
          </a:p>
          <a:p>
            <a:r>
              <a:rPr lang="en-US" dirty="0"/>
              <a:t>Blessed in turn all women too.</a:t>
            </a:r>
          </a:p>
          <a:p>
            <a:r>
              <a:rPr lang="en-US" dirty="0"/>
              <a:t>Blessed they with peaceful spirits </a:t>
            </a:r>
          </a:p>
          <a:p>
            <a:r>
              <a:rPr lang="en-US" dirty="0"/>
              <a:t>Blessed they with gentle hearts.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685513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Gentle woman, quiet light,</a:t>
            </a:r>
          </a:p>
          <a:p>
            <a:r>
              <a:rPr lang="en-US" dirty="0"/>
              <a:t>Morning star so strong and bright,</a:t>
            </a:r>
          </a:p>
          <a:p>
            <a:r>
              <a:rPr lang="en-US" dirty="0"/>
              <a:t>Gentle mother peaceful dove . </a:t>
            </a:r>
          </a:p>
          <a:p>
            <a:r>
              <a:rPr lang="en-US" dirty="0"/>
              <a:t>Teach us wisdom; teach us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713772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132 - Give me joy in my heart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me joy in my heart, keep me praising,   </a:t>
            </a:r>
          </a:p>
          <a:p>
            <a:r>
              <a:rPr lang="en-US" dirty="0"/>
              <a:t>Give me joy in my heart, I pray. </a:t>
            </a:r>
          </a:p>
          <a:p>
            <a:r>
              <a:rPr lang="en-US" dirty="0"/>
              <a:t>Give me joy in my heart, keep me praising, </a:t>
            </a:r>
          </a:p>
          <a:p>
            <a:r>
              <a:rPr lang="en-US" dirty="0"/>
              <a:t>Keep me praising till the end of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233354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 hosanna, sing hosanna,</a:t>
            </a:r>
          </a:p>
          <a:p>
            <a:r>
              <a:rPr lang="en-IN" dirty="0"/>
              <a:t>Sing hosanna to the King of Kings! </a:t>
            </a:r>
          </a:p>
          <a:p>
            <a:r>
              <a:rPr lang="en-IN" dirty="0"/>
              <a:t>Sing hosanna, sing hosanna, </a:t>
            </a:r>
          </a:p>
          <a:p>
            <a:r>
              <a:rPr lang="en-IN" dirty="0"/>
              <a:t>Sing hosanna to the King.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855459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Give me oil in my lamp, keep me burning...</a:t>
            </a:r>
          </a:p>
          <a:p>
            <a:endParaRPr lang="en-US" dirty="0"/>
          </a:p>
          <a:p>
            <a:r>
              <a:rPr lang="en-IN" dirty="0"/>
              <a:t>Sing hosanna, sing hosanna,</a:t>
            </a:r>
          </a:p>
          <a:p>
            <a:r>
              <a:rPr lang="en-IN" dirty="0"/>
              <a:t>Sing hosanna to the King of Kings! </a:t>
            </a:r>
          </a:p>
          <a:p>
            <a:r>
              <a:rPr lang="en-IN" dirty="0"/>
              <a:t>Sing hosanna, sing hosanna, </a:t>
            </a:r>
          </a:p>
          <a:p>
            <a:r>
              <a:rPr lang="en-IN" dirty="0"/>
              <a:t>Sing hosanna to the King.</a:t>
            </a:r>
          </a:p>
          <a:p>
            <a:endParaRPr lang="en-US" dirty="0"/>
          </a:p>
          <a:p>
            <a:r>
              <a:rPr lang="en-US" dirty="0"/>
              <a:t>Give me love in my work, keep me serving...</a:t>
            </a:r>
          </a:p>
          <a:p>
            <a:endParaRPr lang="en-US" dirty="0"/>
          </a:p>
          <a:p>
            <a:r>
              <a:rPr lang="en-US" dirty="0"/>
              <a:t>Give me peace in my mind, keep me resting...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681672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133 - Give thanks with a grateful heart.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thanks with a grateful heart.  </a:t>
            </a:r>
          </a:p>
          <a:p>
            <a:r>
              <a:rPr lang="en-US" dirty="0"/>
              <a:t>Give thanks to the Holy One.</a:t>
            </a:r>
          </a:p>
          <a:p>
            <a:r>
              <a:rPr lang="en-US" dirty="0"/>
              <a:t>Give thanks because he’s given </a:t>
            </a:r>
          </a:p>
          <a:p>
            <a:r>
              <a:rPr lang="en-US" dirty="0"/>
              <a:t>Jesus Christ, His Son.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434913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And now let the weak say, “I am strong”,</a:t>
            </a:r>
          </a:p>
          <a:p>
            <a:r>
              <a:rPr lang="en-US" dirty="0"/>
              <a:t>Let the poor say, “I am rich”,</a:t>
            </a:r>
          </a:p>
          <a:p>
            <a:r>
              <a:rPr lang="en-US" dirty="0"/>
              <a:t>Because of what the Lord has done for us. </a:t>
            </a:r>
          </a:p>
          <a:p>
            <a:r>
              <a:rPr lang="en-US" dirty="0"/>
              <a:t>And now let the weak say, “I am strong”,</a:t>
            </a:r>
          </a:p>
          <a:p>
            <a:r>
              <a:rPr lang="en-US" dirty="0"/>
              <a:t>Let the poor say, “I am rich”,</a:t>
            </a:r>
          </a:p>
          <a:p>
            <a:r>
              <a:rPr lang="en-US" dirty="0"/>
              <a:t>Because of what the Lord has done for us,</a:t>
            </a:r>
          </a:p>
          <a:p>
            <a:r>
              <a:rPr lang="en-US" dirty="0"/>
              <a:t>Give thanks.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166323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134 - Glory and praise to our God;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and praise to our God;   </a:t>
            </a:r>
          </a:p>
          <a:p>
            <a:r>
              <a:rPr lang="en-US" dirty="0"/>
              <a:t>Who alone gives light to our days; </a:t>
            </a:r>
          </a:p>
          <a:p>
            <a:r>
              <a:rPr lang="en-US" dirty="0"/>
              <a:t>Many are the blessings he bears </a:t>
            </a:r>
          </a:p>
          <a:p>
            <a:r>
              <a:rPr lang="en-US" dirty="0"/>
              <a:t>To those who trust in his ways.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482554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We, the daughters and sons of Him,</a:t>
            </a:r>
          </a:p>
          <a:p>
            <a:r>
              <a:rPr lang="en-US" dirty="0"/>
              <a:t>Who built the valleys and plains, </a:t>
            </a:r>
          </a:p>
          <a:p>
            <a:r>
              <a:rPr lang="en-US" dirty="0"/>
              <a:t>Praise the wonders our God has done </a:t>
            </a:r>
          </a:p>
          <a:p>
            <a:r>
              <a:rPr lang="en-US" dirty="0"/>
              <a:t>In every heart that sings.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276483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and praise to our God;   </a:t>
            </a:r>
          </a:p>
          <a:p>
            <a:r>
              <a:rPr lang="en-US" dirty="0"/>
              <a:t>Who alone gives light to our days; </a:t>
            </a:r>
          </a:p>
          <a:p>
            <a:r>
              <a:rPr lang="en-US" dirty="0"/>
              <a:t>Many are the blessings he bears </a:t>
            </a:r>
          </a:p>
          <a:p>
            <a:r>
              <a:rPr lang="en-US" dirty="0"/>
              <a:t>To those who trust in his ways.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291582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wisdom he strengthens us, </a:t>
            </a:r>
          </a:p>
          <a:p>
            <a:r>
              <a:rPr lang="en-US" dirty="0"/>
              <a:t>Like gold that’s tested in fire. </a:t>
            </a:r>
          </a:p>
          <a:p>
            <a:r>
              <a:rPr lang="en-US" dirty="0"/>
              <a:t>Though the power of sin prevails, </a:t>
            </a:r>
          </a:p>
          <a:p>
            <a:r>
              <a:rPr lang="en-US" dirty="0"/>
              <a:t>Our God is there to save.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908290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and praise to our God;   </a:t>
            </a:r>
          </a:p>
          <a:p>
            <a:r>
              <a:rPr lang="en-US" dirty="0"/>
              <a:t>Who alone gives light to our days; </a:t>
            </a:r>
          </a:p>
          <a:p>
            <a:r>
              <a:rPr lang="en-US" dirty="0"/>
              <a:t>Many are the blessings he bears </a:t>
            </a:r>
          </a:p>
          <a:p>
            <a:r>
              <a:rPr lang="en-US" dirty="0"/>
              <a:t>To those who trust in his ways.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14470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moment of every day, </a:t>
            </a:r>
          </a:p>
          <a:p>
            <a:r>
              <a:rPr lang="en-US" dirty="0"/>
              <a:t>Our God is waiting to save, </a:t>
            </a:r>
          </a:p>
          <a:p>
            <a:r>
              <a:rPr lang="en-US" dirty="0"/>
              <a:t>Always ready to seek the lost, </a:t>
            </a:r>
          </a:p>
          <a:p>
            <a:r>
              <a:rPr lang="en-US" dirty="0"/>
              <a:t>To answer those who pray.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885784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and praise to our God;   </a:t>
            </a:r>
          </a:p>
          <a:p>
            <a:r>
              <a:rPr lang="en-US" dirty="0"/>
              <a:t>Who alone gives light to our days; </a:t>
            </a:r>
          </a:p>
          <a:p>
            <a:r>
              <a:rPr lang="en-US" dirty="0"/>
              <a:t>Many are the blessings he bears </a:t>
            </a:r>
          </a:p>
          <a:p>
            <a:r>
              <a:rPr lang="en-US" dirty="0"/>
              <a:t>To those who trust in his ways.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760251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135 - Glory be to Jesus who in bitter pains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be to Jesus who in bitter pains      </a:t>
            </a:r>
          </a:p>
          <a:p>
            <a:r>
              <a:rPr lang="en-US" dirty="0"/>
              <a:t>Poured for me the lifeblood </a:t>
            </a:r>
          </a:p>
          <a:p>
            <a:r>
              <a:rPr lang="en-US" dirty="0"/>
              <a:t>from his sacred veins</a:t>
            </a:r>
          </a:p>
          <a:p>
            <a:endParaRPr lang="en-US" sz="2000" dirty="0"/>
          </a:p>
          <a:p>
            <a:r>
              <a:rPr lang="en-US" dirty="0"/>
              <a:t>Grace and life eternal in that blood I find, </a:t>
            </a:r>
          </a:p>
          <a:p>
            <a:r>
              <a:rPr lang="en-US" dirty="0"/>
              <a:t>Blest be his compassion, infinitely kind.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460447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the fainting spirit drinks of life her fill, </a:t>
            </a:r>
          </a:p>
          <a:p>
            <a:r>
              <a:rPr lang="en-US" dirty="0"/>
              <a:t>There as in a fountain, laves herself at will.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097571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136 - Glory, praise and honour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Glory, praise and honour, </a:t>
            </a:r>
          </a:p>
          <a:p>
            <a:r>
              <a:rPr lang="en-US" dirty="0"/>
              <a:t>Christ, Redeemer King! </a:t>
            </a:r>
          </a:p>
          <a:p>
            <a:r>
              <a:rPr lang="en-US" dirty="0"/>
              <a:t>Voices of glad children made hosannas ring</a:t>
            </a:r>
          </a:p>
          <a:p>
            <a:endParaRPr lang="en-IN" sz="2200" dirty="0"/>
          </a:p>
          <a:p>
            <a:r>
              <a:rPr lang="en-US" dirty="0"/>
              <a:t>Thou art the King of Israel, Thou David’s royal Son;</a:t>
            </a:r>
          </a:p>
          <a:p>
            <a:r>
              <a:rPr lang="en-US" dirty="0"/>
              <a:t>Who in the Lord’s name </a:t>
            </a:r>
            <a:r>
              <a:rPr lang="en-US" dirty="0" err="1"/>
              <a:t>comest</a:t>
            </a:r>
            <a:r>
              <a:rPr lang="en-US" dirty="0"/>
              <a:t>, the King and blessed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597429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company of angels are praising thee on high </a:t>
            </a:r>
          </a:p>
          <a:p>
            <a:r>
              <a:rPr lang="en-US" dirty="0"/>
              <a:t>And mortal ones and all things created make reply.</a:t>
            </a:r>
          </a:p>
          <a:p>
            <a:endParaRPr lang="en-IN" sz="2200" dirty="0"/>
          </a:p>
          <a:p>
            <a:r>
              <a:rPr lang="en-US" dirty="0"/>
              <a:t>The people of the Hebrews, with palms, </a:t>
            </a:r>
          </a:p>
          <a:p>
            <a:r>
              <a:rPr lang="en-US" dirty="0"/>
              <a:t>before thee went;</a:t>
            </a:r>
          </a:p>
          <a:p>
            <a:r>
              <a:rPr lang="en-US" dirty="0"/>
              <a:t>Our praise and prayer and anthems, </a:t>
            </a:r>
          </a:p>
          <a:p>
            <a:r>
              <a:rPr lang="en-US" dirty="0"/>
              <a:t>before thee we present.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421689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thee, before thy passion, they sang their hymn of praise: </a:t>
            </a:r>
          </a:p>
          <a:p>
            <a:r>
              <a:rPr lang="en-US" dirty="0"/>
              <a:t>To thee, now high exalted, our melody we raise.</a:t>
            </a:r>
          </a:p>
          <a:p>
            <a:endParaRPr lang="en-US" sz="2200" dirty="0"/>
          </a:p>
          <a:p>
            <a:r>
              <a:rPr lang="en-US" dirty="0"/>
              <a:t>Thou didst accept their praises. accept the prayers we bring,</a:t>
            </a:r>
          </a:p>
          <a:p>
            <a:r>
              <a:rPr lang="en-US" dirty="0"/>
              <a:t>Who in all good </a:t>
            </a:r>
            <a:r>
              <a:rPr lang="en-US" dirty="0" err="1"/>
              <a:t>delightest</a:t>
            </a:r>
            <a:r>
              <a:rPr lang="en-US" dirty="0"/>
              <a:t>, Thou, good and gracious 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60287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137 - Go forth among the people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forth among the people</a:t>
            </a:r>
          </a:p>
          <a:p>
            <a:r>
              <a:rPr lang="en-US" dirty="0"/>
              <a:t>Seek those of every nation.</a:t>
            </a:r>
          </a:p>
          <a:p>
            <a:r>
              <a:rPr lang="en-US" dirty="0"/>
              <a:t>Tell them Christ has died for sin, </a:t>
            </a:r>
          </a:p>
          <a:p>
            <a:r>
              <a:rPr lang="en-US" dirty="0"/>
              <a:t>So a new life could begin,</a:t>
            </a:r>
          </a:p>
          <a:p>
            <a:r>
              <a:rPr lang="en-US" dirty="0"/>
              <a:t>Tell them how he came to bring salvation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400702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forth among the people, </a:t>
            </a:r>
          </a:p>
          <a:p>
            <a:r>
              <a:rPr lang="en-US" dirty="0"/>
              <a:t>To those of every station</a:t>
            </a:r>
          </a:p>
          <a:p>
            <a:r>
              <a:rPr lang="en-US" dirty="0"/>
              <a:t>Share the faith that Jesus gave, </a:t>
            </a:r>
          </a:p>
          <a:p>
            <a:r>
              <a:rPr lang="en-US" dirty="0"/>
              <a:t>Tell them of its power to save,</a:t>
            </a:r>
          </a:p>
          <a:p>
            <a:r>
              <a:rPr lang="en-US" dirty="0"/>
              <a:t>Show them by your words and every action.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102538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go among the people, </a:t>
            </a:r>
          </a:p>
          <a:p>
            <a:r>
              <a:rPr lang="en-US" dirty="0"/>
              <a:t>This is our new vocation</a:t>
            </a:r>
          </a:p>
          <a:p>
            <a:r>
              <a:rPr lang="en-US" dirty="0"/>
              <a:t>Let them see the love we share, </a:t>
            </a:r>
          </a:p>
          <a:p>
            <a:r>
              <a:rPr lang="en-US" dirty="0"/>
              <a:t>Let them see it everywhere,</a:t>
            </a:r>
          </a:p>
          <a:p>
            <a:r>
              <a:rPr lang="en-US" dirty="0"/>
              <a:t>Let them know Christ through our dedication.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421593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138 - Go forth and proclaim the Good News  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forth and proclaim the Good News   </a:t>
            </a:r>
            <a:br>
              <a:rPr lang="en-US" dirty="0"/>
            </a:br>
            <a:r>
              <a:rPr lang="en-US" dirty="0"/>
              <a:t>Making all nations my disciples, </a:t>
            </a:r>
          </a:p>
          <a:p>
            <a:r>
              <a:rPr lang="en-US" dirty="0"/>
              <a:t>Alleluia, Amen.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138868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94C1-FB08-9E70-A342-BB7D3E64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A0C7-64BC-81AC-6DC8-E7C068E6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DC8F9-D72E-DD14-5671-1FD0459D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sing a new song to the Lord, </a:t>
            </a:r>
          </a:p>
          <a:p>
            <a:r>
              <a:rPr lang="en-US" dirty="0"/>
              <a:t>O sing to the Lord, all the earth, </a:t>
            </a:r>
          </a:p>
          <a:p>
            <a:r>
              <a:rPr lang="en-US" dirty="0"/>
              <a:t>O sing to the Lord, bless his name, </a:t>
            </a:r>
          </a:p>
          <a:p>
            <a:r>
              <a:rPr lang="en-US" dirty="0"/>
              <a:t>Proclaim his help day by day, </a:t>
            </a:r>
          </a:p>
          <a:p>
            <a:r>
              <a:rPr lang="en-US" dirty="0"/>
              <a:t>Tell among the nations his glory.</a:t>
            </a:r>
          </a:p>
          <a:p>
            <a:r>
              <a:rPr lang="en-US" dirty="0"/>
              <a:t>And his wonders among all the peoples.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8E210-F441-84B7-FF2B-05893C84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651097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great and worthy of praise,</a:t>
            </a:r>
          </a:p>
          <a:p>
            <a:r>
              <a:rPr lang="en-US" dirty="0"/>
              <a:t>To be feared above all gods.</a:t>
            </a:r>
          </a:p>
          <a:p>
            <a:r>
              <a:rPr lang="en-US" dirty="0"/>
              <a:t>The gods of the heathens are naught. </a:t>
            </a:r>
          </a:p>
          <a:p>
            <a:r>
              <a:rPr lang="en-US" dirty="0"/>
              <a:t>It was the Lord who made the heavens, </a:t>
            </a:r>
          </a:p>
          <a:p>
            <a:r>
              <a:rPr lang="en-US" dirty="0"/>
              <a:t>His are majesty and state and power, </a:t>
            </a:r>
          </a:p>
          <a:p>
            <a:r>
              <a:rPr lang="en-US" dirty="0"/>
              <a:t>And </a:t>
            </a:r>
            <a:r>
              <a:rPr lang="en-US" dirty="0" err="1"/>
              <a:t>splendour</a:t>
            </a:r>
            <a:r>
              <a:rPr lang="en-US" dirty="0"/>
              <a:t> in his holy place.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443634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 an offering and enter his courts, </a:t>
            </a:r>
          </a:p>
          <a:p>
            <a:r>
              <a:rPr lang="en-US" dirty="0"/>
              <a:t>And worship the Lord in his temple.</a:t>
            </a:r>
          </a:p>
          <a:p>
            <a:r>
              <a:rPr lang="en-US" dirty="0"/>
              <a:t>O earth, tremble before him. </a:t>
            </a:r>
          </a:p>
          <a:p>
            <a:r>
              <a:rPr lang="en-US" dirty="0"/>
              <a:t>Proclaim to the nations: God is King, </a:t>
            </a:r>
          </a:p>
          <a:p>
            <a:r>
              <a:rPr lang="en-US" dirty="0"/>
              <a:t>The world he made firm in its place;</a:t>
            </a:r>
          </a:p>
          <a:p>
            <a:r>
              <a:rPr lang="en-US" dirty="0"/>
              <a:t>He will judge the peoples in fairness.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193046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heavens rejoice and earth be glad, </a:t>
            </a:r>
          </a:p>
          <a:p>
            <a:r>
              <a:rPr lang="en-US" dirty="0"/>
              <a:t>Let the sea and all within it thunder praise, </a:t>
            </a:r>
          </a:p>
          <a:p>
            <a:r>
              <a:rPr lang="en-US" dirty="0"/>
              <a:t>Let the land and all it bears rejoice, </a:t>
            </a:r>
          </a:p>
          <a:p>
            <a:r>
              <a:rPr lang="en-US" dirty="0"/>
              <a:t>All the trees of the wood shout for joy, </a:t>
            </a:r>
          </a:p>
          <a:p>
            <a:r>
              <a:rPr lang="en-US" dirty="0"/>
              <a:t>At the presence of the Lord, for he comes, </a:t>
            </a:r>
          </a:p>
          <a:p>
            <a:r>
              <a:rPr lang="en-US" dirty="0"/>
              <a:t>He comes to rule the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894883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justice he will rule the world,</a:t>
            </a:r>
          </a:p>
          <a:p>
            <a:r>
              <a:rPr lang="en-US" dirty="0"/>
              <a:t>He will judge the peoples with his truth. </a:t>
            </a:r>
          </a:p>
          <a:p>
            <a:r>
              <a:rPr lang="en-US" dirty="0"/>
              <a:t>Give praise to the Father almighty, </a:t>
            </a:r>
          </a:p>
          <a:p>
            <a:r>
              <a:rPr lang="en-US" dirty="0"/>
              <a:t>To his Son, Jesus Christ the Lord, </a:t>
            </a:r>
          </a:p>
          <a:p>
            <a:r>
              <a:rPr lang="en-US" dirty="0"/>
              <a:t>To the Spirit who dwells in our hearts, </a:t>
            </a:r>
          </a:p>
          <a:p>
            <a:r>
              <a:rPr lang="en-US" dirty="0"/>
              <a:t>Both now and for ever.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801283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7482"/>
            <a:ext cx="10765971" cy="561202"/>
          </a:xfrm>
        </p:spPr>
        <p:txBody>
          <a:bodyPr>
            <a:noAutofit/>
          </a:bodyPr>
          <a:lstStyle/>
          <a:p>
            <a:r>
              <a:rPr lang="en-US" sz="4400" dirty="0"/>
              <a:t>139 - Go, go into the World tell them I’m alive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84368"/>
            <a:ext cx="11753537" cy="5548069"/>
          </a:xfrm>
        </p:spPr>
        <p:txBody>
          <a:bodyPr/>
          <a:lstStyle/>
          <a:p>
            <a:r>
              <a:rPr lang="en-US" dirty="0"/>
              <a:t>Go, go into the World tell them I’m alive</a:t>
            </a:r>
          </a:p>
          <a:p>
            <a:r>
              <a:rPr lang="en-US" dirty="0"/>
              <a:t>Go into the streets, tell them that I live, </a:t>
            </a:r>
          </a:p>
          <a:p>
            <a:r>
              <a:rPr lang="en-US" dirty="0"/>
              <a:t>Oh! that I live in you. </a:t>
            </a:r>
          </a:p>
          <a:p>
            <a:r>
              <a:rPr lang="en-US" dirty="0"/>
              <a:t>Go, go into the world, claim it for your King, </a:t>
            </a:r>
          </a:p>
          <a:p>
            <a:r>
              <a:rPr lang="en-US" dirty="0"/>
              <a:t>Go into the streets, dry your people’s tears, </a:t>
            </a:r>
          </a:p>
          <a:p>
            <a:r>
              <a:rPr lang="en-US" dirty="0"/>
              <a:t>Oh! making all things 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188616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tell you now, “Go proclaim” </a:t>
            </a:r>
          </a:p>
          <a:p>
            <a:r>
              <a:rPr lang="en-US" dirty="0"/>
              <a:t>I give to you my Spirit’s flame. </a:t>
            </a:r>
          </a:p>
          <a:p>
            <a:r>
              <a:rPr lang="en-US" dirty="0"/>
              <a:t>He is at work, inside of You, </a:t>
            </a:r>
          </a:p>
          <a:p>
            <a:r>
              <a:rPr lang="en-US" dirty="0"/>
              <a:t>To overcome all the powers of darkness.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002511"/>
      </p:ext>
    </p:extLst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Go, go into the World tell them I’m alive</a:t>
            </a:r>
          </a:p>
          <a:p>
            <a:r>
              <a:rPr lang="en-US" dirty="0"/>
              <a:t>Go into the streets, tell them that I live, </a:t>
            </a:r>
          </a:p>
          <a:p>
            <a:r>
              <a:rPr lang="en-US" dirty="0"/>
              <a:t>Oh! that I live in you. </a:t>
            </a:r>
          </a:p>
          <a:p>
            <a:r>
              <a:rPr lang="en-US" dirty="0"/>
              <a:t>Go, go into the world, claim it for your King, </a:t>
            </a:r>
          </a:p>
          <a:p>
            <a:r>
              <a:rPr lang="en-US" dirty="0"/>
              <a:t>Go into the streets, dry your people’s tears, </a:t>
            </a:r>
          </a:p>
          <a:p>
            <a:r>
              <a:rPr lang="en-US" dirty="0"/>
              <a:t>Oh! making all things new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087810"/>
      </p:ext>
    </p:extLst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not afraid, speak my Word, </a:t>
            </a:r>
          </a:p>
          <a:p>
            <a:r>
              <a:rPr lang="en-US" dirty="0"/>
              <a:t>You’re not alone, I’m always there. 		</a:t>
            </a:r>
          </a:p>
          <a:p>
            <a:r>
              <a:rPr lang="en-US" dirty="0"/>
              <a:t>Go tell the world, “Repent, believe!” </a:t>
            </a:r>
          </a:p>
          <a:p>
            <a:r>
              <a:rPr lang="en-US" dirty="0"/>
              <a:t>The time is ripe and the kingdom is here.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658950"/>
      </p:ext>
    </p:extLst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140 - Go in peace to be Christ’s Body,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in peace to be Christ’s Body,   </a:t>
            </a:r>
          </a:p>
          <a:p>
            <a:r>
              <a:rPr lang="en-US" dirty="0"/>
              <a:t>Go in peace, proclaim his Word.</a:t>
            </a:r>
          </a:p>
          <a:p>
            <a:r>
              <a:rPr lang="en-US" dirty="0"/>
              <a:t>You have shared his dying and his rising:</a:t>
            </a:r>
          </a:p>
          <a:p>
            <a:r>
              <a:rPr lang="en-US" dirty="0"/>
              <a:t>Go in peace, Christ lives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277257"/>
      </p:ext>
    </p:extLst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But, our treasure is in earthen vessels,</a:t>
            </a:r>
          </a:p>
          <a:p>
            <a:r>
              <a:rPr lang="en-US" dirty="0"/>
              <a:t>Proving we are weak and need God’s strength.</a:t>
            </a:r>
          </a:p>
          <a:p>
            <a:r>
              <a:rPr lang="en-US" dirty="0"/>
              <a:t>Bearing in our flesh the death of Jesus,</a:t>
            </a:r>
          </a:p>
          <a:p>
            <a:r>
              <a:rPr lang="en-US" dirty="0"/>
              <a:t>We must show his life at work in us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815083"/>
      </p:ext>
    </p:extLst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our outer nature may seem wasted</a:t>
            </a:r>
          </a:p>
          <a:p>
            <a:r>
              <a:rPr lang="en-US" dirty="0"/>
              <a:t>Daily is the inner self renewed.</a:t>
            </a:r>
          </a:p>
          <a:p>
            <a:r>
              <a:rPr lang="en-US" dirty="0"/>
              <a:t>For the love of Jesus Christ controls us,</a:t>
            </a:r>
          </a:p>
          <a:p>
            <a:r>
              <a:rPr lang="en-US" dirty="0"/>
              <a:t>Since we know that one man died for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552911"/>
      </p:ext>
    </p:extLst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141 - God is good to me! O what love I see!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is good to me! O what love I see!   </a:t>
            </a:r>
          </a:p>
          <a:p>
            <a:r>
              <a:rPr lang="en-US" dirty="0"/>
              <a:t>Jesus as a Lamb was slain.  </a:t>
            </a:r>
          </a:p>
          <a:p>
            <a:r>
              <a:rPr lang="en-US" dirty="0"/>
              <a:t>He delivered me, cleansed and set me free; </a:t>
            </a:r>
          </a:p>
          <a:p>
            <a:r>
              <a:rPr lang="en-US" dirty="0"/>
              <a:t>Lord of all, He rose again!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997132"/>
      </p:ext>
    </p:extLst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 live, yet not I !</a:t>
            </a:r>
          </a:p>
          <a:p>
            <a:r>
              <a:rPr lang="en-US" dirty="0"/>
              <a:t>Jesus is alive in me ! </a:t>
            </a:r>
          </a:p>
          <a:p>
            <a:r>
              <a:rPr lang="en-US" dirty="0"/>
              <a:t>Sending the Spirit’s flame into my heart again,</a:t>
            </a:r>
          </a:p>
          <a:p>
            <a:r>
              <a:rPr lang="en-US" dirty="0"/>
              <a:t>God has poured his love on me!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98549"/>
      </p:ext>
    </p:extLst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has shown his love, sent his only Son: </a:t>
            </a:r>
          </a:p>
          <a:p>
            <a:r>
              <a:rPr lang="en-US" dirty="0"/>
              <a:t>Jesus Christ to save the world. </a:t>
            </a:r>
          </a:p>
          <a:p>
            <a:r>
              <a:rPr lang="en-US" dirty="0"/>
              <a:t>Life eternal through his death He brought.</a:t>
            </a:r>
          </a:p>
          <a:p>
            <a:r>
              <a:rPr lang="en-US" dirty="0"/>
              <a:t>Yes, believe that God is Love!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942482"/>
      </p:ext>
    </p:extLst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 live, yet not I !</a:t>
            </a:r>
          </a:p>
          <a:p>
            <a:r>
              <a:rPr lang="en-US" dirty="0"/>
              <a:t>Jesus is alive in me ! </a:t>
            </a:r>
          </a:p>
          <a:p>
            <a:r>
              <a:rPr lang="en-US" dirty="0"/>
              <a:t>Sending the Spirit’s flame into my heart again,</a:t>
            </a:r>
          </a:p>
          <a:p>
            <a:r>
              <a:rPr lang="en-US" dirty="0"/>
              <a:t>God has poured his love on 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01833"/>
      </p:ext>
    </p:extLst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is perfect Love, one who lives in love</a:t>
            </a:r>
          </a:p>
          <a:p>
            <a:r>
              <a:rPr lang="en-US" dirty="0"/>
              <a:t>Lives in God and God in him.</a:t>
            </a:r>
          </a:p>
          <a:p>
            <a:r>
              <a:rPr lang="en-US" dirty="0"/>
              <a:t>Yes, I feel his love; fear gives way to peace,</a:t>
            </a:r>
          </a:p>
          <a:p>
            <a:r>
              <a:rPr lang="en-US" dirty="0"/>
              <a:t>‘Cause I know He loved me first.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353564"/>
      </p:ext>
    </p:extLst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 live, yet not I !</a:t>
            </a:r>
          </a:p>
          <a:p>
            <a:r>
              <a:rPr lang="en-US" dirty="0"/>
              <a:t>Jesus is alive in me ! </a:t>
            </a:r>
          </a:p>
          <a:p>
            <a:r>
              <a:rPr lang="en-US" dirty="0"/>
              <a:t>Sending the Spirit’s flame into my heart again,</a:t>
            </a:r>
          </a:p>
          <a:p>
            <a:r>
              <a:rPr lang="en-US" dirty="0"/>
              <a:t>God has poured his love on 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462057"/>
      </p:ext>
    </p:extLst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142 - God is so good, God is so good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God is so good, God is so good,   </a:t>
            </a:r>
          </a:p>
          <a:p>
            <a:r>
              <a:rPr lang="en-US" dirty="0"/>
              <a:t>God is so good, He’s so good to me.</a:t>
            </a:r>
          </a:p>
          <a:p>
            <a:endParaRPr lang="en-US" sz="2000" dirty="0"/>
          </a:p>
          <a:p>
            <a:r>
              <a:rPr lang="en-US" dirty="0"/>
              <a:t>God cares for me... 	He leads me on... </a:t>
            </a:r>
          </a:p>
          <a:p>
            <a:r>
              <a:rPr lang="en-US" dirty="0"/>
              <a:t>I’ll do his will... 		Jesus is Lord...</a:t>
            </a:r>
          </a:p>
          <a:p>
            <a:r>
              <a:rPr lang="en-US" dirty="0"/>
              <a:t>I’ll trust in him...	I’ll sing his praise...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290698"/>
      </p:ext>
    </p:extLst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16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143 - God of hosts, bring us back </a:t>
            </a:r>
            <a:br>
              <a:rPr lang="en-US" sz="4400" dirty="0"/>
            </a:br>
            <a:r>
              <a:rPr lang="en-US" sz="4400" dirty="0"/>
              <a:t>bring us back!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06140"/>
            <a:ext cx="11753537" cy="5548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God of hosts, bring us back bring us back!   </a:t>
            </a:r>
          </a:p>
          <a:p>
            <a:r>
              <a:rPr lang="en-US" dirty="0"/>
              <a:t>Let your face shine on us, we shall be saved.</a:t>
            </a:r>
          </a:p>
          <a:p>
            <a:endParaRPr lang="en-US" sz="2000" dirty="0"/>
          </a:p>
          <a:p>
            <a:r>
              <a:rPr lang="en-US" dirty="0"/>
              <a:t>O shepherd of Israel, hear us,</a:t>
            </a:r>
          </a:p>
          <a:p>
            <a:r>
              <a:rPr lang="en-US" dirty="0"/>
              <a:t>Shine forth from your cherubim throne.</a:t>
            </a:r>
          </a:p>
          <a:p>
            <a:r>
              <a:rPr lang="en-US" dirty="0"/>
              <a:t>O Lord, rouse up your might,</a:t>
            </a:r>
          </a:p>
          <a:p>
            <a:r>
              <a:rPr lang="en-US" dirty="0"/>
              <a:t>O Lord, come to our help.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417061"/>
      </p:ext>
    </p:extLst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of hosts, turn again, we implore,</a:t>
            </a:r>
          </a:p>
          <a:p>
            <a:r>
              <a:rPr lang="en-US" dirty="0"/>
              <a:t>Look down from heaven and see.</a:t>
            </a:r>
          </a:p>
          <a:p>
            <a:r>
              <a:rPr lang="en-US" dirty="0"/>
              <a:t>Visit this vine and protect it,</a:t>
            </a:r>
          </a:p>
          <a:p>
            <a:r>
              <a:rPr lang="en-US" dirty="0"/>
              <a:t>The vine that your right hand has planted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744441"/>
      </p:ext>
    </p:extLst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your hand be on the one </a:t>
            </a:r>
          </a:p>
          <a:p>
            <a:r>
              <a:rPr lang="en-US" dirty="0"/>
              <a:t>you have chosen,</a:t>
            </a:r>
          </a:p>
          <a:p>
            <a:r>
              <a:rPr lang="en-US" dirty="0"/>
              <a:t>The one you have given your strength,</a:t>
            </a:r>
          </a:p>
          <a:p>
            <a:r>
              <a:rPr lang="en-US" dirty="0"/>
              <a:t>And we should never forsake you again:</a:t>
            </a:r>
          </a:p>
          <a:p>
            <a:r>
              <a:rPr lang="en-US" dirty="0"/>
              <a:t>Give us life that we may call upon your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886710"/>
      </p:ext>
    </p:extLst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144 - God of mercy and compassion,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of mercy and compassion, </a:t>
            </a:r>
          </a:p>
          <a:p>
            <a:r>
              <a:rPr lang="en-US" dirty="0"/>
              <a:t>Look with pity upon me, </a:t>
            </a:r>
          </a:p>
          <a:p>
            <a:r>
              <a:rPr lang="en-US" dirty="0"/>
              <a:t>Father, let me call thee Father, </a:t>
            </a:r>
          </a:p>
          <a:p>
            <a:r>
              <a:rPr lang="en-US" dirty="0"/>
              <a:t>This thy child returns to Thee.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071793"/>
      </p:ext>
    </p:extLst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Lord, I ask for mercy, </a:t>
            </a:r>
          </a:p>
          <a:p>
            <a:r>
              <a:rPr lang="en-US" dirty="0"/>
              <a:t>Let me not implore in vain; </a:t>
            </a:r>
          </a:p>
          <a:p>
            <a:r>
              <a:rPr lang="en-US" dirty="0"/>
              <a:t>All my sins I now detest them, </a:t>
            </a:r>
          </a:p>
          <a:p>
            <a:r>
              <a:rPr lang="en-US" dirty="0"/>
              <a:t>Never will I sin again.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37946"/>
      </p:ext>
    </p:extLst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145 - God rest you merry, gentlemen,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 nothing you dismay;</a:t>
            </a:r>
          </a:p>
          <a:p>
            <a:r>
              <a:rPr lang="en-US" dirty="0"/>
              <a:t>Remember Christ our </a:t>
            </a:r>
            <a:r>
              <a:rPr lang="en-US" dirty="0" err="1"/>
              <a:t>Saviour</a:t>
            </a:r>
            <a:r>
              <a:rPr lang="en-US" dirty="0"/>
              <a:t> </a:t>
            </a:r>
          </a:p>
          <a:p>
            <a:r>
              <a:rPr lang="en-US" dirty="0"/>
              <a:t>Was born on Christmas day!</a:t>
            </a:r>
          </a:p>
          <a:p>
            <a:r>
              <a:rPr lang="en-US" dirty="0"/>
              <a:t>To save us all from </a:t>
            </a:r>
            <a:r>
              <a:rPr lang="en-US" dirty="0" err="1"/>
              <a:t>satan’s</a:t>
            </a:r>
            <a:r>
              <a:rPr lang="en-US" dirty="0"/>
              <a:t> power </a:t>
            </a:r>
          </a:p>
          <a:p>
            <a:r>
              <a:rPr lang="en-US" dirty="0"/>
              <a:t>When we had gone astray.</a:t>
            </a:r>
          </a:p>
          <a:p>
            <a:endParaRPr lang="en-US" sz="2200" dirty="0"/>
          </a:p>
          <a:p>
            <a:r>
              <a:rPr lang="en-US" dirty="0"/>
              <a:t>O tidings of comfort and joy, comfort and joy,</a:t>
            </a:r>
          </a:p>
          <a:p>
            <a:r>
              <a:rPr lang="en-US" dirty="0"/>
              <a:t>O tidings of comfort and joy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599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094497"/>
      </p:ext>
    </p:extLst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From God our </a:t>
            </a:r>
            <a:r>
              <a:rPr lang="en-US" dirty="0" err="1"/>
              <a:t>heav’nly</a:t>
            </a:r>
            <a:r>
              <a:rPr lang="en-US" dirty="0"/>
              <a:t> Father, </a:t>
            </a:r>
          </a:p>
          <a:p>
            <a:r>
              <a:rPr lang="en-US" dirty="0"/>
              <a:t>A blessed angel came;</a:t>
            </a:r>
          </a:p>
          <a:p>
            <a:r>
              <a:rPr lang="en-US" dirty="0"/>
              <a:t>And unto certain shepherds, </a:t>
            </a:r>
          </a:p>
          <a:p>
            <a:r>
              <a:rPr lang="en-US" dirty="0"/>
              <a:t>Brought tidings of the same;</a:t>
            </a:r>
          </a:p>
          <a:p>
            <a:r>
              <a:rPr lang="en-US" dirty="0"/>
              <a:t>How that in Bethlehem was born, </a:t>
            </a:r>
          </a:p>
          <a:p>
            <a:r>
              <a:rPr lang="en-US" dirty="0"/>
              <a:t>The Son of God by name</a:t>
            </a:r>
          </a:p>
          <a:p>
            <a:r>
              <a:rPr lang="en-US" dirty="0"/>
              <a:t>O tidings of comfort and joy, comfort and joy,</a:t>
            </a:r>
          </a:p>
          <a:p>
            <a:r>
              <a:rPr lang="en-US" dirty="0"/>
              <a:t>O tidings of comfort and joy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767377"/>
      </p:ext>
    </p:extLst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“Fear not, then” said the angel, </a:t>
            </a:r>
          </a:p>
          <a:p>
            <a:r>
              <a:rPr lang="en-US" dirty="0"/>
              <a:t>“Let nothing you affright,</a:t>
            </a:r>
          </a:p>
          <a:p>
            <a:r>
              <a:rPr lang="en-US" dirty="0"/>
              <a:t>This day is born a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Of a pure Virgin bright,</a:t>
            </a:r>
          </a:p>
          <a:p>
            <a:r>
              <a:rPr lang="en-US" dirty="0"/>
              <a:t>To free all those who trust in him, </a:t>
            </a:r>
          </a:p>
          <a:p>
            <a:r>
              <a:rPr lang="en-US" dirty="0"/>
              <a:t>From </a:t>
            </a:r>
            <a:r>
              <a:rPr lang="en-US" dirty="0" err="1"/>
              <a:t>satan’s</a:t>
            </a:r>
            <a:r>
              <a:rPr lang="en-US" dirty="0"/>
              <a:t> power and might.”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844115"/>
      </p:ext>
    </p:extLst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shepherds at those tidings </a:t>
            </a:r>
          </a:p>
          <a:p>
            <a:r>
              <a:rPr lang="en-US" dirty="0"/>
              <a:t>Rejoiced much in mind, </a:t>
            </a:r>
          </a:p>
          <a:p>
            <a:r>
              <a:rPr lang="en-US" dirty="0"/>
              <a:t>And left their flocks a-feeding, </a:t>
            </a:r>
          </a:p>
          <a:p>
            <a:r>
              <a:rPr lang="en-US" dirty="0"/>
              <a:t>In tempest, storm and wind: </a:t>
            </a:r>
          </a:p>
          <a:p>
            <a:r>
              <a:rPr lang="en-US" dirty="0"/>
              <a:t>And went to Bethlehem straightway, </a:t>
            </a:r>
          </a:p>
          <a:p>
            <a:r>
              <a:rPr lang="en-US" dirty="0"/>
              <a:t>The Son of God to find.</a:t>
            </a:r>
          </a:p>
          <a:p>
            <a:r>
              <a:rPr lang="en-US" dirty="0"/>
              <a:t>O tidings of comfort and joy, comfort and joy,</a:t>
            </a:r>
          </a:p>
          <a:p>
            <a:r>
              <a:rPr lang="en-US" dirty="0"/>
              <a:t>O tidings of comfort and joy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761365"/>
      </p:ext>
    </p:extLst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And when they came to Bethlehem </a:t>
            </a:r>
          </a:p>
          <a:p>
            <a:r>
              <a:rPr lang="en-US" dirty="0"/>
              <a:t>Where our dear </a:t>
            </a:r>
            <a:r>
              <a:rPr lang="en-US" dirty="0" err="1"/>
              <a:t>Saviour</a:t>
            </a:r>
            <a:r>
              <a:rPr lang="en-US" dirty="0"/>
              <a:t> lay,</a:t>
            </a:r>
          </a:p>
          <a:p>
            <a:r>
              <a:rPr lang="en-US" dirty="0"/>
              <a:t>They found Him in a manger, </a:t>
            </a:r>
          </a:p>
          <a:p>
            <a:r>
              <a:rPr lang="en-US" dirty="0"/>
              <a:t>Where oxen feed on hay; </a:t>
            </a:r>
          </a:p>
          <a:p>
            <a:r>
              <a:rPr lang="en-US" dirty="0"/>
              <a:t>His Mother Mary kneeling down, </a:t>
            </a:r>
          </a:p>
          <a:p>
            <a:r>
              <a:rPr lang="en-US" dirty="0"/>
              <a:t>Unto the Lord did pray. O tidings of comfort and joy, comfort and joy,</a:t>
            </a:r>
          </a:p>
          <a:p>
            <a:r>
              <a:rPr lang="en-US" dirty="0"/>
              <a:t>O tidings of comfort and joy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811871"/>
      </p:ext>
    </p:extLst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146 - God’s Spirit is in my heart,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God’s Spirit is in my heart,   </a:t>
            </a:r>
          </a:p>
          <a:p>
            <a:r>
              <a:rPr lang="en-US" dirty="0"/>
              <a:t>He has called me and set me apart.</a:t>
            </a:r>
          </a:p>
          <a:p>
            <a:r>
              <a:rPr lang="en-US" dirty="0"/>
              <a:t>This is what I have to do, </a:t>
            </a:r>
          </a:p>
          <a:p>
            <a:r>
              <a:rPr lang="en-US" dirty="0"/>
              <a:t>What I have to do.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605171"/>
      </p:ext>
    </p:extLst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 sent me to give the Good News to the poor,</a:t>
            </a:r>
          </a:p>
          <a:p>
            <a:r>
              <a:rPr lang="en-US" dirty="0"/>
              <a:t>Tell prisoners that they are prisoners no more,</a:t>
            </a:r>
          </a:p>
          <a:p>
            <a:r>
              <a:rPr lang="en-US" dirty="0"/>
              <a:t>Tell blind people that they can see, </a:t>
            </a:r>
          </a:p>
          <a:p>
            <a:r>
              <a:rPr lang="en-US" dirty="0"/>
              <a:t>And set the downtrodden free,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the Kingdom of God has come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God’s Kingdom has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643586"/>
      </p:ext>
    </p:extLst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as the Father sent me, </a:t>
            </a:r>
          </a:p>
          <a:p>
            <a:r>
              <a:rPr lang="en-US" dirty="0"/>
              <a:t>So I’m sending you out to be </a:t>
            </a:r>
          </a:p>
          <a:p>
            <a:r>
              <a:rPr lang="en-US" dirty="0"/>
              <a:t>My witnesses throughout the world, </a:t>
            </a:r>
          </a:p>
          <a:p>
            <a:r>
              <a:rPr lang="en-US" dirty="0"/>
              <a:t>The whole of the world.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260340"/>
      </p:ext>
    </p:extLst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 sent me to give the Good News to the poor,</a:t>
            </a:r>
          </a:p>
          <a:p>
            <a:r>
              <a:rPr lang="en-US" dirty="0"/>
              <a:t>Tell prisoners that they are prisoners no more,</a:t>
            </a:r>
          </a:p>
          <a:p>
            <a:r>
              <a:rPr lang="en-US" dirty="0"/>
              <a:t>Tell blind people that they can see, </a:t>
            </a:r>
          </a:p>
          <a:p>
            <a:r>
              <a:rPr lang="en-US" dirty="0"/>
              <a:t>And set the downtrodden free,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the Kingdom of God has come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God’s Kingdom has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589727"/>
      </p:ext>
    </p:extLst>
  </p:cSld>
  <p:clrMapOvr>
    <a:masterClrMapping/>
  </p:clrMapOvr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carry a load in your pack,</a:t>
            </a:r>
          </a:p>
          <a:p>
            <a:r>
              <a:rPr lang="en-US" dirty="0"/>
              <a:t>You don’t need two shirts on your back.</a:t>
            </a:r>
          </a:p>
          <a:p>
            <a:r>
              <a:rPr lang="en-US" dirty="0"/>
              <a:t>A workman can earn his own keep,</a:t>
            </a:r>
          </a:p>
          <a:p>
            <a:r>
              <a:rPr lang="en-US" dirty="0"/>
              <a:t>Can earn his own keep.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799024"/>
      </p:ext>
    </p:extLst>
  </p:cSld>
  <p:clrMapOvr>
    <a:masterClrMapping/>
  </p:clrMapOvr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 sent me to give the Good News to the poor,</a:t>
            </a:r>
          </a:p>
          <a:p>
            <a:r>
              <a:rPr lang="en-US" dirty="0"/>
              <a:t>Tell prisoners that they are prisoners no more,</a:t>
            </a:r>
          </a:p>
          <a:p>
            <a:r>
              <a:rPr lang="en-US" dirty="0"/>
              <a:t>Tell blind people that they can see, </a:t>
            </a:r>
          </a:p>
          <a:p>
            <a:r>
              <a:rPr lang="en-US" dirty="0"/>
              <a:t>And set the downtrodden free,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the Kingdom of God has come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God’s Kingdom has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96671"/>
      </p:ext>
    </p:extLst>
  </p:cSld>
  <p:clrMapOvr>
    <a:masterClrMapping/>
  </p:clrMapOvr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worry what you have to say,</a:t>
            </a:r>
          </a:p>
          <a:p>
            <a:r>
              <a:rPr lang="en-US" dirty="0"/>
              <a:t>Don’t worry because on that day</a:t>
            </a:r>
          </a:p>
          <a:p>
            <a:r>
              <a:rPr lang="en-US" dirty="0"/>
              <a:t>God’s Spirit will speak in your heart,</a:t>
            </a:r>
          </a:p>
          <a:p>
            <a:r>
              <a:rPr lang="en-US" dirty="0"/>
              <a:t>Will speak in your heart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339050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 sent me to give the Good News to the poor,</a:t>
            </a:r>
          </a:p>
          <a:p>
            <a:r>
              <a:rPr lang="en-US" dirty="0"/>
              <a:t>Tell prisoners that they are prisoners no more,</a:t>
            </a:r>
          </a:p>
          <a:p>
            <a:r>
              <a:rPr lang="en-US" dirty="0"/>
              <a:t>Tell blind people that they can see, </a:t>
            </a:r>
          </a:p>
          <a:p>
            <a:r>
              <a:rPr lang="en-US" dirty="0"/>
              <a:t>And set the downtrodden free,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the Kingdom of God has come</a:t>
            </a:r>
          </a:p>
          <a:p>
            <a:r>
              <a:rPr lang="en-US" dirty="0"/>
              <a:t>And go tell every one </a:t>
            </a:r>
          </a:p>
          <a:p>
            <a:r>
              <a:rPr lang="en-US" dirty="0"/>
              <a:t>The news that God’s Kingdom has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976973"/>
      </p:ext>
    </p:extLst>
  </p:cSld>
  <p:clrMapOvr>
    <a:masterClrMapping/>
  </p:clrMapOvr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147 - Good news, Good news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news, Good news,   </a:t>
            </a:r>
          </a:p>
          <a:p>
            <a:r>
              <a:rPr lang="en-US" dirty="0"/>
              <a:t>Go proclaim to all the </a:t>
            </a:r>
          </a:p>
          <a:p>
            <a:r>
              <a:rPr lang="en-US" dirty="0"/>
              <a:t>Good News, Good News,</a:t>
            </a:r>
          </a:p>
          <a:p>
            <a:r>
              <a:rPr lang="en-US" dirty="0"/>
              <a:t>Go and tell the world “With Jesus we have </a:t>
            </a:r>
          </a:p>
          <a:p>
            <a:r>
              <a:rPr lang="en-US" dirty="0"/>
              <a:t>Risen, alleluia, death shall reign no more”.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617871"/>
      </p:ext>
    </p:extLst>
  </p:cSld>
  <p:clrMapOvr>
    <a:masterClrMapping/>
  </p:clrMapOvr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broken bread in his memory. </a:t>
            </a:r>
          </a:p>
          <a:p>
            <a:r>
              <a:rPr lang="en-US" dirty="0"/>
              <a:t>We have drunk his wine. </a:t>
            </a:r>
          </a:p>
          <a:p>
            <a:r>
              <a:rPr lang="en-US" dirty="0"/>
              <a:t>We have shared the meal of sincerity, </a:t>
            </a:r>
          </a:p>
          <a:p>
            <a:r>
              <a:rPr lang="en-US" dirty="0"/>
              <a:t>Now we walk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872093"/>
      </p:ext>
    </p:extLst>
  </p:cSld>
  <p:clrMapOvr>
    <a:masterClrMapping/>
  </p:clrMapOvr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impart a secret which God decreed </a:t>
            </a:r>
          </a:p>
          <a:p>
            <a:r>
              <a:rPr lang="en-US" dirty="0"/>
              <a:t>Ere the world began, </a:t>
            </a:r>
          </a:p>
          <a:p>
            <a:r>
              <a:rPr lang="en-US" dirty="0"/>
              <a:t>That a grain of wheat should fall and die </a:t>
            </a:r>
          </a:p>
          <a:p>
            <a:r>
              <a:rPr lang="en-US" dirty="0"/>
              <a:t>If it must bear fruit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561525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to the folly of what we preach, </a:t>
            </a:r>
          </a:p>
          <a:p>
            <a:r>
              <a:rPr lang="en-US" dirty="0"/>
              <a:t>Take heed and believe. </a:t>
            </a:r>
          </a:p>
          <a:p>
            <a:r>
              <a:rPr lang="en-US" dirty="0"/>
              <a:t>All we know is nothing but Jesus,</a:t>
            </a:r>
          </a:p>
          <a:p>
            <a:r>
              <a:rPr lang="en-US" dirty="0"/>
              <a:t>And him crucified.</a:t>
            </a:r>
          </a:p>
          <a:p>
            <a:r>
              <a:rPr lang="en-US" dirty="0"/>
              <a:t>CODA: Jesus shall die no more, no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943054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148 - Grant to us, O Lord our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Grant to us, O Lord our God,   </a:t>
            </a:r>
          </a:p>
          <a:p>
            <a:r>
              <a:rPr lang="en-US" dirty="0"/>
              <a:t>Grant a heart renewed. </a:t>
            </a:r>
          </a:p>
          <a:p>
            <a:r>
              <a:rPr lang="en-US" dirty="0"/>
              <a:t>Recreate in us today </a:t>
            </a:r>
          </a:p>
          <a:p>
            <a:r>
              <a:rPr lang="en-US" dirty="0"/>
              <a:t>The Spirit of Your Son.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844548"/>
      </p:ext>
    </p:extLst>
  </p:cSld>
  <p:clrMapOvr>
    <a:masterClrMapping/>
  </p:clrMapOvr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Behold, the days are coming, </a:t>
            </a:r>
          </a:p>
          <a:p>
            <a:r>
              <a:rPr lang="en-US" dirty="0"/>
              <a:t>Says the Lord our God,</a:t>
            </a:r>
          </a:p>
          <a:p>
            <a:r>
              <a:rPr lang="en-US" dirty="0"/>
              <a:t>When I will make a new covenant </a:t>
            </a:r>
          </a:p>
          <a:p>
            <a:r>
              <a:rPr lang="en-US" dirty="0"/>
              <a:t>With the house of Israel.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315837"/>
      </p:ext>
    </p:extLst>
  </p:cSld>
  <p:clrMapOvr>
    <a:masterClrMapping/>
  </p:clrMapOvr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Deep within their being I will implant my law; </a:t>
            </a:r>
          </a:p>
          <a:p>
            <a:r>
              <a:rPr lang="en-US" dirty="0"/>
              <a:t>I will write it in their hearts.</a:t>
            </a:r>
          </a:p>
          <a:p>
            <a:endParaRPr lang="en-US" sz="2600" dirty="0"/>
          </a:p>
          <a:p>
            <a:r>
              <a:rPr lang="en-US" dirty="0"/>
              <a:t>I will be their God, </a:t>
            </a:r>
          </a:p>
          <a:p>
            <a:r>
              <a:rPr lang="en-US" dirty="0"/>
              <a:t>And they shall be my people.</a:t>
            </a:r>
          </a:p>
          <a:p>
            <a:endParaRPr lang="en-US" sz="2600" dirty="0"/>
          </a:p>
          <a:p>
            <a:r>
              <a:rPr lang="en-US" dirty="0"/>
              <a:t>And for all their faults I will grant forgiveness; </a:t>
            </a:r>
          </a:p>
          <a:p>
            <a:r>
              <a:rPr lang="en-US" dirty="0"/>
              <a:t>Never more will I remember their sins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364184"/>
      </p:ext>
    </p:extLst>
  </p:cSld>
  <p:clrMapOvr>
    <a:masterClrMapping/>
  </p:clrMapOvr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72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149 - Great indeed are your works, O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indeed are your works, O Lord,   </a:t>
            </a:r>
          </a:p>
          <a:p>
            <a:r>
              <a:rPr lang="en-US" dirty="0"/>
              <a:t>Now and evermore.</a:t>
            </a:r>
          </a:p>
          <a:p>
            <a:r>
              <a:rPr lang="en-US" dirty="0"/>
              <a:t>Great indeed are your works, O Lord, </a:t>
            </a:r>
          </a:p>
          <a:p>
            <a:r>
              <a:rPr lang="en-US" dirty="0"/>
              <a:t>Now and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691463"/>
      </p:ext>
    </p:extLst>
  </p:cSld>
  <p:clrMapOvr>
    <a:masterClrMapping/>
  </p:clrMapOvr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universe, night and day, </a:t>
            </a:r>
          </a:p>
          <a:p>
            <a:r>
              <a:rPr lang="en-US" dirty="0"/>
              <a:t>Tells of all your wonders. </a:t>
            </a:r>
          </a:p>
          <a:p>
            <a:r>
              <a:rPr lang="en-US" dirty="0"/>
              <a:t>You are our life and our light:</a:t>
            </a:r>
          </a:p>
          <a:p>
            <a:r>
              <a:rPr lang="en-US" dirty="0"/>
              <a:t>We shall praise you always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966602"/>
      </p:ext>
    </p:extLst>
  </p:cSld>
  <p:clrMapOvr>
    <a:masterClrMapping/>
  </p:clrMapOvr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indeed are your works, O Lord,   </a:t>
            </a:r>
          </a:p>
          <a:p>
            <a:r>
              <a:rPr lang="en-US" dirty="0"/>
              <a:t>Now and evermore.</a:t>
            </a:r>
          </a:p>
          <a:p>
            <a:r>
              <a:rPr lang="en-US" dirty="0"/>
              <a:t>Great indeed are your works, O Lord, </a:t>
            </a:r>
          </a:p>
          <a:p>
            <a:r>
              <a:rPr lang="en-US" dirty="0"/>
              <a:t>Now and evermore.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223629"/>
      </p:ext>
    </p:extLst>
  </p:cSld>
  <p:clrMapOvr>
    <a:masterClrMapping/>
  </p:clrMapOvr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the path which we tread, </a:t>
            </a:r>
          </a:p>
          <a:p>
            <a:r>
              <a:rPr lang="en-US" dirty="0"/>
              <a:t>You will lead us onward. </a:t>
            </a:r>
          </a:p>
          <a:p>
            <a:r>
              <a:rPr lang="en-US" dirty="0"/>
              <a:t>From every corner of earth,</a:t>
            </a:r>
          </a:p>
          <a:p>
            <a:r>
              <a:rPr lang="en-US" dirty="0"/>
              <a:t>All the nations gather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2952"/>
      </p:ext>
    </p:extLst>
  </p:cSld>
  <p:clrMapOvr>
    <a:masterClrMapping/>
  </p:clrMapOvr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indeed are your works, O Lord,   </a:t>
            </a:r>
          </a:p>
          <a:p>
            <a:r>
              <a:rPr lang="en-US" dirty="0"/>
              <a:t>Now and evermore.</a:t>
            </a:r>
          </a:p>
          <a:p>
            <a:r>
              <a:rPr lang="en-US" dirty="0"/>
              <a:t>Great indeed are your works, O Lord, </a:t>
            </a:r>
          </a:p>
          <a:p>
            <a:r>
              <a:rPr lang="en-US" dirty="0"/>
              <a:t>Now and evermore.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649078"/>
      </p:ext>
    </p:extLst>
  </p:cSld>
  <p:clrMapOvr>
    <a:masterClrMapping/>
  </p:clrMapOvr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lead us all by the hand </a:t>
            </a:r>
          </a:p>
          <a:p>
            <a:r>
              <a:rPr lang="en-US" dirty="0"/>
              <a:t>To your heavenly kingdom. </a:t>
            </a:r>
          </a:p>
          <a:p>
            <a:r>
              <a:rPr lang="en-US" dirty="0"/>
              <a:t>Then at the end of all time, </a:t>
            </a:r>
          </a:p>
          <a:p>
            <a:r>
              <a:rPr lang="en-US" dirty="0"/>
              <a:t>You will come in glory.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576737"/>
      </p:ext>
    </p:extLst>
  </p:cSld>
  <p:clrMapOvr>
    <a:masterClrMapping/>
  </p:clrMapOvr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indeed are your works, O Lord,   </a:t>
            </a:r>
          </a:p>
          <a:p>
            <a:r>
              <a:rPr lang="en-US" dirty="0"/>
              <a:t>Now and evermore.</a:t>
            </a:r>
          </a:p>
          <a:p>
            <a:r>
              <a:rPr lang="en-US" dirty="0"/>
              <a:t>Great indeed are your works, O Lord, </a:t>
            </a:r>
          </a:p>
          <a:p>
            <a:r>
              <a:rPr lang="en-US" dirty="0"/>
              <a:t>Now and evermore.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264312"/>
      </p:ext>
    </p:extLst>
  </p:cSld>
  <p:clrMapOvr>
    <a:masterClrMapping/>
  </p:clrMapOvr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150 - Great is your name Lord,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Great is your name Lord,</a:t>
            </a:r>
          </a:p>
          <a:p>
            <a:r>
              <a:rPr lang="en-US" dirty="0"/>
              <a:t>It’s majesty fills the earth.</a:t>
            </a:r>
          </a:p>
          <a:p>
            <a:endParaRPr lang="en-US" sz="2800" dirty="0"/>
          </a:p>
          <a:p>
            <a:r>
              <a:rPr lang="en-US" dirty="0"/>
              <a:t>Your majesty is praised above the heavens;</a:t>
            </a:r>
          </a:p>
          <a:p>
            <a:r>
              <a:rPr lang="en-US" dirty="0"/>
              <a:t>On lips of children and of babes.</a:t>
            </a:r>
          </a:p>
          <a:p>
            <a:r>
              <a:rPr lang="en-US" dirty="0"/>
              <a:t>You have found praise to foil your enemy. </a:t>
            </a:r>
          </a:p>
          <a:p>
            <a:r>
              <a:rPr lang="en-US" dirty="0"/>
              <a:t>To silence the foe and the rebel.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2739815"/>
      </p:ext>
    </p:extLst>
  </p:cSld>
  <p:clrMapOvr>
    <a:masterClrMapping/>
  </p:clrMapOvr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Great is your name Lord,</a:t>
            </a:r>
          </a:p>
          <a:p>
            <a:r>
              <a:rPr lang="en-US" dirty="0"/>
              <a:t>It’s majesty fills the earth.</a:t>
            </a:r>
          </a:p>
          <a:p>
            <a:endParaRPr lang="en-US" dirty="0"/>
          </a:p>
          <a:p>
            <a:r>
              <a:rPr lang="en-US" dirty="0"/>
              <a:t>When I see the heavens, </a:t>
            </a:r>
          </a:p>
          <a:p>
            <a:r>
              <a:rPr lang="en-US" dirty="0"/>
              <a:t>the work of your hands,</a:t>
            </a:r>
          </a:p>
          <a:p>
            <a:r>
              <a:rPr lang="en-US" dirty="0"/>
              <a:t>The moon and the stars, which you arranged,</a:t>
            </a:r>
          </a:p>
          <a:p>
            <a:r>
              <a:rPr lang="en-US" dirty="0"/>
              <a:t>What is man that you keep him in mind,</a:t>
            </a:r>
          </a:p>
          <a:p>
            <a:r>
              <a:rPr lang="en-US" dirty="0"/>
              <a:t>Mortal man that you care for him?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447806"/>
      </p:ext>
    </p:extLst>
  </p:cSld>
  <p:clrMapOvr>
    <a:masterClrMapping/>
  </p:clrMapOvr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Great is your name Lord,</a:t>
            </a:r>
          </a:p>
          <a:p>
            <a:r>
              <a:rPr lang="en-US" dirty="0"/>
              <a:t>It’s majesty fills the earth.</a:t>
            </a:r>
          </a:p>
          <a:p>
            <a:endParaRPr lang="en-US" dirty="0"/>
          </a:p>
          <a:p>
            <a:r>
              <a:rPr lang="en-US" dirty="0"/>
              <a:t>Yet you have made him little less than a god,</a:t>
            </a:r>
          </a:p>
          <a:p>
            <a:r>
              <a:rPr lang="en-US" dirty="0"/>
              <a:t>With glory and honour you crowned him.</a:t>
            </a:r>
          </a:p>
          <a:p>
            <a:r>
              <a:rPr lang="en-US" dirty="0"/>
              <a:t>Gave him power over the works of your hand, </a:t>
            </a:r>
          </a:p>
          <a:p>
            <a:r>
              <a:rPr lang="en-US" dirty="0"/>
              <a:t>Put all things under his feet.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274480"/>
      </p:ext>
    </p:extLst>
  </p:cSld>
  <p:clrMapOvr>
    <a:masterClrMapping/>
  </p:clrMapOvr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Great is your name Lord,</a:t>
            </a:r>
          </a:p>
          <a:p>
            <a:r>
              <a:rPr lang="en-US" dirty="0"/>
              <a:t>It’s majesty fills the earth.</a:t>
            </a:r>
          </a:p>
          <a:p>
            <a:endParaRPr lang="en-US" dirty="0"/>
          </a:p>
          <a:p>
            <a:r>
              <a:rPr lang="en-US" dirty="0"/>
              <a:t>Give glory to the Father almighty, </a:t>
            </a:r>
          </a:p>
          <a:p>
            <a:r>
              <a:rPr lang="en-US" dirty="0"/>
              <a:t>To his Son, Jesus Christ, the Lord, </a:t>
            </a:r>
          </a:p>
          <a:p>
            <a:r>
              <a:rPr lang="en-US" dirty="0"/>
              <a:t>To the Spirit who dwells in our hearts, </a:t>
            </a:r>
          </a:p>
          <a:p>
            <a:r>
              <a:rPr lang="en-US" dirty="0"/>
              <a:t>Both now and for ever.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036106"/>
      </p:ext>
    </p:extLst>
  </p:cSld>
  <p:clrMapOvr>
    <a:masterClrMapping/>
  </p:clrMapOvr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151 - Great saint Joseph! Son of David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Foster Father of Our Lord.</a:t>
            </a:r>
          </a:p>
          <a:p>
            <a:r>
              <a:rPr lang="en-US" dirty="0"/>
              <a:t>Spouse of Mary ever Virgin,</a:t>
            </a:r>
          </a:p>
          <a:p>
            <a:r>
              <a:rPr lang="en-US" dirty="0"/>
              <a:t>Keeping </a:t>
            </a:r>
            <a:r>
              <a:rPr lang="en-US" dirty="0" err="1"/>
              <a:t>o’ver</a:t>
            </a:r>
            <a:r>
              <a:rPr lang="en-US" dirty="0"/>
              <a:t> them watch and ward!</a:t>
            </a:r>
          </a:p>
          <a:p>
            <a:r>
              <a:rPr lang="en-US" dirty="0"/>
              <a:t>In the stable thou didst guard them </a:t>
            </a:r>
          </a:p>
          <a:p>
            <a:r>
              <a:rPr lang="en-US" dirty="0"/>
              <a:t>With a father’s loving care;</a:t>
            </a:r>
          </a:p>
          <a:p>
            <a:r>
              <a:rPr lang="en-US" dirty="0"/>
              <a:t>Thou by God’s command didst save them </a:t>
            </a:r>
          </a:p>
          <a:p>
            <a:r>
              <a:rPr lang="en-US" dirty="0"/>
              <a:t>From the </a:t>
            </a:r>
            <a:r>
              <a:rPr lang="en-US" dirty="0" err="1"/>
              <a:t>curel</a:t>
            </a:r>
            <a:r>
              <a:rPr lang="en-US" dirty="0"/>
              <a:t> Herod’s snare.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553507"/>
      </p:ext>
    </p:extLst>
  </p:cSld>
  <p:clrMapOvr>
    <a:masterClrMapping/>
  </p:clrMapOvr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Three long days, in grief and anguish, </a:t>
            </a:r>
          </a:p>
          <a:p>
            <a:r>
              <a:rPr lang="en-US" dirty="0"/>
              <a:t>With His Mother sweet and mild, </a:t>
            </a:r>
          </a:p>
          <a:p>
            <a:r>
              <a:rPr lang="en-US" dirty="0"/>
              <a:t>Mary, Virgin, thou didst wander, </a:t>
            </a:r>
          </a:p>
          <a:p>
            <a:r>
              <a:rPr lang="en-US" dirty="0"/>
              <a:t>Seeking the beloved Child. </a:t>
            </a:r>
          </a:p>
          <a:p>
            <a:r>
              <a:rPr lang="en-US" dirty="0"/>
              <a:t>In the temple thou didst find Him: </a:t>
            </a:r>
          </a:p>
          <a:p>
            <a:r>
              <a:rPr lang="en-US" dirty="0"/>
              <a:t>O what joy then filled thy heart! </a:t>
            </a:r>
          </a:p>
          <a:p>
            <a:r>
              <a:rPr lang="en-US" dirty="0"/>
              <a:t>In thy sorrows, in thy gladness, </a:t>
            </a:r>
          </a:p>
          <a:p>
            <a:r>
              <a:rPr lang="en-US" dirty="0"/>
              <a:t>Grant us, Joseph, to have part.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3078"/>
      </p:ext>
    </p:extLst>
  </p:cSld>
  <p:clrMapOvr>
    <a:masterClrMapping/>
  </p:clrMapOvr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Clasped in Jesus’ arms and Mary’s </a:t>
            </a:r>
          </a:p>
          <a:p>
            <a:r>
              <a:rPr lang="en-US" dirty="0"/>
              <a:t>When death gently came at last, </a:t>
            </a:r>
          </a:p>
          <a:p>
            <a:r>
              <a:rPr lang="en-US" dirty="0"/>
              <a:t>Thy pure spirit, sweetly sighing, </a:t>
            </a:r>
          </a:p>
          <a:p>
            <a:r>
              <a:rPr lang="en-US" dirty="0"/>
              <a:t>From its earthly dwelling passed. </a:t>
            </a:r>
          </a:p>
          <a:p>
            <a:r>
              <a:rPr lang="en-US" dirty="0"/>
              <a:t>Dear Saint Joseph by that passing, </a:t>
            </a:r>
          </a:p>
          <a:p>
            <a:r>
              <a:rPr lang="en-US" dirty="0"/>
              <a:t>May our death be like to </a:t>
            </a:r>
            <a:r>
              <a:rPr lang="en-US" dirty="0" err="1"/>
              <a:t>thine</a:t>
            </a:r>
            <a:r>
              <a:rPr lang="en-US" dirty="0"/>
              <a:t>, </a:t>
            </a:r>
          </a:p>
          <a:p>
            <a:r>
              <a:rPr lang="en-US" dirty="0"/>
              <a:t>And with Jesus, Mary, Joseph </a:t>
            </a:r>
          </a:p>
          <a:p>
            <a:r>
              <a:rPr lang="en-US" dirty="0"/>
              <a:t>May our souls for ever shine.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210788"/>
      </p:ext>
    </p:extLst>
  </p:cSld>
  <p:clrMapOvr>
    <a:masterClrMapping/>
  </p:clrMapOvr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823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152 - Great things happen when God mixes with us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78279"/>
            <a:ext cx="11753537" cy="4182291"/>
          </a:xfrm>
        </p:spPr>
        <p:txBody>
          <a:bodyPr/>
          <a:lstStyle/>
          <a:p>
            <a:r>
              <a:rPr lang="en-US" dirty="0"/>
              <a:t>Great things happen when God mixes with us   </a:t>
            </a:r>
          </a:p>
          <a:p>
            <a:r>
              <a:rPr lang="en-US" dirty="0"/>
              <a:t>Great things happen when God mixes with us </a:t>
            </a:r>
          </a:p>
          <a:p>
            <a:r>
              <a:rPr lang="en-US" dirty="0"/>
              <a:t>Great and beautiful, wonderful things:</a:t>
            </a:r>
          </a:p>
          <a:p>
            <a:r>
              <a:rPr lang="en-US" dirty="0"/>
              <a:t>Great things happen when God mixes with 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692931"/>
      </p:ext>
    </p:extLst>
  </p:cSld>
  <p:clrMapOvr>
    <a:masterClrMapping/>
  </p:clrMapOvr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find life, some find peace: </a:t>
            </a:r>
          </a:p>
          <a:p>
            <a:r>
              <a:rPr lang="en-US" dirty="0"/>
              <a:t>Some people also find joy.</a:t>
            </a:r>
          </a:p>
          <a:p>
            <a:r>
              <a:rPr lang="en-US" dirty="0"/>
              <a:t>Some see things as they never could before,</a:t>
            </a:r>
          </a:p>
          <a:p>
            <a:r>
              <a:rPr lang="en-US" dirty="0"/>
              <a:t>And some people find that they can now </a:t>
            </a:r>
          </a:p>
          <a:p>
            <a:r>
              <a:rPr lang="en-US" dirty="0"/>
              <a:t>begin to trust.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097537"/>
      </p:ext>
    </p:extLst>
  </p:cSld>
  <p:clrMapOvr>
    <a:masterClrMapping/>
  </p:clrMapOvr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things happen when God mixes with us   </a:t>
            </a:r>
          </a:p>
          <a:p>
            <a:r>
              <a:rPr lang="en-US" dirty="0"/>
              <a:t>Great things happen when God mixes with us </a:t>
            </a:r>
          </a:p>
          <a:p>
            <a:r>
              <a:rPr lang="en-US" dirty="0"/>
              <a:t>Great and beautiful, wonderful things:</a:t>
            </a:r>
          </a:p>
          <a:p>
            <a:r>
              <a:rPr lang="en-US" dirty="0"/>
              <a:t>Great things happen when God mixes with us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844950"/>
      </p:ext>
    </p:extLst>
  </p:cSld>
  <p:clrMapOvr>
    <a:masterClrMapping/>
  </p:clrMapOvr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find health, some find hope;</a:t>
            </a:r>
          </a:p>
          <a:p>
            <a:r>
              <a:rPr lang="en-US" dirty="0"/>
              <a:t>Some people also find joy.</a:t>
            </a:r>
          </a:p>
          <a:p>
            <a:r>
              <a:rPr lang="en-US" dirty="0"/>
              <a:t>Some see themselves as they </a:t>
            </a:r>
          </a:p>
          <a:p>
            <a:r>
              <a:rPr lang="en-US" dirty="0"/>
              <a:t>never could before, </a:t>
            </a:r>
          </a:p>
          <a:p>
            <a:r>
              <a:rPr lang="en-US" dirty="0"/>
              <a:t>And some people find that they can now </a:t>
            </a:r>
          </a:p>
          <a:p>
            <a:r>
              <a:rPr lang="en-US" dirty="0"/>
              <a:t>begin to live.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450422"/>
      </p:ext>
    </p:extLst>
  </p:cSld>
  <p:clrMapOvr>
    <a:masterClrMapping/>
  </p:clrMapOvr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things happen when God mixes with us   </a:t>
            </a:r>
          </a:p>
          <a:p>
            <a:r>
              <a:rPr lang="en-US" dirty="0"/>
              <a:t>Great things happen when God mixes with us </a:t>
            </a:r>
          </a:p>
          <a:p>
            <a:r>
              <a:rPr lang="en-US" dirty="0"/>
              <a:t>Great and beautiful, wonderful things:</a:t>
            </a:r>
          </a:p>
          <a:p>
            <a:r>
              <a:rPr lang="en-US" dirty="0"/>
              <a:t>Great things happen when God mixes with us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635852"/>
      </p:ext>
    </p:extLst>
  </p:cSld>
  <p:clrMapOvr>
    <a:masterClrMapping/>
  </p:clrMapOvr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find peace, some are disturbed;</a:t>
            </a:r>
          </a:p>
          <a:p>
            <a:r>
              <a:rPr lang="en-US" dirty="0"/>
              <a:t>Some people also find joy.</a:t>
            </a:r>
          </a:p>
          <a:p>
            <a:r>
              <a:rPr lang="en-US" dirty="0"/>
              <a:t>Some see their lives as they </a:t>
            </a:r>
          </a:p>
          <a:p>
            <a:r>
              <a:rPr lang="en-US" dirty="0"/>
              <a:t>never could before.</a:t>
            </a:r>
          </a:p>
          <a:p>
            <a:r>
              <a:rPr lang="en-US" dirty="0"/>
              <a:t>And some people find that they must now begin to change.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21959"/>
      </p:ext>
    </p:extLst>
  </p:cSld>
  <p:clrMapOvr>
    <a:masterClrMapping/>
  </p:clrMapOvr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things happen when God mixes with us   </a:t>
            </a:r>
          </a:p>
          <a:p>
            <a:r>
              <a:rPr lang="en-US" dirty="0"/>
              <a:t>Great things happen when God mixes with us </a:t>
            </a:r>
          </a:p>
          <a:p>
            <a:r>
              <a:rPr lang="en-US" dirty="0"/>
              <a:t>Great and beautiful, wonderful things:</a:t>
            </a:r>
          </a:p>
          <a:p>
            <a:r>
              <a:rPr lang="en-US" dirty="0"/>
              <a:t>Great things happen when God mixes with us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512802"/>
      </p:ext>
    </p:extLst>
  </p:cSld>
  <p:clrMapOvr>
    <a:masterClrMapping/>
  </p:clrMapOvr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3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153 - Greater love and friendship has no man than this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54482"/>
            <a:ext cx="11753537" cy="4857206"/>
          </a:xfrm>
        </p:spPr>
        <p:txBody>
          <a:bodyPr>
            <a:normAutofit/>
          </a:bodyPr>
          <a:lstStyle/>
          <a:p>
            <a:r>
              <a:rPr lang="en-US" sz="4600" dirty="0"/>
              <a:t>Greater love and friendship has no man than this</a:t>
            </a:r>
          </a:p>
          <a:p>
            <a:r>
              <a:rPr lang="en-US" sz="4600" dirty="0"/>
              <a:t>That he die for others, give his life for all.</a:t>
            </a:r>
          </a:p>
          <a:p>
            <a:r>
              <a:rPr lang="en-US" sz="4600" dirty="0"/>
              <a:t>No more are you servants, </a:t>
            </a:r>
          </a:p>
          <a:p>
            <a:r>
              <a:rPr lang="en-US" sz="4600" dirty="0"/>
              <a:t>I have called you friends,</a:t>
            </a:r>
          </a:p>
          <a:p>
            <a:r>
              <a:rPr lang="en-US" sz="4600" dirty="0"/>
              <a:t>All my Father told me, I made known to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677915"/>
      </p:ext>
    </p:extLst>
  </p:cSld>
  <p:clrMapOvr>
    <a:masterClrMapping/>
  </p:clrMapOvr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you I am nothing. </a:t>
            </a:r>
          </a:p>
          <a:p>
            <a:r>
              <a:rPr lang="en-US" dirty="0"/>
              <a:t>My weakness needs your strength. </a:t>
            </a:r>
          </a:p>
          <a:p>
            <a:r>
              <a:rPr lang="en-US" dirty="0"/>
              <a:t>So speak, Lord, to your servant. </a:t>
            </a:r>
          </a:p>
          <a:p>
            <a:r>
              <a:rPr lang="en-US" dirty="0"/>
              <a:t>I’m waiting for your Word!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27805"/>
      </p:ext>
    </p:extLst>
  </p:cSld>
  <p:clrMapOvr>
    <a:masterClrMapping/>
  </p:clrMapOvr>
</p:sld>
</file>

<file path=ppt/slides/slide6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and build my kingdom, </a:t>
            </a:r>
          </a:p>
          <a:p>
            <a:r>
              <a:rPr lang="en-US" dirty="0"/>
              <a:t>pluck up and break down. </a:t>
            </a:r>
          </a:p>
          <a:p>
            <a:r>
              <a:rPr lang="en-US" dirty="0"/>
              <a:t>Speak what I command you, </a:t>
            </a:r>
          </a:p>
          <a:p>
            <a:r>
              <a:rPr lang="en-US" dirty="0"/>
              <a:t>I shall be with you. </a:t>
            </a:r>
          </a:p>
          <a:p>
            <a:r>
              <a:rPr lang="en-US" dirty="0"/>
              <a:t>No, you did not choose me, I appointed you, </a:t>
            </a:r>
          </a:p>
          <a:p>
            <a:r>
              <a:rPr lang="en-US" dirty="0"/>
              <a:t>Go, bear fruit in plenty, fruit that should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223501"/>
      </p:ext>
    </p:extLst>
  </p:cSld>
  <p:clrMapOvr>
    <a:masterClrMapping/>
  </p:clrMapOvr>
</p:sld>
</file>

<file path=ppt/slides/slide6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you I am nothing. </a:t>
            </a:r>
          </a:p>
          <a:p>
            <a:r>
              <a:rPr lang="en-US" dirty="0"/>
              <a:t>My weakness needs your strength. </a:t>
            </a:r>
          </a:p>
          <a:p>
            <a:r>
              <a:rPr lang="en-US" dirty="0"/>
              <a:t>So speak, Lord, to your servant. </a:t>
            </a:r>
          </a:p>
          <a:p>
            <a:r>
              <a:rPr lang="en-US" dirty="0"/>
              <a:t>I’m waiting for your Word!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645579"/>
      </p:ext>
    </p:extLst>
  </p:cSld>
  <p:clrMapOvr>
    <a:masterClrMapping/>
  </p:clrMapOvr>
</p:sld>
</file>

<file path=ppt/slides/slide6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Have you seen my people, </a:t>
            </a:r>
          </a:p>
          <a:p>
            <a:r>
              <a:rPr lang="en-US" dirty="0"/>
              <a:t>have you heard their cry? </a:t>
            </a:r>
          </a:p>
          <a:p>
            <a:r>
              <a:rPr lang="en-US" dirty="0"/>
              <a:t>Do you know their suffering? </a:t>
            </a:r>
          </a:p>
          <a:p>
            <a:r>
              <a:rPr lang="en-US" dirty="0"/>
              <a:t>can you let them die? </a:t>
            </a:r>
          </a:p>
          <a:p>
            <a:r>
              <a:rPr lang="en-US" dirty="0"/>
              <a:t>Break the unjust fetter, set the captive free.</a:t>
            </a:r>
          </a:p>
          <a:p>
            <a:r>
              <a:rPr lang="en-US" dirty="0"/>
              <a:t>Share bread with the hungry, </a:t>
            </a:r>
          </a:p>
          <a:p>
            <a:r>
              <a:rPr lang="en-US" dirty="0"/>
              <a:t>make the blind to see.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333892"/>
      </p:ext>
    </p:extLst>
  </p:cSld>
  <p:clrMapOvr>
    <a:masterClrMapping/>
  </p:clrMapOvr>
</p:sld>
</file>

<file path=ppt/slides/slide6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you I am nothing. </a:t>
            </a:r>
          </a:p>
          <a:p>
            <a:r>
              <a:rPr lang="en-US" dirty="0"/>
              <a:t>My weakness needs your strength. </a:t>
            </a:r>
          </a:p>
          <a:p>
            <a:r>
              <a:rPr lang="en-US" dirty="0"/>
              <a:t>So speak, Lord, to your servant. </a:t>
            </a:r>
          </a:p>
          <a:p>
            <a:r>
              <a:rPr lang="en-US" dirty="0"/>
              <a:t>I’m waiting for your Word!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692777"/>
      </p:ext>
    </p:extLst>
  </p:cSld>
  <p:clrMapOvr>
    <a:masterClrMapping/>
  </p:clrMapOvr>
</p:sld>
</file>

<file path=ppt/slides/slide6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93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154 - Hail, holy Joseph, hail! Chaste spouse of Mary, Hail!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34739"/>
            <a:ext cx="11753537" cy="4519749"/>
          </a:xfrm>
        </p:spPr>
        <p:txBody>
          <a:bodyPr/>
          <a:lstStyle/>
          <a:p>
            <a:r>
              <a:rPr lang="en-US" dirty="0"/>
              <a:t>Hail, holy Joseph, hail! </a:t>
            </a:r>
          </a:p>
          <a:p>
            <a:r>
              <a:rPr lang="en-US" dirty="0"/>
              <a:t>Chaste spouse of Mary, Hail!   </a:t>
            </a:r>
          </a:p>
          <a:p>
            <a:r>
              <a:rPr lang="en-US" dirty="0"/>
              <a:t>Hail, Foster Father! </a:t>
            </a:r>
          </a:p>
          <a:p>
            <a:r>
              <a:rPr lang="en-US" dirty="0"/>
              <a:t>The Word of God made flesh</a:t>
            </a:r>
          </a:p>
          <a:p>
            <a:r>
              <a:rPr lang="en-US" dirty="0"/>
              <a:t>Was given for thy Son, most worthy father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668174"/>
      </p:ext>
    </p:extLst>
  </p:cSld>
  <p:clrMapOvr>
    <a:masterClrMapping/>
  </p:clrMapOvr>
</p:sld>
</file>

<file path=ppt/slides/slide6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097280"/>
            <a:ext cx="11865428" cy="5548069"/>
          </a:xfrm>
        </p:spPr>
        <p:txBody>
          <a:bodyPr>
            <a:normAutofit fontScale="92500"/>
          </a:bodyPr>
          <a:lstStyle/>
          <a:p>
            <a:r>
              <a:rPr lang="en-US" dirty="0"/>
              <a:t>Hail, Holy Joseph Hail! Model of workmen, Hail!</a:t>
            </a:r>
          </a:p>
          <a:p>
            <a:r>
              <a:rPr lang="en-US" dirty="0"/>
              <a:t>Help us accomplish, the task that providence</a:t>
            </a:r>
          </a:p>
          <a:p>
            <a:r>
              <a:rPr lang="en-US" dirty="0"/>
              <a:t>Has upon us imposed; worker most faithful.</a:t>
            </a:r>
          </a:p>
          <a:p>
            <a:endParaRPr lang="en-US" sz="2000" dirty="0"/>
          </a:p>
          <a:p>
            <a:r>
              <a:rPr lang="en-US" dirty="0"/>
              <a:t>Hail, Holy Joseph, Hail! Prince of the House of God</a:t>
            </a:r>
          </a:p>
          <a:p>
            <a:r>
              <a:rPr lang="en-US" dirty="0"/>
              <a:t>The Church’s Guardian! Defend her from the foe</a:t>
            </a:r>
          </a:p>
          <a:p>
            <a:r>
              <a:rPr lang="en-US" dirty="0"/>
              <a:t>Like Christ child long ago, O true Protector.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731979"/>
      </p:ext>
    </p:extLst>
  </p:cSld>
  <p:clrMapOvr>
    <a:masterClrMapping/>
  </p:clrMapOvr>
</p:sld>
</file>

<file path=ppt/slides/slide6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47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155 - Hail, holy queen enthroned above, O Maria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25880"/>
            <a:ext cx="11753537" cy="5303245"/>
          </a:xfrm>
        </p:spPr>
        <p:txBody>
          <a:bodyPr/>
          <a:lstStyle/>
          <a:p>
            <a:r>
              <a:rPr lang="en-IN" dirty="0"/>
              <a:t>Hail, holy queen enthroned above, O Maria.   </a:t>
            </a:r>
          </a:p>
          <a:p>
            <a:r>
              <a:rPr lang="en-IN" dirty="0"/>
              <a:t>Hail, Queen of mercy and of love, O Maria. </a:t>
            </a:r>
          </a:p>
          <a:p>
            <a:r>
              <a:rPr lang="en-IN" dirty="0"/>
              <a:t>Triumph, all ye Cherubim, sing with us, </a:t>
            </a:r>
          </a:p>
          <a:p>
            <a:r>
              <a:rPr lang="en-IN" dirty="0"/>
              <a:t>Ye Seraphim, </a:t>
            </a:r>
          </a:p>
          <a:p>
            <a:r>
              <a:rPr lang="en-IN" dirty="0"/>
              <a:t>Heav’n and earth resound the hymn:</a:t>
            </a:r>
          </a:p>
          <a:p>
            <a:r>
              <a:rPr lang="en-IN" dirty="0"/>
              <a:t>Salve, Salve, Salve Regina.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691828"/>
      </p:ext>
    </p:extLst>
  </p:cSld>
  <p:clrMapOvr>
    <a:masterClrMapping/>
  </p:clrMapOvr>
</p:sld>
</file>

<file path=ppt/slides/slide6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The cause of joy to us below, O Maria.</a:t>
            </a:r>
          </a:p>
          <a:p>
            <a:r>
              <a:rPr lang="en-US" sz="5200" dirty="0"/>
              <a:t>The spring through which all graces flow, </a:t>
            </a:r>
          </a:p>
          <a:p>
            <a:r>
              <a:rPr lang="en-US" sz="5200" dirty="0"/>
              <a:t>O Maria.</a:t>
            </a:r>
          </a:p>
          <a:p>
            <a:r>
              <a:rPr lang="en-US" sz="5200" dirty="0"/>
              <a:t>Angels all your praises bring, </a:t>
            </a:r>
          </a:p>
          <a:p>
            <a:r>
              <a:rPr lang="en-US" sz="5200" dirty="0"/>
              <a:t>earth and heaven with us sing,</a:t>
            </a:r>
          </a:p>
          <a:p>
            <a:r>
              <a:rPr lang="en-US" sz="5200" dirty="0"/>
              <a:t>All creation echoing: </a:t>
            </a:r>
          </a:p>
          <a:p>
            <a:r>
              <a:rPr lang="en-US" sz="5200" dirty="0"/>
              <a:t>Salve, Salve, Salve Regina.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243211"/>
      </p:ext>
    </p:extLst>
  </p:cSld>
  <p:clrMapOvr>
    <a:masterClrMapping/>
  </p:clrMapOvr>
</p:sld>
</file>

<file path=ppt/slides/slide6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gentle, loving, holy one, O Maria. </a:t>
            </a:r>
          </a:p>
          <a:p>
            <a:r>
              <a:rPr lang="en-US" dirty="0"/>
              <a:t>The God of light became your Son, O Maria. </a:t>
            </a:r>
          </a:p>
          <a:p>
            <a:r>
              <a:rPr lang="en-US" dirty="0"/>
              <a:t>Triumph, all ye Cherubim, sing with us, </a:t>
            </a:r>
          </a:p>
          <a:p>
            <a:r>
              <a:rPr lang="en-US" dirty="0"/>
              <a:t>ye Seraphim, </a:t>
            </a:r>
          </a:p>
          <a:p>
            <a:r>
              <a:rPr lang="en-US" dirty="0"/>
              <a:t>Heav’n and earth resound the hymn: </a:t>
            </a:r>
          </a:p>
          <a:p>
            <a:r>
              <a:rPr lang="en-US" dirty="0"/>
              <a:t>Salve, Salve, Salve Regina.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257501"/>
      </p:ext>
    </p:extLst>
  </p:cSld>
  <p:clrMapOvr>
    <a:masterClrMapping/>
  </p:clrMapOvr>
</p:sld>
</file>

<file path=ppt/slides/slide6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156 - Hail, holy queen, Mother of mercy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Hail, holy queen, Mother of mercy.   </a:t>
            </a:r>
          </a:p>
          <a:p>
            <a:r>
              <a:rPr lang="en-US" dirty="0"/>
              <a:t>Hail, our life, our sweetness and our hope!</a:t>
            </a:r>
          </a:p>
          <a:p>
            <a:r>
              <a:rPr lang="en-US" dirty="0"/>
              <a:t>To you do we cry, </a:t>
            </a:r>
          </a:p>
          <a:p>
            <a:r>
              <a:rPr lang="en-US" dirty="0"/>
              <a:t>Eve’s poor banished children, </a:t>
            </a:r>
          </a:p>
          <a:p>
            <a:r>
              <a:rPr lang="en-US" dirty="0"/>
              <a:t>Mourning and weeping in this vale of tears.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396193"/>
      </p:ext>
    </p:extLst>
  </p:cSld>
  <p:clrMapOvr>
    <a:masterClrMapping/>
  </p:clrMapOvr>
</p:sld>
</file>

<file path=ppt/slides/slide6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then. most gracious advocate,</a:t>
            </a:r>
          </a:p>
          <a:p>
            <a:r>
              <a:rPr lang="en-US" dirty="0"/>
              <a:t>Your eyes of mercy unto us;</a:t>
            </a:r>
          </a:p>
          <a:p>
            <a:r>
              <a:rPr lang="en-US" dirty="0"/>
              <a:t>After our exile show to us the fruit </a:t>
            </a:r>
          </a:p>
          <a:p>
            <a:r>
              <a:rPr lang="en-US" dirty="0"/>
              <a:t>of your womb Jesus:</a:t>
            </a:r>
          </a:p>
          <a:p>
            <a:r>
              <a:rPr lang="en-US" dirty="0"/>
              <a:t>O Clement, O loving, O sweet Virgin Mary.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383998"/>
      </p:ext>
    </p:extLst>
  </p:cSld>
  <p:clrMapOvr>
    <a:masterClrMapping/>
  </p:clrMapOvr>
</p:sld>
</file>

<file path=ppt/slides/slide6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365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157 - Hail Mary, full of grace and Mother of our God,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91194"/>
            <a:ext cx="11753537" cy="5020491"/>
          </a:xfrm>
        </p:spPr>
        <p:txBody>
          <a:bodyPr>
            <a:normAutofit/>
          </a:bodyPr>
          <a:lstStyle/>
          <a:p>
            <a:r>
              <a:rPr lang="en-US" sz="4400" dirty="0"/>
              <a:t>Hail Mary, full of grace and Mother of our God, </a:t>
            </a:r>
          </a:p>
          <a:p>
            <a:r>
              <a:rPr lang="en-US" sz="4400" dirty="0"/>
              <a:t>O pray for us, poor sinners. Hail Mary, full of grace.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4400" dirty="0"/>
              <a:t>You heard the Word of God &amp; kept it in your heart,</a:t>
            </a:r>
          </a:p>
          <a:p>
            <a:r>
              <a:rPr lang="en-US" sz="4400" dirty="0"/>
              <a:t>O blessed among all women, O Mary, pray for 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896529"/>
      </p:ext>
    </p:extLst>
  </p:cSld>
  <p:clrMapOvr>
    <a:masterClrMapping/>
  </p:clrMapOvr>
</p:sld>
</file>

<file path=ppt/slides/slide6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Hail Mary, full of grace and Mother of our God, </a:t>
            </a:r>
          </a:p>
          <a:p>
            <a:r>
              <a:rPr lang="en-US" sz="4400" dirty="0"/>
              <a:t>O pray for us, poor sinners. Hail Mary, full of grace.</a:t>
            </a:r>
          </a:p>
          <a:p>
            <a:endParaRPr lang="en-US" sz="4400" dirty="0"/>
          </a:p>
          <a:p>
            <a:r>
              <a:rPr lang="en-US" sz="4400" dirty="0"/>
              <a:t>You magnify the Lord &amp; praise his holy name.  </a:t>
            </a:r>
          </a:p>
          <a:p>
            <a:r>
              <a:rPr lang="en-US" sz="4400" dirty="0"/>
              <a:t>O blest among all women, O Mary, pray for us.</a:t>
            </a:r>
          </a:p>
          <a:p>
            <a:endParaRPr lang="en-US" sz="4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823983"/>
      </p:ext>
    </p:extLst>
  </p:cSld>
  <p:clrMapOvr>
    <a:masterClrMapping/>
  </p:clrMapOvr>
</p:sld>
</file>

<file path=ppt/slides/slide6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Hail Mary, full of grace and Mother of our God, </a:t>
            </a:r>
          </a:p>
          <a:p>
            <a:r>
              <a:rPr lang="en-US" sz="4400" dirty="0"/>
              <a:t>O pray for us, poor sinners. Hail Mary, full of grace.</a:t>
            </a:r>
          </a:p>
          <a:p>
            <a:r>
              <a:rPr lang="en-US" sz="4400" dirty="0"/>
              <a:t>The Lord, the mighty God, </a:t>
            </a:r>
          </a:p>
          <a:p>
            <a:r>
              <a:rPr lang="en-US" sz="4400" dirty="0"/>
              <a:t>has done great things for you.</a:t>
            </a:r>
          </a:p>
          <a:p>
            <a:r>
              <a:rPr lang="en-US" sz="4400" dirty="0"/>
              <a:t>O blest among all women, O Mary, pray for us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440953"/>
      </p:ext>
    </p:extLst>
  </p:cSld>
  <p:clrMapOvr>
    <a:masterClrMapping/>
  </p:clrMapOvr>
</p:sld>
</file>

<file path=ppt/slides/slide6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Hail Mary, full of grace and Mother of our God, </a:t>
            </a:r>
          </a:p>
          <a:p>
            <a:r>
              <a:rPr lang="en-US" dirty="0"/>
              <a:t>O pray for us, poor sinners. Hail Mary, full of grace.</a:t>
            </a:r>
          </a:p>
          <a:p>
            <a:endParaRPr lang="en-US" dirty="0"/>
          </a:p>
          <a:p>
            <a:r>
              <a:rPr lang="en-US" dirty="0"/>
              <a:t>Your Son, at your request, </a:t>
            </a:r>
          </a:p>
          <a:p>
            <a:r>
              <a:rPr lang="en-US" dirty="0"/>
              <a:t>turned water into wine. </a:t>
            </a:r>
          </a:p>
          <a:p>
            <a:r>
              <a:rPr lang="en-US" dirty="0"/>
              <a:t>O blest among all women, O Mary, pray for us.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958291"/>
      </p:ext>
    </p:extLst>
  </p:cSld>
  <p:clrMapOvr>
    <a:masterClrMapping/>
  </p:clrMapOvr>
</p:sld>
</file>

<file path=ppt/slides/slide6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Hail Mary, full of grace and Mother of our God, </a:t>
            </a:r>
          </a:p>
          <a:p>
            <a:r>
              <a:rPr lang="en-US" sz="4400" dirty="0"/>
              <a:t>O pray for us, poor sinners. Hail Mary, full of grace.</a:t>
            </a:r>
          </a:p>
          <a:p>
            <a:r>
              <a:rPr lang="en-US" sz="4400" dirty="0"/>
              <a:t>You stood beside the cross unto the very last. </a:t>
            </a:r>
          </a:p>
          <a:p>
            <a:r>
              <a:rPr lang="en-US" sz="4400" dirty="0"/>
              <a:t>O blest among all women, O Mary, pray for us.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129246"/>
      </p:ext>
    </p:extLst>
  </p:cSld>
  <p:clrMapOvr>
    <a:masterClrMapping/>
  </p:clrMapOvr>
</p:sld>
</file>

<file path=ppt/slides/slide6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Hail Mary, full of grace and Mother of our God, </a:t>
            </a:r>
          </a:p>
          <a:p>
            <a:r>
              <a:rPr lang="en-US" dirty="0"/>
              <a:t>O pray for us, poor sinners. Hail Mary, full of grace.</a:t>
            </a:r>
          </a:p>
          <a:p>
            <a:endParaRPr lang="en-US" dirty="0"/>
          </a:p>
          <a:p>
            <a:r>
              <a:rPr lang="en-US" dirty="0"/>
              <a:t>Now show yourself to us as </a:t>
            </a:r>
          </a:p>
          <a:p>
            <a:r>
              <a:rPr lang="en-US" dirty="0"/>
              <a:t>Mother of all mankind.</a:t>
            </a:r>
          </a:p>
          <a:p>
            <a:r>
              <a:rPr lang="en-US" dirty="0"/>
              <a:t>O blest among all women, O Mary, pray for 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993902"/>
      </p:ext>
    </p:extLst>
  </p:cSld>
  <p:clrMapOvr>
    <a:masterClrMapping/>
  </p:clrMapOvr>
</p:sld>
</file>

<file path=ppt/slides/slide6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158 - Hail queen of heaven, the ocean Star,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Guide of the wanderer here below. </a:t>
            </a:r>
          </a:p>
          <a:p>
            <a:r>
              <a:rPr lang="en-US" dirty="0"/>
              <a:t>Thrown on life’s surge, we claim thy care, </a:t>
            </a:r>
          </a:p>
          <a:p>
            <a:r>
              <a:rPr lang="en-US" dirty="0"/>
              <a:t>Save us from peril and from woe. </a:t>
            </a:r>
          </a:p>
          <a:p>
            <a:r>
              <a:rPr lang="en-US" dirty="0"/>
              <a:t>Mother of Christ, Star of the sea, </a:t>
            </a:r>
          </a:p>
          <a:p>
            <a:r>
              <a:rPr lang="en-US" dirty="0"/>
              <a:t>Pray for the wanderer, pray for me.-2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457430"/>
      </p:ext>
    </p:extLst>
  </p:cSld>
  <p:clrMapOvr>
    <a:masterClrMapping/>
  </p:clrMapOvr>
</p:sld>
</file>

<file path=ppt/slides/slide6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valiant woman, steadfast maid,</a:t>
            </a:r>
          </a:p>
          <a:p>
            <a:r>
              <a:rPr lang="en-US" dirty="0"/>
              <a:t>See how the Lord has done marvels for thee,</a:t>
            </a:r>
          </a:p>
          <a:p>
            <a:r>
              <a:rPr lang="en-US" dirty="0"/>
              <a:t>Through Jesus your Son, you gave our world,</a:t>
            </a:r>
          </a:p>
          <a:p>
            <a:r>
              <a:rPr lang="en-US" dirty="0"/>
              <a:t>Justice and truth and liberty.</a:t>
            </a:r>
          </a:p>
          <a:p>
            <a:r>
              <a:rPr lang="en-US" dirty="0"/>
              <a:t>Hope of the weak, Star of the sea,</a:t>
            </a:r>
          </a:p>
          <a:p>
            <a:r>
              <a:rPr lang="en-US" dirty="0"/>
              <a:t>Pray for the needy, pray for me. -2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690852"/>
      </p:ext>
    </p:extLst>
  </p:cSld>
  <p:clrMapOvr>
    <a:masterClrMapping/>
  </p:clrMapOvr>
</p:sld>
</file>

<file path=ppt/slides/slide6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159 - Hail, Redeemer, King divine!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Hail, Redeemer, King divine!   </a:t>
            </a:r>
          </a:p>
          <a:p>
            <a:r>
              <a:rPr lang="en-US" dirty="0"/>
              <a:t>Priest and Lamb, the throne is </a:t>
            </a:r>
            <a:r>
              <a:rPr lang="en-US" dirty="0" err="1"/>
              <a:t>Thine</a:t>
            </a:r>
            <a:r>
              <a:rPr lang="en-US" dirty="0"/>
              <a:t>,    </a:t>
            </a:r>
          </a:p>
          <a:p>
            <a:r>
              <a:rPr lang="en-US" dirty="0"/>
              <a:t>King, whose reign shall never cease, </a:t>
            </a:r>
          </a:p>
          <a:p>
            <a:r>
              <a:rPr lang="en-US" dirty="0"/>
              <a:t>Prince of everlasting peace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432523"/>
      </p:ext>
    </p:extLst>
  </p:cSld>
  <p:clrMapOvr>
    <a:masterClrMapping/>
  </p:clrMapOvr>
</p:sld>
</file>

<file path=ppt/slides/slide6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Angels, saints and nations sing;</a:t>
            </a:r>
          </a:p>
          <a:p>
            <a:r>
              <a:rPr lang="en-US" dirty="0"/>
              <a:t>“Praised be Jesus Christ, our King;</a:t>
            </a:r>
          </a:p>
          <a:p>
            <a:r>
              <a:rPr lang="en-US" dirty="0"/>
              <a:t>Lord of life, earth, sky and sea, </a:t>
            </a:r>
          </a:p>
          <a:p>
            <a:r>
              <a:rPr lang="en-US" dirty="0"/>
              <a:t>King of love on Calvary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16484"/>
      </p:ext>
    </p:extLst>
  </p:cSld>
  <p:clrMapOvr>
    <a:masterClrMapping/>
  </p:clrMapOvr>
</p:sld>
</file>

<file path=ppt/slides/slide6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King whose name creation thrills, </a:t>
            </a:r>
          </a:p>
          <a:p>
            <a:r>
              <a:rPr lang="en-US" dirty="0"/>
              <a:t>Rule our minds, our hearts, our wills, </a:t>
            </a:r>
          </a:p>
          <a:p>
            <a:r>
              <a:rPr lang="en-US" dirty="0"/>
              <a:t>Till in peace each nation rings </a:t>
            </a:r>
          </a:p>
          <a:p>
            <a:r>
              <a:rPr lang="en-US" dirty="0"/>
              <a:t>With Thy praises, King of kings.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014721"/>
      </p:ext>
    </p:extLst>
  </p:cSld>
  <p:clrMapOvr>
    <a:masterClrMapping/>
  </p:clrMapOvr>
</p:sld>
</file>

<file path=ppt/slides/slide6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Angels, saints and nations sing;</a:t>
            </a:r>
          </a:p>
          <a:p>
            <a:r>
              <a:rPr lang="en-US" dirty="0"/>
              <a:t>“Praised be Jesus Christ, our King;</a:t>
            </a:r>
          </a:p>
          <a:p>
            <a:r>
              <a:rPr lang="en-US" dirty="0"/>
              <a:t>Lord of life, earth, sky and sea, </a:t>
            </a:r>
          </a:p>
          <a:p>
            <a:r>
              <a:rPr lang="en-US" dirty="0"/>
              <a:t>King of love on Calvary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365684"/>
      </p:ext>
    </p:extLst>
  </p:cSld>
  <p:clrMapOvr>
    <a:masterClrMapping/>
  </p:clrMapOvr>
</p:sld>
</file>

<file path=ppt/slides/slide6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King most holy, King of truth, </a:t>
            </a:r>
          </a:p>
          <a:p>
            <a:r>
              <a:rPr lang="en-US" dirty="0"/>
              <a:t>Guide the lowly, guide the youth; </a:t>
            </a:r>
          </a:p>
          <a:p>
            <a:r>
              <a:rPr lang="en-US" dirty="0"/>
              <a:t>Christ Thou King of glory bright, </a:t>
            </a:r>
          </a:p>
          <a:p>
            <a:r>
              <a:rPr lang="en-US" dirty="0"/>
              <a:t>Be to us eternal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656987"/>
      </p:ext>
    </p:extLst>
  </p:cSld>
  <p:clrMapOvr>
    <a:masterClrMapping/>
  </p:clrMapOvr>
</p:sld>
</file>

<file path=ppt/slides/slide6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Angels, saints and nations sing;</a:t>
            </a:r>
          </a:p>
          <a:p>
            <a:r>
              <a:rPr lang="en-US" dirty="0"/>
              <a:t>“Praised be Jesus Christ, our King;</a:t>
            </a:r>
          </a:p>
          <a:p>
            <a:r>
              <a:rPr lang="en-US" dirty="0"/>
              <a:t>Lord of life, earth, sky and sea, </a:t>
            </a:r>
          </a:p>
          <a:p>
            <a:r>
              <a:rPr lang="en-US" dirty="0"/>
              <a:t>King of love on Calvary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052168"/>
      </p:ext>
    </p:extLst>
  </p:cSld>
  <p:clrMapOvr>
    <a:masterClrMapping/>
  </p:clrMapOvr>
</p:sld>
</file>

<file path=ppt/slides/slide6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Shepherd-King, over mountains steep, </a:t>
            </a:r>
          </a:p>
          <a:p>
            <a:r>
              <a:rPr lang="en-US" dirty="0"/>
              <a:t>Homeward bring the </a:t>
            </a:r>
            <a:r>
              <a:rPr lang="en-US" dirty="0" err="1"/>
              <a:t>wand’ring</a:t>
            </a:r>
            <a:r>
              <a:rPr lang="en-US" dirty="0"/>
              <a:t> sheep; </a:t>
            </a:r>
          </a:p>
          <a:p>
            <a:r>
              <a:rPr lang="en-US" dirty="0"/>
              <a:t>Shelter in one royal fold </a:t>
            </a:r>
          </a:p>
          <a:p>
            <a:r>
              <a:rPr lang="en-US" dirty="0"/>
              <a:t>States and kingdoms, new and old.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871304"/>
      </p:ext>
    </p:extLst>
  </p:cSld>
  <p:clrMapOvr>
    <a:masterClrMapping/>
  </p:clrMapOvr>
</p:sld>
</file>

<file path=ppt/slides/slide6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Angels, saints and nations sing;</a:t>
            </a:r>
          </a:p>
          <a:p>
            <a:r>
              <a:rPr lang="en-US" dirty="0"/>
              <a:t>“Praised be Jesus Christ, our King;</a:t>
            </a:r>
          </a:p>
          <a:p>
            <a:r>
              <a:rPr lang="en-US" dirty="0"/>
              <a:t>Lord of life, earth, sky and sea, </a:t>
            </a:r>
          </a:p>
          <a:p>
            <a:r>
              <a:rPr lang="en-US" dirty="0"/>
              <a:t>King of love on Calvary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104207"/>
      </p:ext>
    </p:extLst>
  </p:cSld>
  <p:clrMapOvr>
    <a:masterClrMapping/>
  </p:clrMapOvr>
</p:sld>
</file>

<file path=ppt/slides/slide6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160 - Hand in hand with Christ, our Brother,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 in hand with Christ, our Brother,   </a:t>
            </a:r>
          </a:p>
          <a:p>
            <a:r>
              <a:rPr lang="en-US" dirty="0"/>
              <a:t>His love we’ll show; </a:t>
            </a:r>
          </a:p>
          <a:p>
            <a:r>
              <a:rPr lang="en-US" dirty="0"/>
              <a:t>We will rise and leave the house of God,</a:t>
            </a:r>
          </a:p>
          <a:p>
            <a:r>
              <a:rPr lang="en-US" dirty="0"/>
              <a:t>To all we’ll go.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851072"/>
      </p:ext>
    </p:extLst>
  </p:cSld>
  <p:clrMapOvr>
    <a:masterClrMapping/>
  </p:clrMapOvr>
</p:sld>
</file>

<file path=ppt/slides/slide6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Grant, O Lord, that we may journey </a:t>
            </a:r>
          </a:p>
          <a:p>
            <a:r>
              <a:rPr lang="en-US" dirty="0"/>
              <a:t>On the way that was your own. </a:t>
            </a:r>
          </a:p>
          <a:p>
            <a:r>
              <a:rPr lang="en-US" dirty="0"/>
              <a:t>For our </a:t>
            </a:r>
            <a:r>
              <a:rPr lang="en-US" dirty="0" err="1"/>
              <a:t>neighbours</a:t>
            </a:r>
            <a:r>
              <a:rPr lang="en-US" dirty="0"/>
              <a:t> ever caring</a:t>
            </a:r>
          </a:p>
          <a:p>
            <a:r>
              <a:rPr lang="en-US" dirty="0"/>
              <a:t>In the way you’ve shown.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429007"/>
      </p:ext>
    </p:extLst>
  </p:cSld>
  <p:clrMapOvr>
    <a:masterClrMapping/>
  </p:clrMapOvr>
</p:sld>
</file>

<file path=ppt/slides/slide6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 in hand with Christ, our Brother,   </a:t>
            </a:r>
          </a:p>
          <a:p>
            <a:r>
              <a:rPr lang="en-US" dirty="0"/>
              <a:t>His love we’ll show; </a:t>
            </a:r>
          </a:p>
          <a:p>
            <a:r>
              <a:rPr lang="en-US" dirty="0"/>
              <a:t>We will rise and leave the house of God,</a:t>
            </a:r>
          </a:p>
          <a:p>
            <a:r>
              <a:rPr lang="en-US" dirty="0"/>
              <a:t>To all we’ll go.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410722"/>
      </p:ext>
    </p:extLst>
  </p:cSld>
  <p:clrMapOvr>
    <a:masterClrMapping/>
  </p:clrMapOvr>
</p:sld>
</file>

<file path=ppt/slides/slide6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all petty strife be banished.</a:t>
            </a:r>
          </a:p>
          <a:p>
            <a:r>
              <a:rPr lang="en-US" dirty="0"/>
              <a:t>Teach us all the way of peace </a:t>
            </a:r>
          </a:p>
          <a:p>
            <a:r>
              <a:rPr lang="en-US" dirty="0"/>
              <a:t>So that, living as companions, </a:t>
            </a:r>
          </a:p>
          <a:p>
            <a:r>
              <a:rPr lang="en-US" dirty="0"/>
              <a:t>All our fears may cease.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4893"/>
      </p:ext>
    </p:extLst>
  </p:cSld>
  <p:clrMapOvr>
    <a:masterClrMapping/>
  </p:clrMapOvr>
</p:sld>
</file>

<file path=ppt/slides/slide6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 in hand with Christ, our Brother,   </a:t>
            </a:r>
          </a:p>
          <a:p>
            <a:r>
              <a:rPr lang="en-US" dirty="0"/>
              <a:t>His love we’ll show; </a:t>
            </a:r>
          </a:p>
          <a:p>
            <a:r>
              <a:rPr lang="en-US" dirty="0"/>
              <a:t>We will rise and leave the house of God,</a:t>
            </a:r>
          </a:p>
          <a:p>
            <a:r>
              <a:rPr lang="en-US" dirty="0"/>
              <a:t>To all we’ll go.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218017"/>
      </p:ext>
    </p:extLst>
  </p:cSld>
  <p:clrMapOvr>
    <a:masterClrMapping/>
  </p:clrMapOvr>
</p:sld>
</file>

<file path=ppt/slides/slide6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fire of love now burning,</a:t>
            </a:r>
          </a:p>
          <a:p>
            <a:r>
              <a:rPr lang="en-US" dirty="0"/>
              <a:t>By the power of God made strong, </a:t>
            </a:r>
          </a:p>
          <a:p>
            <a:r>
              <a:rPr lang="en-US" dirty="0"/>
              <a:t>Give us, Lord, to spread your message </a:t>
            </a:r>
          </a:p>
          <a:p>
            <a:r>
              <a:rPr lang="en-US" dirty="0"/>
              <a:t>And proclaim your truth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063411"/>
      </p:ext>
    </p:extLst>
  </p:cSld>
  <p:clrMapOvr>
    <a:masterClrMapping/>
  </p:clrMapOvr>
</p:sld>
</file>

<file path=ppt/slides/slide6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 in hand with Christ, our Brother,   </a:t>
            </a:r>
          </a:p>
          <a:p>
            <a:r>
              <a:rPr lang="en-US" dirty="0"/>
              <a:t>His love we’ll show; </a:t>
            </a:r>
          </a:p>
          <a:p>
            <a:r>
              <a:rPr lang="en-US" dirty="0"/>
              <a:t>We will rise and leave the house of God,</a:t>
            </a:r>
          </a:p>
          <a:p>
            <a:r>
              <a:rPr lang="en-US" dirty="0"/>
              <a:t>To all we’ll go.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164477"/>
      </p:ext>
    </p:extLst>
  </p:cSld>
  <p:clrMapOvr>
    <a:masterClrMapping/>
  </p:clrMapOvr>
</p:sld>
</file>

<file path=ppt/slides/slide6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161 - Happy are the poor in spirit: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5200" dirty="0"/>
              <a:t>Happy are the poor in spirit:   </a:t>
            </a:r>
          </a:p>
          <a:p>
            <a:r>
              <a:rPr lang="en-US" sz="5200" dirty="0"/>
              <a:t>They are children of the kingdom.</a:t>
            </a:r>
          </a:p>
          <a:p>
            <a:r>
              <a:rPr lang="en-US" sz="5200" dirty="0"/>
              <a:t>Blessed the pure of heart for they shall see </a:t>
            </a:r>
          </a:p>
          <a:p>
            <a:r>
              <a:rPr lang="en-US" sz="5200" dirty="0"/>
              <a:t>The glory of the Lord.</a:t>
            </a:r>
          </a:p>
          <a:p>
            <a:r>
              <a:rPr lang="en-US" sz="5200" dirty="0"/>
              <a:t>Happy those who mourn in sorrow:</a:t>
            </a:r>
          </a:p>
          <a:p>
            <a:r>
              <a:rPr lang="en-US" sz="5200" dirty="0"/>
              <a:t>For the Lord will send them comfort.</a:t>
            </a:r>
          </a:p>
          <a:p>
            <a:r>
              <a:rPr lang="en-US" sz="5200" dirty="0"/>
              <a:t>Blessed those who thirst for holiness</a:t>
            </a:r>
          </a:p>
          <a:p>
            <a:r>
              <a:rPr lang="en-US" sz="5200" dirty="0"/>
              <a:t>For they shall drink and have their fill.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41486"/>
      </p:ext>
    </p:extLst>
  </p:cSld>
  <p:clrMapOvr>
    <a:masterClrMapping/>
  </p:clrMapOvr>
</p:sld>
</file>

<file path=ppt/slides/slide6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Rejoice, rejoice and be gladsome. </a:t>
            </a:r>
          </a:p>
          <a:p>
            <a:r>
              <a:rPr lang="en-US" dirty="0"/>
              <a:t>Exult, exult leap for joy. 	</a:t>
            </a:r>
          </a:p>
          <a:p>
            <a:r>
              <a:rPr lang="en-US" dirty="0"/>
              <a:t>Your reward is great in heaven:</a:t>
            </a:r>
          </a:p>
          <a:p>
            <a:r>
              <a:rPr lang="en-US" dirty="0"/>
              <a:t>Be gladsome and rejoice!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077857"/>
      </p:ext>
    </p:extLst>
  </p:cSld>
  <p:clrMapOvr>
    <a:masterClrMapping/>
  </p:clrMapOvr>
</p:sld>
</file>

<file path=ppt/slides/slide6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Happy are the meek and humble:</a:t>
            </a:r>
          </a:p>
          <a:p>
            <a:r>
              <a:rPr lang="en-US" dirty="0"/>
              <a:t>Yes, the earth they will inherit.</a:t>
            </a:r>
          </a:p>
          <a:p>
            <a:r>
              <a:rPr lang="en-US" dirty="0"/>
              <a:t>Blest the merciful for God will grant </a:t>
            </a:r>
          </a:p>
          <a:p>
            <a:r>
              <a:rPr lang="en-US" dirty="0"/>
              <a:t>His mercy to them all.</a:t>
            </a:r>
          </a:p>
          <a:p>
            <a:r>
              <a:rPr lang="en-US" dirty="0"/>
              <a:t>Happy, happy the peacemakers:</a:t>
            </a:r>
          </a:p>
          <a:p>
            <a:r>
              <a:rPr lang="en-US" dirty="0"/>
              <a:t>For they live as God’s own children.</a:t>
            </a:r>
          </a:p>
          <a:p>
            <a:r>
              <a:rPr lang="en-US" dirty="0"/>
              <a:t>Blessed those who work for justice:</a:t>
            </a:r>
          </a:p>
          <a:p>
            <a:r>
              <a:rPr lang="en-US" dirty="0"/>
              <a:t>The kingdom of heaven is theirs.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21098"/>
      </p:ext>
    </p:extLst>
  </p:cSld>
  <p:clrMapOvr>
    <a:masterClrMapping/>
  </p:clrMapOvr>
</p:sld>
</file>

<file path=ppt/slides/slide6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162 - Happy the heart that lives in the heart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Happy the heart that lives in the heart    </a:t>
            </a:r>
          </a:p>
          <a:p>
            <a:r>
              <a:rPr lang="en-US" dirty="0"/>
              <a:t>Of God, the heart of love,</a:t>
            </a:r>
          </a:p>
          <a:p>
            <a:r>
              <a:rPr lang="en-US" dirty="0"/>
              <a:t>Happy the heart that learns to love </a:t>
            </a:r>
          </a:p>
          <a:p>
            <a:r>
              <a:rPr lang="en-US" dirty="0"/>
              <a:t>With the love of God.</a:t>
            </a:r>
          </a:p>
          <a:p>
            <a:endParaRPr lang="en-IN" sz="2000" dirty="0"/>
          </a:p>
          <a:p>
            <a:r>
              <a:rPr lang="en-US" dirty="0"/>
              <a:t>God is love; Love your God</a:t>
            </a:r>
          </a:p>
          <a:p>
            <a:r>
              <a:rPr lang="en-US" dirty="0"/>
              <a:t>With the love he gave in Christ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886739"/>
      </p:ext>
    </p:extLst>
  </p:cSld>
  <p:clrMapOvr>
    <a:masterClrMapping/>
  </p:clrMapOvr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Happy the heart that lives in the heart    </a:t>
            </a:r>
          </a:p>
          <a:p>
            <a:r>
              <a:rPr lang="en-US" dirty="0"/>
              <a:t>Of God, the heart of love,</a:t>
            </a:r>
          </a:p>
          <a:p>
            <a:r>
              <a:rPr lang="en-US" dirty="0"/>
              <a:t>Happy the heart that learns to love </a:t>
            </a:r>
          </a:p>
          <a:p>
            <a:r>
              <a:rPr lang="en-US" dirty="0"/>
              <a:t>With the love of God.</a:t>
            </a:r>
          </a:p>
          <a:p>
            <a:endParaRPr lang="en-US" dirty="0"/>
          </a:p>
          <a:p>
            <a:r>
              <a:rPr lang="en-US" dirty="0"/>
              <a:t>God loved us first, loved us best in Christ</a:t>
            </a:r>
          </a:p>
          <a:p>
            <a:r>
              <a:rPr lang="en-US" dirty="0"/>
              <a:t>For there is no greater love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991215"/>
      </p:ext>
    </p:extLst>
  </p:cSld>
  <p:clrMapOvr>
    <a:masterClrMapping/>
  </p:clrMapOvr>
</p:sld>
</file>

<file path=ppt/slides/slide6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Happy the heart that lives in the heart    </a:t>
            </a:r>
          </a:p>
          <a:p>
            <a:r>
              <a:rPr lang="en-US" dirty="0"/>
              <a:t>Of God, the heart of love,</a:t>
            </a:r>
          </a:p>
          <a:p>
            <a:r>
              <a:rPr lang="en-US" dirty="0"/>
              <a:t>Happy the heart that learns to love </a:t>
            </a:r>
          </a:p>
          <a:p>
            <a:r>
              <a:rPr lang="en-US" dirty="0"/>
              <a:t>With the love of God.</a:t>
            </a:r>
          </a:p>
          <a:p>
            <a:endParaRPr lang="en-IN" dirty="0"/>
          </a:p>
          <a:p>
            <a:r>
              <a:rPr lang="en-US" dirty="0"/>
              <a:t>We must love, love everyone </a:t>
            </a:r>
          </a:p>
          <a:p>
            <a:r>
              <a:rPr lang="en-US" dirty="0"/>
              <a:t>With this love that comes from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771143"/>
      </p:ext>
    </p:extLst>
  </p:cSld>
  <p:clrMapOvr>
    <a:masterClrMapping/>
  </p:clrMapOvr>
</p:sld>
</file>

<file path=ppt/slides/slide6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Happy the heart that lives in the heart    </a:t>
            </a:r>
          </a:p>
          <a:p>
            <a:r>
              <a:rPr lang="en-US" dirty="0"/>
              <a:t>Of God, the heart of love,</a:t>
            </a:r>
          </a:p>
          <a:p>
            <a:r>
              <a:rPr lang="en-US" dirty="0"/>
              <a:t>Happy the heart that learns to love </a:t>
            </a:r>
          </a:p>
          <a:p>
            <a:r>
              <a:rPr lang="en-US" dirty="0"/>
              <a:t>With the love of God.</a:t>
            </a:r>
          </a:p>
          <a:p>
            <a:endParaRPr lang="en-US" dirty="0"/>
          </a:p>
          <a:p>
            <a:r>
              <a:rPr lang="en-US" dirty="0"/>
              <a:t>Love brings peace, peace brings hope.</a:t>
            </a:r>
          </a:p>
          <a:p>
            <a:r>
              <a:rPr lang="en-US" dirty="0"/>
              <a:t>And hope never disappoints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048305"/>
      </p:ext>
    </p:extLst>
  </p:cSld>
  <p:clrMapOvr>
    <a:masterClrMapping/>
  </p:clrMapOvr>
</p:sld>
</file>

<file path=ppt/slides/slide6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Happy the heart that lives in the heart    </a:t>
            </a:r>
          </a:p>
          <a:p>
            <a:r>
              <a:rPr lang="en-US" dirty="0"/>
              <a:t>Of God, the heart of love,</a:t>
            </a:r>
          </a:p>
          <a:p>
            <a:r>
              <a:rPr lang="en-US" dirty="0"/>
              <a:t>Happy the heart that learns to love </a:t>
            </a:r>
          </a:p>
          <a:p>
            <a:r>
              <a:rPr lang="en-US" dirty="0"/>
              <a:t>With the love of God.</a:t>
            </a:r>
          </a:p>
          <a:p>
            <a:endParaRPr lang="en-US" dirty="0"/>
          </a:p>
          <a:p>
            <a:r>
              <a:rPr lang="en-US" dirty="0"/>
              <a:t>Spirit of Love, live in us, </a:t>
            </a:r>
          </a:p>
          <a:p>
            <a:r>
              <a:rPr lang="en-US" dirty="0"/>
              <a:t>That our joy may be complete.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931901"/>
      </p:ext>
    </p:extLst>
  </p:cSld>
  <p:clrMapOvr>
    <a:masterClrMapping/>
  </p:clrMapOvr>
</p:sld>
</file>

<file path=ppt/slides/slide6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163 - Hark! the herald angels sing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097280"/>
            <a:ext cx="11851505" cy="5548069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3700" dirty="0"/>
              <a:t>Hark! the herald angels sing, 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“Glory to the new born King; 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Peace on earth and mercy mild, 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God and sinners reconciled.”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Joyful all ye nations rise, join the triumph of the skies,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With the Angelic hosts proclaim, Christ is born in Bethlehem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Hark the herald angels sing, </a:t>
            </a:r>
          </a:p>
          <a:p>
            <a:pPr>
              <a:lnSpc>
                <a:spcPct val="80000"/>
              </a:lnSpc>
            </a:pPr>
            <a:r>
              <a:rPr lang="en-US" sz="3700" dirty="0"/>
              <a:t>“Glory to the new born King.”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55295"/>
      </p:ext>
    </p:extLst>
  </p:cSld>
  <p:clrMapOvr>
    <a:masterClrMapping/>
  </p:clrMapOvr>
</p:sld>
</file>

<file path=ppt/slides/slide6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F41C-0FEA-A27B-ABB4-A6EAD38E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DC9E-A8E7-0D4A-7281-A6D851BA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C4E0-A9C3-F05F-6DEA-05BD8D57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Christ, by highest </a:t>
            </a:r>
            <a:r>
              <a:rPr lang="en-US" dirty="0" err="1"/>
              <a:t>heav’n</a:t>
            </a:r>
            <a:r>
              <a:rPr lang="en-US" dirty="0"/>
              <a:t> adored; </a:t>
            </a:r>
          </a:p>
          <a:p>
            <a:r>
              <a:rPr lang="en-US" dirty="0"/>
              <a:t>Christ, the everlasting Lord,</a:t>
            </a:r>
          </a:p>
          <a:p>
            <a:r>
              <a:rPr lang="en-US" dirty="0"/>
              <a:t>Late in time behold Him come, </a:t>
            </a:r>
          </a:p>
          <a:p>
            <a:r>
              <a:rPr lang="en-US" dirty="0"/>
              <a:t>offspring of the Virgin’s womb!</a:t>
            </a:r>
          </a:p>
          <a:p>
            <a:r>
              <a:rPr lang="en-US" dirty="0"/>
              <a:t>Veiled in flesh the Godhead see, Hail </a:t>
            </a:r>
            <a:r>
              <a:rPr lang="en-US" dirty="0" err="1"/>
              <a:t>th’Incarnate</a:t>
            </a:r>
            <a:r>
              <a:rPr lang="en-US" dirty="0"/>
              <a:t> Deity!</a:t>
            </a:r>
          </a:p>
          <a:p>
            <a:r>
              <a:rPr lang="en-US" dirty="0"/>
              <a:t>Pleased as Man with man to dwell, Jesus our Emmanuel.</a:t>
            </a:r>
          </a:p>
          <a:p>
            <a:r>
              <a:rPr lang="en-US" dirty="0"/>
              <a:t>Hark! The herald angels sing, “Glory to the new-born King.”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FF878-EA12-867A-BB2E-29662388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408895"/>
      </p:ext>
    </p:extLst>
  </p:cSld>
  <p:clrMapOvr>
    <a:masterClrMapping/>
  </p:clrMapOvr>
</p:sld>
</file>

<file path=ppt/slides/slide6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Hail the </a:t>
            </a:r>
            <a:r>
              <a:rPr lang="en-US" dirty="0" err="1"/>
              <a:t>heav’l</a:t>
            </a:r>
            <a:r>
              <a:rPr lang="en-US" dirty="0"/>
              <a:t> born Prince of peace! Hail, </a:t>
            </a:r>
          </a:p>
          <a:p>
            <a:r>
              <a:rPr lang="en-US" dirty="0"/>
              <a:t>the Sun of Righteousness!</a:t>
            </a:r>
          </a:p>
          <a:p>
            <a:r>
              <a:rPr lang="en-US" dirty="0"/>
              <a:t>Light of life to all He brings, </a:t>
            </a:r>
            <a:r>
              <a:rPr lang="en-US" dirty="0" err="1"/>
              <a:t>ris’n</a:t>
            </a:r>
            <a:r>
              <a:rPr lang="en-US" dirty="0"/>
              <a:t> with healing in His wings;</a:t>
            </a:r>
          </a:p>
          <a:p>
            <a:r>
              <a:rPr lang="en-US" dirty="0"/>
              <a:t>Mild He lays His glory by, born that we no more may die,</a:t>
            </a:r>
          </a:p>
          <a:p>
            <a:r>
              <a:rPr lang="en-US" dirty="0"/>
              <a:t>Born to raise the sons of earth, </a:t>
            </a:r>
          </a:p>
          <a:p>
            <a:r>
              <a:rPr lang="en-US" dirty="0"/>
              <a:t>born to give them second birth. </a:t>
            </a:r>
          </a:p>
          <a:p>
            <a:r>
              <a:rPr lang="en-US" dirty="0"/>
              <a:t>Hark the herald angels sing, glory to the new born King.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594290"/>
      </p:ext>
    </p:extLst>
  </p:cSld>
  <p:clrMapOvr>
    <a:masterClrMapping/>
  </p:clrMapOvr>
</p:sld>
</file>

<file path=ppt/slides/slide6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164 - Have </a:t>
            </a:r>
            <a:r>
              <a:rPr lang="en-US" sz="4400" dirty="0" err="1"/>
              <a:t>Thine</a:t>
            </a:r>
            <a:r>
              <a:rPr lang="en-US" sz="4400" dirty="0"/>
              <a:t> own way,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Thine own way, Lord, </a:t>
            </a:r>
          </a:p>
          <a:p>
            <a:r>
              <a:rPr lang="en-US" dirty="0"/>
              <a:t>Have Thine own way;</a:t>
            </a:r>
          </a:p>
          <a:p>
            <a:r>
              <a:rPr lang="en-US" dirty="0"/>
              <a:t>Thou art the Potter, I am the clay.</a:t>
            </a:r>
          </a:p>
          <a:p>
            <a:r>
              <a:rPr lang="en-US" dirty="0" err="1"/>
              <a:t>Mould</a:t>
            </a:r>
            <a:r>
              <a:rPr lang="en-US" dirty="0"/>
              <a:t> me and make me after Thy will, </a:t>
            </a:r>
          </a:p>
          <a:p>
            <a:r>
              <a:rPr lang="en-US" dirty="0"/>
              <a:t>While I am waiting yielded and still.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555700"/>
      </p:ext>
    </p:extLst>
  </p:cSld>
  <p:clrMapOvr>
    <a:masterClrMapping/>
  </p:clrMapOvr>
</p:sld>
</file>

<file path=ppt/slides/slide6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Thine own way, Lord, </a:t>
            </a:r>
          </a:p>
          <a:p>
            <a:r>
              <a:rPr lang="en-US" dirty="0"/>
              <a:t>have Thine own way;</a:t>
            </a:r>
          </a:p>
          <a:p>
            <a:r>
              <a:rPr lang="en-US" dirty="0"/>
              <a:t>Search me and try me, Master today.</a:t>
            </a:r>
          </a:p>
          <a:p>
            <a:r>
              <a:rPr lang="en-US" dirty="0"/>
              <a:t>Cleanse me and make me, whiter than snow,</a:t>
            </a:r>
          </a:p>
          <a:p>
            <a:r>
              <a:rPr lang="en-US" dirty="0"/>
              <a:t>As in thy presence, now I bend 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609625"/>
      </p:ext>
    </p:extLst>
  </p:cSld>
  <p:clrMapOvr>
    <a:masterClrMapping/>
  </p:clrMapOvr>
</p:sld>
</file>

<file path=ppt/slides/slide6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Thine own way Lord, </a:t>
            </a:r>
          </a:p>
          <a:p>
            <a:r>
              <a:rPr lang="en-US" dirty="0"/>
              <a:t>have Thine own way;</a:t>
            </a:r>
          </a:p>
          <a:p>
            <a:r>
              <a:rPr lang="en-US" dirty="0"/>
              <a:t>Hold o’er my being absolute sway.</a:t>
            </a:r>
          </a:p>
          <a:p>
            <a:r>
              <a:rPr lang="en-US" dirty="0"/>
              <a:t>Filled with Thy Spirit, Lord, may I see,</a:t>
            </a:r>
          </a:p>
          <a:p>
            <a:r>
              <a:rPr lang="en-US" dirty="0"/>
              <a:t>Christ only, always living in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412789"/>
      </p:ext>
    </p:extLst>
  </p:cSld>
  <p:clrMapOvr>
    <a:masterClrMapping/>
  </p:clrMapOvr>
</p:sld>
</file>

<file path=ppt/slides/slide6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165 - He is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Lord, He is Lord, </a:t>
            </a:r>
          </a:p>
          <a:p>
            <a:r>
              <a:rPr lang="en-US" dirty="0"/>
              <a:t>He is risen from the dead and He is Lord. </a:t>
            </a:r>
          </a:p>
          <a:p>
            <a:r>
              <a:rPr lang="en-US" dirty="0"/>
              <a:t>Every knee shall bow, every tongue confess </a:t>
            </a:r>
          </a:p>
          <a:p>
            <a:r>
              <a:rPr lang="en-US" dirty="0"/>
              <a:t>That Jesus Christ is Lord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338095"/>
      </p:ext>
    </p:extLst>
  </p:cSld>
  <p:clrMapOvr>
    <a:masterClrMapping/>
  </p:clrMapOvr>
</p:sld>
</file>

<file path=ppt/slides/slide6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this mind among yourselves, </a:t>
            </a:r>
          </a:p>
          <a:p>
            <a:r>
              <a:rPr lang="en-US" dirty="0"/>
              <a:t>the mind of Jesus, </a:t>
            </a:r>
          </a:p>
          <a:p>
            <a:r>
              <a:rPr lang="en-US" dirty="0"/>
              <a:t>Even though he was eternally God’s Son</a:t>
            </a:r>
          </a:p>
          <a:p>
            <a:r>
              <a:rPr lang="en-US" dirty="0"/>
              <a:t>He emptied himself to be the servant of all, </a:t>
            </a:r>
          </a:p>
          <a:p>
            <a:r>
              <a:rPr lang="en-US" dirty="0"/>
              <a:t>He was humble and obedient unto death.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529887"/>
      </p:ext>
    </p:extLst>
  </p:cSld>
  <p:clrMapOvr>
    <a:masterClrMapping/>
  </p:clrMapOvr>
</p:sld>
</file>

<file path=ppt/slides/slide6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Lord, He is Lord, </a:t>
            </a:r>
          </a:p>
          <a:p>
            <a:r>
              <a:rPr lang="en-US" dirty="0"/>
              <a:t>He is risen from the dead and He is Lord. </a:t>
            </a:r>
          </a:p>
          <a:p>
            <a:r>
              <a:rPr lang="en-US" dirty="0"/>
              <a:t>Every knee shall bow, every tongue confess </a:t>
            </a:r>
          </a:p>
          <a:p>
            <a:r>
              <a:rPr lang="en-US" dirty="0"/>
              <a:t>That Jesus Christ is Lord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326304"/>
      </p:ext>
    </p:extLst>
  </p:cSld>
  <p:clrMapOvr>
    <a:masterClrMapping/>
  </p:clrMapOvr>
</p:sld>
</file>

<file path=ppt/slides/slide6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seated at the right hand of the Father. </a:t>
            </a:r>
          </a:p>
          <a:p>
            <a:r>
              <a:rPr lang="en-US" dirty="0"/>
              <a:t>God put everything he made under his feet. </a:t>
            </a:r>
          </a:p>
          <a:p>
            <a:r>
              <a:rPr lang="en-US" dirty="0"/>
              <a:t>He has given to him the highest name </a:t>
            </a:r>
          </a:p>
          <a:p>
            <a:r>
              <a:rPr lang="en-US" dirty="0"/>
              <a:t>that can be named </a:t>
            </a:r>
          </a:p>
          <a:p>
            <a:r>
              <a:rPr lang="en-US" dirty="0"/>
              <a:t>And in all believing hearts he reigns supreme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777766"/>
      </p:ext>
    </p:extLst>
  </p:cSld>
  <p:clrMapOvr>
    <a:masterClrMapping/>
  </p:clrMapOvr>
</p:sld>
</file>

<file path=ppt/slides/slide6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Lord, He is Lord, </a:t>
            </a:r>
          </a:p>
          <a:p>
            <a:r>
              <a:rPr lang="en-US" dirty="0"/>
              <a:t>He is risen from the dead and He is Lord. </a:t>
            </a:r>
          </a:p>
          <a:p>
            <a:r>
              <a:rPr lang="en-US" dirty="0"/>
              <a:t>Every knee shall bow, every tongue confess </a:t>
            </a:r>
          </a:p>
          <a:p>
            <a:r>
              <a:rPr lang="en-US" dirty="0"/>
              <a:t>That Jesus Christ is Lord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016106"/>
      </p:ext>
    </p:extLst>
  </p:cSld>
  <p:clrMapOvr>
    <a:masterClrMapping/>
  </p:clrMapOvr>
</p:sld>
</file>

<file path=ppt/slides/slide6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May your inward eye, your vision be illumined. </a:t>
            </a:r>
          </a:p>
          <a:p>
            <a:r>
              <a:rPr lang="en-US" dirty="0"/>
              <a:t>May you know what is the hope </a:t>
            </a:r>
          </a:p>
          <a:p>
            <a:r>
              <a:rPr lang="en-US" dirty="0"/>
              <a:t>that waits for you.</a:t>
            </a:r>
          </a:p>
          <a:p>
            <a:r>
              <a:rPr lang="en-US" dirty="0"/>
              <a:t>For the glory God offers you as your inheritance </a:t>
            </a:r>
          </a:p>
          <a:p>
            <a:r>
              <a:rPr lang="en-US" dirty="0"/>
              <a:t>Was displayed when he raised </a:t>
            </a:r>
          </a:p>
          <a:p>
            <a:r>
              <a:rPr lang="en-US" dirty="0"/>
              <a:t>Jesus from the dead.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962478"/>
      </p:ext>
    </p:extLst>
  </p:cSld>
  <p:clrMapOvr>
    <a:masterClrMapping/>
  </p:clrMapOvr>
</p:sld>
</file>

<file path=ppt/slides/slide6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Lord, He is Lord, </a:t>
            </a:r>
          </a:p>
          <a:p>
            <a:r>
              <a:rPr lang="en-US" dirty="0"/>
              <a:t>He is risen from the dead and He is Lord. </a:t>
            </a:r>
          </a:p>
          <a:p>
            <a:r>
              <a:rPr lang="en-US" dirty="0"/>
              <a:t>Every knee shall bow, every tongue confess </a:t>
            </a:r>
          </a:p>
          <a:p>
            <a:r>
              <a:rPr lang="en-US" dirty="0"/>
              <a:t>That Jesus Christ is Lord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161734"/>
      </p:ext>
    </p:extLst>
  </p:cSld>
  <p:clrMapOvr>
    <a:masterClrMapping/>
  </p:clrMapOvr>
</p:sld>
</file>

<file path=ppt/slides/slide6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166 - He was despised and rejected by all,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was despised and rejected by all,    </a:t>
            </a:r>
          </a:p>
          <a:p>
            <a:r>
              <a:rPr lang="en-US" dirty="0"/>
              <a:t>A man of sorrows, a man of grief, </a:t>
            </a:r>
          </a:p>
          <a:p>
            <a:r>
              <a:rPr lang="en-US" dirty="0"/>
              <a:t>As one from whom people hide their faces </a:t>
            </a:r>
          </a:p>
          <a:p>
            <a:r>
              <a:rPr lang="en-US" dirty="0"/>
              <a:t>He was despised without esteem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480194"/>
      </p:ext>
    </p:extLst>
  </p:cSld>
  <p:clrMapOvr>
    <a:masterClrMapping/>
  </p:clrMapOvr>
</p:sld>
</file>

<file path=ppt/slides/slide6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he was wounded for our transgressions </a:t>
            </a:r>
          </a:p>
          <a:p>
            <a:r>
              <a:rPr lang="en-US" dirty="0"/>
              <a:t>And he was tortured for our iniquities </a:t>
            </a:r>
          </a:p>
          <a:p>
            <a:r>
              <a:rPr lang="en-US" dirty="0"/>
              <a:t>And his chastisement has brought us healing </a:t>
            </a:r>
          </a:p>
          <a:p>
            <a:r>
              <a:rPr lang="en-US" dirty="0"/>
              <a:t>And by His scourging we are made whole.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462030"/>
      </p:ext>
    </p:extLst>
  </p:cSld>
  <p:clrMapOvr>
    <a:masterClrMapping/>
  </p:clrMapOvr>
</p:sld>
</file>

<file path=ppt/slides/slide6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had no beauty that we should desire Him, </a:t>
            </a:r>
          </a:p>
          <a:p>
            <a:r>
              <a:rPr lang="en-US" dirty="0"/>
              <a:t>His form disfigured, a worm, no man! </a:t>
            </a:r>
          </a:p>
          <a:p>
            <a:r>
              <a:rPr lang="en-US" dirty="0"/>
              <a:t>His comeliness arid his beauty had vanished, </a:t>
            </a:r>
          </a:p>
          <a:p>
            <a:r>
              <a:rPr lang="en-US" dirty="0"/>
              <a:t>For he was scorned, despised, oppressed.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699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828115"/>
      </p:ext>
    </p:extLst>
  </p:cSld>
  <p:clrMapOvr>
    <a:masterClrMapping/>
  </p:clrMapOvr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he was wounded for our transgressions </a:t>
            </a:r>
          </a:p>
          <a:p>
            <a:r>
              <a:rPr lang="en-US" dirty="0"/>
              <a:t>And he was tortured for our iniquities </a:t>
            </a:r>
          </a:p>
          <a:p>
            <a:r>
              <a:rPr lang="en-US" dirty="0"/>
              <a:t>And his chastisement has brought us healing </a:t>
            </a:r>
          </a:p>
          <a:p>
            <a:r>
              <a:rPr lang="en-US" dirty="0"/>
              <a:t>And by His scourging we are made whole.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235506"/>
      </p:ext>
    </p:extLst>
  </p:cSld>
  <p:clrMapOvr>
    <a:masterClrMapping/>
  </p:clrMapOvr>
</p:sld>
</file>

<file path=ppt/slides/slide7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very stone which the builders rejected </a:t>
            </a:r>
          </a:p>
          <a:p>
            <a:r>
              <a:rPr lang="en-US" dirty="0"/>
              <a:t>Is now and ever the corner-stone. </a:t>
            </a:r>
          </a:p>
          <a:p>
            <a:r>
              <a:rPr lang="en-US" dirty="0"/>
              <a:t>Let every knee bend to Jesus, our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Each tongue confess that He is Lord!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422119"/>
      </p:ext>
    </p:extLst>
  </p:cSld>
  <p:clrMapOvr>
    <a:masterClrMapping/>
  </p:clrMapOvr>
</p:sld>
</file>

<file path=ppt/slides/slide7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he was wounded for our transgressions </a:t>
            </a:r>
          </a:p>
          <a:p>
            <a:r>
              <a:rPr lang="en-US" dirty="0"/>
              <a:t>And he was tortured for our iniquities </a:t>
            </a:r>
          </a:p>
          <a:p>
            <a:r>
              <a:rPr lang="en-US" dirty="0"/>
              <a:t>And his chastisement has brought us healing </a:t>
            </a:r>
          </a:p>
          <a:p>
            <a:r>
              <a:rPr lang="en-US" dirty="0"/>
              <a:t>And by His scourging we are made whole.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471432"/>
      </p:ext>
    </p:extLst>
  </p:cSld>
  <p:clrMapOvr>
    <a:masterClrMapping/>
  </p:clrMapOvr>
</p:sld>
</file>

<file path=ppt/slides/slide7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167 - Hear my cry, O Lord, my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Hear my cry, O Lord, my God, </a:t>
            </a:r>
          </a:p>
          <a:p>
            <a:r>
              <a:rPr lang="en-US" dirty="0"/>
              <a:t>listen to my prayer; </a:t>
            </a:r>
          </a:p>
          <a:p>
            <a:r>
              <a:rPr lang="en-US" dirty="0"/>
              <a:t>From the earth’s end I call to you when my heart is faint</a:t>
            </a:r>
          </a:p>
          <a:p>
            <a:endParaRPr lang="en-IN" dirty="0"/>
          </a:p>
          <a:p>
            <a:r>
              <a:rPr lang="en-US" dirty="0"/>
              <a:t>Set me high on a rock, you are my refuge, </a:t>
            </a:r>
          </a:p>
          <a:p>
            <a:r>
              <a:rPr lang="en-US" dirty="0"/>
              <a:t>O Lord.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612191"/>
      </p:ext>
    </p:extLst>
  </p:cSld>
  <p:clrMapOvr>
    <a:masterClrMapping/>
  </p:clrMapOvr>
</p:sld>
</file>

<file path=ppt/slides/slide7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Hear my cry, O Lord, my God, </a:t>
            </a:r>
          </a:p>
          <a:p>
            <a:r>
              <a:rPr lang="en-US" dirty="0"/>
              <a:t>listen to my prayer; </a:t>
            </a:r>
          </a:p>
          <a:p>
            <a:r>
              <a:rPr lang="en-US" dirty="0"/>
              <a:t>From the earth’s end I call to you when my heart is faint</a:t>
            </a:r>
          </a:p>
          <a:p>
            <a:r>
              <a:rPr lang="en-US" dirty="0"/>
              <a:t>Let me stay in your tent, </a:t>
            </a:r>
          </a:p>
          <a:p>
            <a:r>
              <a:rPr lang="en-US" dirty="0"/>
              <a:t>safe in the shade of your wings.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15653"/>
      </p:ext>
    </p:extLst>
  </p:cSld>
  <p:clrMapOvr>
    <a:masterClrMapping/>
  </p:clrMapOvr>
</p:sld>
</file>

<file path=ppt/slides/slide7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Hear my cry, O Lord, my God, </a:t>
            </a:r>
          </a:p>
          <a:p>
            <a:r>
              <a:rPr lang="en-US" dirty="0"/>
              <a:t>listen to my prayer; </a:t>
            </a:r>
          </a:p>
          <a:p>
            <a:r>
              <a:rPr lang="en-US" dirty="0"/>
              <a:t>From the earth’s end I call to you when my heart is faint</a:t>
            </a:r>
          </a:p>
          <a:p>
            <a:endParaRPr lang="en-US" dirty="0"/>
          </a:p>
          <a:p>
            <a:r>
              <a:rPr lang="en-US" dirty="0"/>
              <a:t>I will echo your praise, </a:t>
            </a:r>
          </a:p>
          <a:p>
            <a:r>
              <a:rPr lang="en-US" dirty="0"/>
              <a:t>pay my vows day after day.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385727"/>
      </p:ext>
    </p:extLst>
  </p:cSld>
  <p:clrMapOvr>
    <a:masterClrMapping/>
  </p:clrMapOvr>
</p:sld>
</file>

<file path=ppt/slides/slide7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168 - Heaven and earth for ever sing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Heaven and earth for ever sing    </a:t>
            </a:r>
          </a:p>
          <a:p>
            <a:r>
              <a:rPr lang="en-US" dirty="0"/>
              <a:t>Praises to their God.</a:t>
            </a:r>
          </a:p>
          <a:p>
            <a:endParaRPr lang="en-IN" dirty="0"/>
          </a:p>
          <a:p>
            <a:r>
              <a:rPr lang="en-US" dirty="0"/>
              <a:t>It is truly right that we praise the Triune God, </a:t>
            </a:r>
          </a:p>
          <a:p>
            <a:r>
              <a:rPr lang="en-US" dirty="0"/>
              <a:t>His majesty indeed fills the earth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79200"/>
      </p:ext>
    </p:extLst>
  </p:cSld>
  <p:clrMapOvr>
    <a:masterClrMapping/>
  </p:clrMapOvr>
</p:sld>
</file>

<file path=ppt/slides/slide7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thank the Lord for his Son </a:t>
            </a:r>
          </a:p>
          <a:p>
            <a:r>
              <a:rPr lang="en-US" dirty="0"/>
              <a:t>whom he has sent </a:t>
            </a:r>
          </a:p>
          <a:p>
            <a:r>
              <a:rPr lang="en-US" dirty="0"/>
              <a:t>And made him shed his blood for our sake.</a:t>
            </a:r>
          </a:p>
          <a:p>
            <a:endParaRPr lang="en-IN" dirty="0"/>
          </a:p>
          <a:p>
            <a:r>
              <a:rPr lang="en-US" dirty="0"/>
              <a:t>To the Spirit blest equal honour do we give, </a:t>
            </a:r>
          </a:p>
          <a:p>
            <a:r>
              <a:rPr lang="en-US" dirty="0"/>
              <a:t>As thrice with love we say: Holy God.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158363"/>
      </p:ext>
    </p:extLst>
  </p:cSld>
  <p:clrMapOvr>
    <a:masterClrMapping/>
  </p:clrMapOvr>
</p:sld>
</file>

<file path=ppt/slides/slide7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we join in prayer, with the angels we adore,</a:t>
            </a:r>
          </a:p>
          <a:p>
            <a:r>
              <a:rPr lang="en-US" dirty="0"/>
              <a:t>While giving thanks to God evermore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1715371"/>
      </p:ext>
    </p:extLst>
  </p:cSld>
  <p:clrMapOvr>
    <a:masterClrMapping/>
  </p:clrMapOvr>
</p:sld>
</file>

<file path=ppt/slides/slide7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169 - Heav’n and earth proclaim God’s glory;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Heav’n and earth proclaim God’s glory;    </a:t>
            </a:r>
          </a:p>
          <a:p>
            <a:r>
              <a:rPr lang="en-US" dirty="0"/>
              <a:t>Skies and seas show forth his handiworks. </a:t>
            </a:r>
          </a:p>
          <a:p>
            <a:r>
              <a:rPr lang="en-US" dirty="0"/>
              <a:t>Day and night take up the story: </a:t>
            </a:r>
          </a:p>
          <a:p>
            <a:r>
              <a:rPr lang="en-US" dirty="0"/>
              <a:t>Great and glorious God’s almighty deeds.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915523"/>
      </p:ext>
    </p:extLst>
  </p:cSld>
  <p:clrMapOvr>
    <a:masterClrMapping/>
  </p:clrMapOvr>
</p:sld>
</file>

<file path=ppt/slides/slide7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Heavens above, O bless, bless the Lord! </a:t>
            </a:r>
          </a:p>
          <a:p>
            <a:r>
              <a:rPr lang="en-US" dirty="0"/>
              <a:t>Hills and mountains, bless the Lord! </a:t>
            </a:r>
          </a:p>
          <a:p>
            <a:r>
              <a:rPr lang="en-US" dirty="0"/>
              <a:t>You sun, you moon, O bless, bless the Lord! </a:t>
            </a:r>
          </a:p>
          <a:p>
            <a:r>
              <a:rPr lang="en-US" dirty="0"/>
              <a:t>Stars of heaven, bless the Lord!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578812"/>
      </p:ext>
    </p:extLst>
  </p:cSld>
  <p:clrMapOvr>
    <a:masterClrMapping/>
  </p:clrMapOvr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Waters and seas, O bless, bless the Lord! </a:t>
            </a:r>
          </a:p>
          <a:p>
            <a:r>
              <a:rPr lang="en-US" dirty="0"/>
              <a:t>Plants and earth, now, bless, bless the Lord!  </a:t>
            </a:r>
          </a:p>
          <a:p>
            <a:r>
              <a:rPr lang="en-US" dirty="0"/>
              <a:t>Wild beast and tame, O bless, bless the Lord! </a:t>
            </a:r>
          </a:p>
          <a:p>
            <a:r>
              <a:rPr lang="en-US" dirty="0"/>
              <a:t>All you creatures, bless, bless the Lord!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1156"/>
      </p:ext>
    </p:extLst>
  </p:cSld>
  <p:clrMapOvr>
    <a:masterClrMapping/>
  </p:clrMapOvr>
</p:sld>
</file>

<file path=ppt/slides/slide7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Humble of hearts, O bless, bless the Lord! </a:t>
            </a:r>
          </a:p>
          <a:p>
            <a:r>
              <a:rPr lang="en-US" dirty="0"/>
              <a:t>All you just, now, bless, bless the Lord! </a:t>
            </a:r>
          </a:p>
          <a:p>
            <a:r>
              <a:rPr lang="en-US" dirty="0"/>
              <a:t>Fountains and springs, O bless, bless the Lord! </a:t>
            </a:r>
          </a:p>
          <a:p>
            <a:r>
              <a:rPr lang="en-US" dirty="0"/>
              <a:t>Night and day, now, bless, bless the Lord!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938702"/>
      </p:ext>
    </p:extLst>
  </p:cSld>
  <p:clrMapOvr>
    <a:masterClrMapping/>
  </p:clrMapOvr>
</p:sld>
</file>

<file path=ppt/slides/slide7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now to God, O bless, bless the Lord! </a:t>
            </a:r>
          </a:p>
          <a:p>
            <a:r>
              <a:rPr lang="en-US" dirty="0"/>
              <a:t>God, our Father, bless, bless the Lord!  </a:t>
            </a:r>
          </a:p>
          <a:p>
            <a:r>
              <a:rPr lang="en-US" dirty="0"/>
              <a:t>For Christ his Son, O bless, bless the Lord! </a:t>
            </a:r>
          </a:p>
          <a:p>
            <a:r>
              <a:rPr lang="en-US" dirty="0"/>
              <a:t>Spirit Holy, bless, bless the Lord!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80646"/>
      </p:ext>
    </p:extLst>
  </p:cSld>
  <p:clrMapOvr>
    <a:masterClrMapping/>
  </p:clrMapOvr>
</p:sld>
</file>

<file path=ppt/slides/slide7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170 -Help me my God,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Help me my God, why have you forsaken me?</a:t>
            </a:r>
          </a:p>
          <a:p>
            <a:r>
              <a:rPr lang="en-US" sz="5200" dirty="0"/>
              <a:t>Why are you so far from my cry?</a:t>
            </a:r>
          </a:p>
          <a:p>
            <a:endParaRPr lang="en-US" sz="5200" dirty="0"/>
          </a:p>
          <a:p>
            <a:r>
              <a:rPr lang="en-US" sz="5200" dirty="0"/>
              <a:t>All who see me, deride me,</a:t>
            </a:r>
          </a:p>
          <a:p>
            <a:r>
              <a:rPr lang="en-US" sz="5200" dirty="0"/>
              <a:t>They curl their </a:t>
            </a:r>
            <a:r>
              <a:rPr lang="en-US" sz="5200" dirty="0" err="1"/>
              <a:t>lips,they</a:t>
            </a:r>
            <a:r>
              <a:rPr lang="en-US" sz="5200" dirty="0"/>
              <a:t> toss their heads.</a:t>
            </a:r>
          </a:p>
          <a:p>
            <a:r>
              <a:rPr lang="en-US" sz="5200" dirty="0"/>
              <a:t>“He trusted in God, let  him save him;</a:t>
            </a:r>
          </a:p>
          <a:p>
            <a:r>
              <a:rPr lang="en-US" sz="5200" dirty="0"/>
              <a:t>Let him rescue him if he is his friend.”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205134"/>
      </p:ext>
    </p:extLst>
  </p:cSld>
  <p:clrMapOvr>
    <a:masterClrMapping/>
  </p:clrMapOvr>
</p:sld>
</file>

<file path=ppt/slides/slide7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dogs have surrounded me,</a:t>
            </a:r>
          </a:p>
          <a:p>
            <a:r>
              <a:rPr lang="en-US" dirty="0"/>
              <a:t>A band of the wicked beset me. </a:t>
            </a:r>
          </a:p>
          <a:p>
            <a:r>
              <a:rPr lang="en-US" dirty="0"/>
              <a:t>They tear holes in my hands and my feet,</a:t>
            </a:r>
          </a:p>
          <a:p>
            <a:r>
              <a:rPr lang="en-US" dirty="0"/>
              <a:t>I can count every one of my bones.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105064"/>
      </p:ext>
    </p:extLst>
  </p:cSld>
  <p:clrMapOvr>
    <a:masterClrMapping/>
  </p:clrMapOvr>
</p:sld>
</file>

<file path=ppt/slides/slide7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divide my clothing among them. </a:t>
            </a:r>
          </a:p>
          <a:p>
            <a:r>
              <a:rPr lang="en-US" dirty="0"/>
              <a:t>They cast lots for my robe. </a:t>
            </a:r>
          </a:p>
          <a:p>
            <a:r>
              <a:rPr lang="en-US" dirty="0"/>
              <a:t>O Lord, do not leave me alone,</a:t>
            </a:r>
          </a:p>
          <a:p>
            <a:r>
              <a:rPr lang="en-US" dirty="0"/>
              <a:t>My strength, make haste to help me!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672633"/>
      </p:ext>
    </p:extLst>
  </p:cSld>
  <p:clrMapOvr>
    <a:masterClrMapping/>
  </p:clrMapOvr>
</p:sld>
</file>

<file path=ppt/slides/slide7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tell of  your name to my kinsfolk </a:t>
            </a:r>
          </a:p>
          <a:p>
            <a:r>
              <a:rPr lang="en-US" dirty="0"/>
              <a:t>And praise you in the assembly. </a:t>
            </a:r>
          </a:p>
          <a:p>
            <a:r>
              <a:rPr lang="en-US" dirty="0"/>
              <a:t>Sons and daughters of Israel, praise him,</a:t>
            </a:r>
          </a:p>
          <a:p>
            <a:r>
              <a:rPr lang="en-US" dirty="0"/>
              <a:t>You who fear him, give him glory.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62972"/>
      </p:ext>
    </p:extLst>
  </p:cSld>
  <p:clrMapOvr>
    <a:masterClrMapping/>
  </p:clrMapOvr>
</p:sld>
</file>

<file path=ppt/slides/slide7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171 - Help us to live as your children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us to live as your children,   </a:t>
            </a:r>
          </a:p>
          <a:p>
            <a:r>
              <a:rPr lang="en-US" dirty="0"/>
              <a:t>O give us your courage to say: Amen!</a:t>
            </a:r>
          </a:p>
          <a:p>
            <a:endParaRPr lang="en-US" dirty="0"/>
          </a:p>
          <a:p>
            <a:r>
              <a:rPr lang="en-US" dirty="0"/>
              <a:t>When in the darkness we stumble, </a:t>
            </a:r>
          </a:p>
          <a:p>
            <a:r>
              <a:rPr lang="en-US" dirty="0"/>
              <a:t>When we are lacking in faith,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587871"/>
      </p:ext>
    </p:extLst>
  </p:cSld>
  <p:clrMapOvr>
    <a:masterClrMapping/>
  </p:clrMapOvr>
</p:sld>
</file>

<file path=ppt/slides/slide7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 us to live as your children,   </a:t>
            </a:r>
          </a:p>
          <a:p>
            <a:r>
              <a:rPr lang="en-US" dirty="0"/>
              <a:t>O give us your courage to say: Amen!</a:t>
            </a:r>
          </a:p>
          <a:p>
            <a:endParaRPr lang="en-US" dirty="0"/>
          </a:p>
          <a:p>
            <a:r>
              <a:rPr lang="en-US" dirty="0"/>
              <a:t>When we are hard-pressed with suffering,</a:t>
            </a:r>
          </a:p>
          <a:p>
            <a:r>
              <a:rPr lang="en-US" dirty="0"/>
              <a:t>Love seems so far, far away</a:t>
            </a:r>
          </a:p>
          <a:p>
            <a:endParaRPr lang="en-IN" sz="22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957484"/>
      </p:ext>
    </p:extLst>
  </p:cSld>
  <p:clrMapOvr>
    <a:masterClrMapping/>
  </p:clrMapOvr>
</p:sld>
</file>

<file path=ppt/slides/slide7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us to live as your children,   </a:t>
            </a:r>
          </a:p>
          <a:p>
            <a:r>
              <a:rPr lang="en-US" dirty="0"/>
              <a:t>O give us your courage to say: Amen!</a:t>
            </a:r>
          </a:p>
          <a:p>
            <a:endParaRPr lang="en-US" dirty="0"/>
          </a:p>
          <a:p>
            <a:r>
              <a:rPr lang="en-US" dirty="0"/>
              <a:t>When life to us seems a burden, </a:t>
            </a:r>
          </a:p>
          <a:p>
            <a:r>
              <a:rPr lang="en-US" dirty="0"/>
              <a:t>When all our work is in vain</a:t>
            </a:r>
          </a:p>
          <a:p>
            <a:endParaRPr lang="en-US" sz="2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05111"/>
      </p:ext>
    </p:extLst>
  </p:cSld>
  <p:clrMapOvr>
    <a:masterClrMapping/>
  </p:clrMapOvr>
</p:sld>
</file>

<file path=ppt/slides/slide7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us to live as your children,   </a:t>
            </a:r>
          </a:p>
          <a:p>
            <a:r>
              <a:rPr lang="en-US" dirty="0"/>
              <a:t>O give us your courage to say: Amen!</a:t>
            </a:r>
          </a:p>
          <a:p>
            <a:endParaRPr lang="en-US" dirty="0"/>
          </a:p>
          <a:p>
            <a:r>
              <a:rPr lang="en-US" dirty="0"/>
              <a:t>Help us to live our commitment, </a:t>
            </a:r>
          </a:p>
          <a:p>
            <a:r>
              <a:rPr lang="en-US" dirty="0"/>
              <a:t>Help us to answer God’s call.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662092"/>
      </p:ext>
    </p:extLst>
  </p:cSld>
  <p:clrMapOvr>
    <a:masterClrMapping/>
  </p:clrMapOvr>
</p:sld>
</file>

<file path=ppt/slides/slide7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172 - </a:t>
            </a:r>
            <a:r>
              <a:rPr lang="en-IN" sz="4400" dirty="0"/>
              <a:t>Here I am, Lord;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I am, Lord; I come to do your will.</a:t>
            </a:r>
          </a:p>
          <a:p>
            <a:r>
              <a:rPr lang="en-US" dirty="0"/>
              <a:t>Make of me what pleases you. </a:t>
            </a:r>
          </a:p>
          <a:p>
            <a:r>
              <a:rPr lang="en-US" dirty="0"/>
              <a:t>Here I am, here I am, Lord.</a:t>
            </a:r>
          </a:p>
          <a:p>
            <a:endParaRPr lang="en-IN" dirty="0"/>
          </a:p>
          <a:p>
            <a:r>
              <a:rPr lang="en-US" dirty="0"/>
              <a:t>You spoke my name &amp; beckoned me to come</a:t>
            </a:r>
          </a:p>
          <a:p>
            <a:r>
              <a:rPr lang="en-US" dirty="0"/>
              <a:t>Before you now I stand to listen to your word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740578"/>
      </p:ext>
    </p:extLst>
  </p:cSld>
  <p:clrMapOvr>
    <a:masterClrMapping/>
  </p:clrMapOvr>
</p:sld>
</file>

<file path=ppt/slides/slide7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the words of everlasting life</a:t>
            </a:r>
          </a:p>
          <a:p>
            <a:r>
              <a:rPr lang="en-US" dirty="0"/>
              <a:t>If I should turn from you, to whom would I go?</a:t>
            </a:r>
          </a:p>
          <a:p>
            <a:endParaRPr lang="en-IN" dirty="0"/>
          </a:p>
          <a:p>
            <a:r>
              <a:rPr lang="en-US" dirty="0"/>
              <a:t>What joy it is to stand amid your glory</a:t>
            </a:r>
          </a:p>
          <a:p>
            <a:r>
              <a:rPr lang="en-US" dirty="0"/>
              <a:t>Let me always stay in your presence, O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507248"/>
      </p:ext>
    </p:extLst>
  </p:cSld>
  <p:clrMapOvr>
    <a:masterClrMapping/>
  </p:clrMapOvr>
</p:sld>
</file>

<file path=ppt/slides/slide7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me the path </a:t>
            </a:r>
          </a:p>
          <a:p>
            <a:r>
              <a:rPr lang="en-US" dirty="0"/>
              <a:t>that you would have me walk,</a:t>
            </a:r>
          </a:p>
          <a:p>
            <a:r>
              <a:rPr lang="en-US" dirty="0"/>
              <a:t>And give me grace to do </a:t>
            </a:r>
          </a:p>
          <a:p>
            <a:r>
              <a:rPr lang="en-US" dirty="0"/>
              <a:t>what is good in your sight.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064644"/>
      </p:ext>
    </p:extLst>
  </p:cSld>
  <p:clrMapOvr>
    <a:masterClrMapping/>
  </p:clrMapOvr>
</p:sld>
</file>

<file path=ppt/slides/slide7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25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173 - Hide me in the hollow of your loving hand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85108"/>
            <a:ext cx="11753537" cy="4508863"/>
          </a:xfrm>
        </p:spPr>
        <p:txBody>
          <a:bodyPr/>
          <a:lstStyle/>
          <a:p>
            <a:r>
              <a:rPr lang="en-US" dirty="0"/>
              <a:t>Hide me in the hollow of your loving hand   </a:t>
            </a:r>
          </a:p>
          <a:p>
            <a:r>
              <a:rPr lang="en-US" dirty="0"/>
              <a:t>Where the foe may not pursue, </a:t>
            </a:r>
          </a:p>
          <a:p>
            <a:r>
              <a:rPr lang="en-US" dirty="0"/>
              <a:t>nor the traitor stand </a:t>
            </a:r>
          </a:p>
          <a:p>
            <a:r>
              <a:rPr lang="en-US" dirty="0"/>
              <a:t>There without anxiety or a trace of grief </a:t>
            </a:r>
          </a:p>
          <a:p>
            <a:r>
              <a:rPr lang="en-US" dirty="0"/>
              <a:t>Calmed from every tension, I will find relief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090244"/>
      </p:ext>
    </p:extLst>
  </p:cSld>
  <p:clrMapOvr>
    <a:masterClrMapping/>
  </p:clrMapOvr>
</p:sld>
</file>

<file path=ppt/slides/slide7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my Refuge, Jesus is my </a:t>
            </a:r>
            <a:r>
              <a:rPr lang="en-US" dirty="0" err="1"/>
              <a:t>Saviour</a:t>
            </a:r>
            <a:r>
              <a:rPr lang="en-US" dirty="0"/>
              <a:t>,</a:t>
            </a:r>
          </a:p>
          <a:p>
            <a:r>
              <a:rPr lang="en-US" dirty="0"/>
              <a:t>Jesus is my Hiding Place: Lord, I trust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379215"/>
      </p:ext>
    </p:extLst>
  </p:cSld>
  <p:clrMapOvr>
    <a:masterClrMapping/>
  </p:clrMapOvr>
</p:sld>
</file>

<file path=ppt/slides/slide7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joys and sorrows strewn upon my path, </a:t>
            </a:r>
          </a:p>
          <a:p>
            <a:r>
              <a:rPr lang="en-US" dirty="0"/>
              <a:t>Death - resurrection traced upon my heart, </a:t>
            </a:r>
          </a:p>
          <a:p>
            <a:r>
              <a:rPr lang="en-US" dirty="0"/>
              <a:t>I will now accept because I live in you; </a:t>
            </a:r>
          </a:p>
          <a:p>
            <a:r>
              <a:rPr lang="en-US" dirty="0"/>
              <a:t>And your Spirit fills me, builds my life anew.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060149"/>
      </p:ext>
    </p:extLst>
  </p:cSld>
  <p:clrMapOvr>
    <a:masterClrMapping/>
  </p:clrMapOvr>
</p:sld>
</file>

<file path=ppt/slides/slide7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my Refuge, Jesus is my </a:t>
            </a:r>
            <a:r>
              <a:rPr lang="en-US" dirty="0" err="1"/>
              <a:t>Saviour</a:t>
            </a:r>
            <a:r>
              <a:rPr lang="en-US" dirty="0"/>
              <a:t>,</a:t>
            </a:r>
          </a:p>
          <a:p>
            <a:r>
              <a:rPr lang="en-US" dirty="0"/>
              <a:t>Jesus is my Hiding Place: Lord, I trust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98818"/>
      </p:ext>
    </p:extLst>
  </p:cSld>
  <p:clrMapOvr>
    <a:masterClrMapping/>
  </p:clrMapOvr>
</p:sld>
</file>

<file path=ppt/slides/slide7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 my life with peace and your serenity </a:t>
            </a:r>
          </a:p>
          <a:p>
            <a:r>
              <a:rPr lang="en-US" dirty="0"/>
              <a:t>Like a silent pool I’ll live in </a:t>
            </a:r>
            <a:r>
              <a:rPr lang="en-US" dirty="0" err="1"/>
              <a:t>tranquillity</a:t>
            </a:r>
            <a:r>
              <a:rPr lang="en-US" dirty="0"/>
              <a:t>; </a:t>
            </a:r>
          </a:p>
          <a:p>
            <a:r>
              <a:rPr lang="en-US" dirty="0"/>
              <a:t>So that I may flow to others every day, </a:t>
            </a:r>
          </a:p>
          <a:p>
            <a:r>
              <a:rPr lang="en-US" dirty="0"/>
              <a:t>Like a river growing deeper all the 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287581"/>
      </p:ext>
    </p:extLst>
  </p:cSld>
  <p:clrMapOvr>
    <a:masterClrMapping/>
  </p:clrMapOvr>
</p:sld>
</file>

<file path=ppt/slides/slide7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my Refuge, Jesus is my </a:t>
            </a:r>
            <a:r>
              <a:rPr lang="en-US" dirty="0" err="1"/>
              <a:t>Saviour</a:t>
            </a:r>
            <a:r>
              <a:rPr lang="en-US" dirty="0"/>
              <a:t>,</a:t>
            </a:r>
          </a:p>
          <a:p>
            <a:r>
              <a:rPr lang="en-US" dirty="0"/>
              <a:t>Jesus is my Hiding Place: Lord, I trust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499405"/>
      </p:ext>
    </p:extLst>
  </p:cSld>
  <p:clrMapOvr>
    <a:masterClrMapping/>
  </p:clrMapOvr>
</p:sld>
</file>

<file path=ppt/slides/slide7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174 - His name is higher than any other.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name is higher than any other.    </a:t>
            </a:r>
          </a:p>
          <a:p>
            <a:r>
              <a:rPr lang="en-US" dirty="0"/>
              <a:t>His name is Jesus, His name is Lord. [2]</a:t>
            </a:r>
          </a:p>
          <a:p>
            <a:endParaRPr lang="en-IN" dirty="0"/>
          </a:p>
          <a:p>
            <a:r>
              <a:rPr lang="en-US" dirty="0"/>
              <a:t>His name is wonderful, His name is Counsellor, </a:t>
            </a:r>
          </a:p>
          <a:p>
            <a:r>
              <a:rPr lang="en-US" dirty="0"/>
              <a:t>His name is Prince of peace, the mighty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6705"/>
      </p:ext>
    </p:extLst>
  </p:cSld>
  <p:clrMapOvr>
    <a:masterClrMapping/>
  </p:clrMapOvr>
</p:sld>
</file>

<file path=ppt/slides/slide7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 name is higher than any other.    </a:t>
            </a:r>
          </a:p>
          <a:p>
            <a:r>
              <a:rPr lang="en-US" dirty="0"/>
              <a:t>His name is Jesus, His name is Lord. [2]</a:t>
            </a:r>
          </a:p>
          <a:p>
            <a:endParaRPr lang="en-US" dirty="0"/>
          </a:p>
          <a:p>
            <a:r>
              <a:rPr lang="en-US" dirty="0"/>
              <a:t>He is the plan of God, He is the Mystery,</a:t>
            </a:r>
          </a:p>
          <a:p>
            <a:r>
              <a:rPr lang="en-US" dirty="0"/>
              <a:t>In Him we live and move and have our being.</a:t>
            </a:r>
          </a:p>
          <a:p>
            <a:endParaRPr lang="en-IN" sz="22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328152"/>
      </p:ext>
    </p:extLst>
  </p:cSld>
  <p:clrMapOvr>
    <a:masterClrMapping/>
  </p:clrMapOvr>
</p:sld>
</file>

<file path=ppt/slides/slide7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name is higher than any other.    </a:t>
            </a:r>
          </a:p>
          <a:p>
            <a:r>
              <a:rPr lang="en-US" dirty="0"/>
              <a:t>His name is Jesus, His name is Lord. [2]</a:t>
            </a:r>
          </a:p>
          <a:p>
            <a:endParaRPr lang="en-US" dirty="0"/>
          </a:p>
          <a:p>
            <a:r>
              <a:rPr lang="en-US" dirty="0"/>
              <a:t>O you of little faith, why do you doubt Him? </a:t>
            </a:r>
          </a:p>
          <a:p>
            <a:r>
              <a:rPr lang="en-US" dirty="0"/>
              <a:t>His yoke is easy, His burden light. </a:t>
            </a:r>
          </a:p>
          <a:p>
            <a:endParaRPr lang="en-IN" sz="2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041749"/>
      </p:ext>
    </p:extLst>
  </p:cSld>
  <p:clrMapOvr>
    <a:masterClrMapping/>
  </p:clrMapOvr>
</p:sld>
</file>

<file path=ppt/slides/slide7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name is higher than any other.    </a:t>
            </a:r>
          </a:p>
          <a:p>
            <a:r>
              <a:rPr lang="en-US" dirty="0"/>
              <a:t>His name is Jesus, His name is Lord. [2]</a:t>
            </a:r>
          </a:p>
          <a:p>
            <a:endParaRPr lang="en-US" dirty="0"/>
          </a:p>
          <a:p>
            <a:r>
              <a:rPr lang="en-US" dirty="0"/>
              <a:t>In Him is victory, in Him redemption, </a:t>
            </a:r>
          </a:p>
          <a:p>
            <a:r>
              <a:rPr lang="en-US" dirty="0"/>
              <a:t>In Him salvation, He sets us free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004216"/>
      </p:ext>
    </p:extLst>
  </p:cSld>
  <p:clrMapOvr>
    <a:masterClrMapping/>
  </p:clrMapOvr>
</p:sld>
</file>

<file path=ppt/slides/slide7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175 - Holy God we praise Thy name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Holy God we praise Thy name, </a:t>
            </a:r>
          </a:p>
          <a:p>
            <a:r>
              <a:rPr lang="en-US" dirty="0"/>
              <a:t>God of all we bow before Thee</a:t>
            </a:r>
          </a:p>
          <a:p>
            <a:r>
              <a:rPr lang="en-US" dirty="0"/>
              <a:t>All on earth Thy rule acclaim, </a:t>
            </a:r>
          </a:p>
          <a:p>
            <a:r>
              <a:rPr lang="en-US" dirty="0"/>
              <a:t>all in heaven above adore Thee.</a:t>
            </a:r>
          </a:p>
          <a:p>
            <a:r>
              <a:rPr lang="en-US" dirty="0"/>
              <a:t>Infinite Thy vast domain, </a:t>
            </a:r>
          </a:p>
          <a:p>
            <a:r>
              <a:rPr lang="en-US" dirty="0"/>
              <a:t>everlasting is Thy name. - 2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178598"/>
      </p:ext>
    </p:extLst>
  </p:cSld>
  <p:clrMapOvr>
    <a:masterClrMapping/>
  </p:clrMapOvr>
</p:sld>
</file>

<file path=ppt/slides/slide7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Hark the loud celestial hymn, </a:t>
            </a:r>
          </a:p>
          <a:p>
            <a:r>
              <a:rPr lang="en-US" dirty="0"/>
              <a:t>angel choirs above are raising</a:t>
            </a:r>
          </a:p>
          <a:p>
            <a:r>
              <a:rPr lang="en-US" dirty="0"/>
              <a:t>Cherubim and seraphim </a:t>
            </a:r>
          </a:p>
          <a:p>
            <a:r>
              <a:rPr lang="en-US" dirty="0"/>
              <a:t>in unceasing chorus praising.</a:t>
            </a:r>
          </a:p>
          <a:p>
            <a:r>
              <a:rPr lang="en-US" dirty="0"/>
              <a:t>Fill the heavens with sweet accord: </a:t>
            </a:r>
          </a:p>
          <a:p>
            <a:r>
              <a:rPr lang="en-US" dirty="0"/>
              <a:t>“Holy, holy, holy, Lord”. - 2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375507"/>
      </p:ext>
    </p:extLst>
  </p:cSld>
  <p:clrMapOvr>
    <a:masterClrMapping/>
  </p:clrMapOvr>
</p:sld>
</file>

<file path=ppt/slides/slide7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Holy Father, holy Son, Holy Spirit, </a:t>
            </a:r>
          </a:p>
          <a:p>
            <a:r>
              <a:rPr lang="en-US" dirty="0"/>
              <a:t>three we name Thee,</a:t>
            </a:r>
          </a:p>
          <a:p>
            <a:r>
              <a:rPr lang="en-US" dirty="0"/>
              <a:t>While in essence only one: </a:t>
            </a:r>
          </a:p>
          <a:p>
            <a:r>
              <a:rPr lang="en-US" dirty="0"/>
              <a:t>undivided God we claim Thee</a:t>
            </a:r>
          </a:p>
          <a:p>
            <a:r>
              <a:rPr lang="en-US" dirty="0"/>
              <a:t>And adoring bend the knee, </a:t>
            </a:r>
          </a:p>
          <a:p>
            <a:r>
              <a:rPr lang="en-US" dirty="0"/>
              <a:t>while we own the mystery.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264271"/>
      </p:ext>
    </p:extLst>
  </p:cSld>
  <p:clrMapOvr>
    <a:masterClrMapping/>
  </p:clrMapOvr>
</p:sld>
</file>

<file path=ppt/slides/slide7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176 - Holy Virgin, by God’s decree,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Holy Virgin, by God’s decree, </a:t>
            </a:r>
          </a:p>
          <a:p>
            <a:r>
              <a:rPr lang="en-US" dirty="0"/>
              <a:t>You were called eternally, </a:t>
            </a:r>
          </a:p>
          <a:p>
            <a:r>
              <a:rPr lang="en-US" dirty="0"/>
              <a:t>That He could give his Son to our race. </a:t>
            </a:r>
          </a:p>
          <a:p>
            <a:r>
              <a:rPr lang="en-US" dirty="0"/>
              <a:t>Mary, we praise you, hail, full of grace.</a:t>
            </a:r>
          </a:p>
          <a:p>
            <a:endParaRPr lang="en-IN" dirty="0"/>
          </a:p>
          <a:p>
            <a:r>
              <a:rPr lang="pt-BR" dirty="0"/>
              <a:t>Ave, Ave, Ave Maria. [2]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046232"/>
      </p:ext>
    </p:extLst>
  </p:cSld>
  <p:clrMapOvr>
    <a:masterClrMapping/>
  </p:clrMapOvr>
</p:sld>
</file>

<file path=ppt/slides/slide7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your faith and loving accord </a:t>
            </a:r>
          </a:p>
          <a:p>
            <a:r>
              <a:rPr lang="en-US" dirty="0"/>
              <a:t>As the handmaid of the Lord, </a:t>
            </a:r>
          </a:p>
          <a:p>
            <a:r>
              <a:rPr lang="en-US" dirty="0"/>
              <a:t>You undertook God’s plan to embrace. </a:t>
            </a:r>
          </a:p>
          <a:p>
            <a:r>
              <a:rPr lang="en-US" dirty="0"/>
              <a:t>Mary, we thank you, hail full of grace.</a:t>
            </a:r>
          </a:p>
          <a:p>
            <a:r>
              <a:rPr lang="pt-BR" dirty="0"/>
              <a:t>Ave, Ave, Ave Maria. [2]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639140"/>
      </p:ext>
    </p:extLst>
  </p:cSld>
  <p:clrMapOvr>
    <a:masterClrMapping/>
  </p:clrMapOvr>
</p:sld>
</file>

<file path=ppt/slides/slide7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Refuge for your children so weak. </a:t>
            </a:r>
          </a:p>
          <a:p>
            <a:r>
              <a:rPr lang="en-US" dirty="0"/>
              <a:t>Sure protection all can seek, </a:t>
            </a:r>
          </a:p>
          <a:p>
            <a:r>
              <a:rPr lang="en-US" dirty="0"/>
              <a:t>Problems of life you help us to face. </a:t>
            </a:r>
          </a:p>
          <a:p>
            <a:r>
              <a:rPr lang="en-US" dirty="0"/>
              <a:t>Mary, we trust you, hail full of grace.</a:t>
            </a:r>
          </a:p>
          <a:p>
            <a:r>
              <a:rPr lang="pt-BR" dirty="0"/>
              <a:t>Ave, Ave, Ave Maria. [2]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283584"/>
      </p:ext>
    </p:extLst>
  </p:cSld>
  <p:clrMapOvr>
    <a:masterClrMapping/>
  </p:clrMapOvr>
</p:sld>
</file>

<file path=ppt/slides/slide7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our needy world of today,</a:t>
            </a:r>
          </a:p>
          <a:p>
            <a:r>
              <a:rPr lang="en-US" dirty="0"/>
              <a:t>Love and beauty you portray,</a:t>
            </a:r>
          </a:p>
          <a:p>
            <a:r>
              <a:rPr lang="en-US" dirty="0"/>
              <a:t>Showing the path to Christ we must trace,</a:t>
            </a:r>
          </a:p>
          <a:p>
            <a:r>
              <a:rPr lang="en-US" dirty="0"/>
              <a:t>Mary, our mother, hail full of grace.</a:t>
            </a:r>
          </a:p>
          <a:p>
            <a:r>
              <a:rPr lang="pt-BR" dirty="0"/>
              <a:t>Ave, Ave, Ave Maria. [2]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563933"/>
      </p:ext>
    </p:extLst>
  </p:cSld>
  <p:clrMapOvr>
    <a:masterClrMapping/>
  </p:clrMapOvr>
</p:sld>
</file>

<file path=ppt/slides/slide7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177 - How I rejoiced when I heard them say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 rejoiced when I heard them say    </a:t>
            </a:r>
          </a:p>
          <a:p>
            <a:r>
              <a:rPr lang="en-US" dirty="0"/>
              <a:t>Let’s go up to God’s house today. </a:t>
            </a:r>
          </a:p>
          <a:p>
            <a:r>
              <a:rPr lang="en-US" dirty="0"/>
              <a:t>Here we are in Jerusalem: </a:t>
            </a:r>
          </a:p>
          <a:p>
            <a:r>
              <a:rPr lang="en-US" dirty="0"/>
              <a:t>City of the living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963191"/>
      </p:ext>
    </p:extLst>
  </p:cSld>
  <p:clrMapOvr>
    <a:masterClrMapping/>
  </p:clrMapOvr>
</p:sld>
</file>

<file path=ppt/slides/slide7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 his courts with songs of praise,</a:t>
            </a:r>
          </a:p>
          <a:p>
            <a:r>
              <a:rPr lang="en-US" dirty="0"/>
              <a:t>Enter his gates with thanks.</a:t>
            </a:r>
          </a:p>
          <a:p>
            <a:r>
              <a:rPr lang="en-US" dirty="0"/>
              <a:t>He is the Lord, He is our God, </a:t>
            </a:r>
          </a:p>
          <a:p>
            <a:r>
              <a:rPr lang="en-US" dirty="0"/>
              <a:t>Honour and bless his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475538"/>
      </p:ext>
    </p:extLst>
  </p:cSld>
  <p:clrMapOvr>
    <a:masterClrMapping/>
  </p:clrMapOvr>
</p:sld>
</file>

<file path=ppt/slides/slide7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 rejoiced when I heard them say    </a:t>
            </a:r>
          </a:p>
          <a:p>
            <a:r>
              <a:rPr lang="en-US" dirty="0"/>
              <a:t>Let’s go up to God’s house today. </a:t>
            </a:r>
          </a:p>
          <a:p>
            <a:r>
              <a:rPr lang="en-US" dirty="0"/>
              <a:t>Here we are in Jerusalem: </a:t>
            </a:r>
          </a:p>
          <a:p>
            <a:r>
              <a:rPr lang="en-US" dirty="0"/>
              <a:t>City of the living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955218"/>
      </p:ext>
    </p:extLst>
  </p:cSld>
  <p:clrMapOvr>
    <a:masterClrMapping/>
  </p:clrMapOvr>
</p:sld>
</file>

<file path=ppt/slides/slide7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let us worship and bend low </a:t>
            </a:r>
          </a:p>
          <a:p>
            <a:r>
              <a:rPr lang="en-US" dirty="0"/>
              <a:t>Into his presence come! </a:t>
            </a:r>
          </a:p>
          <a:p>
            <a:r>
              <a:rPr lang="en-US" dirty="0"/>
              <a:t>We are his sheep, marked with his seal, </a:t>
            </a:r>
          </a:p>
          <a:p>
            <a:r>
              <a:rPr lang="en-US" dirty="0"/>
              <a:t>Faithful his love endures.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124045"/>
      </p:ext>
    </p:extLst>
  </p:cSld>
  <p:clrMapOvr>
    <a:masterClrMapping/>
  </p:clrMapOvr>
</p:sld>
</file>

<file path=ppt/slides/slide7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 rejoiced when I heard them say    </a:t>
            </a:r>
          </a:p>
          <a:p>
            <a:r>
              <a:rPr lang="en-US" dirty="0"/>
              <a:t>Let’s go up to God’s house today. </a:t>
            </a:r>
          </a:p>
          <a:p>
            <a:r>
              <a:rPr lang="en-US" dirty="0"/>
              <a:t>Here we are in Jerusalem: </a:t>
            </a:r>
          </a:p>
          <a:p>
            <a:r>
              <a:rPr lang="en-US" dirty="0"/>
              <a:t>City of the living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292803"/>
      </p:ext>
    </p:extLst>
  </p:cSld>
  <p:clrMapOvr>
    <a:masterClrMapping/>
  </p:clrMapOvr>
</p:sld>
</file>

<file path=ppt/slides/slide7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that today we hear him call</a:t>
            </a:r>
          </a:p>
          <a:p>
            <a:r>
              <a:rPr lang="en-US" dirty="0"/>
              <a:t>O that our eyes perceive </a:t>
            </a:r>
          </a:p>
          <a:p>
            <a:r>
              <a:rPr lang="en-US" dirty="0"/>
              <a:t>And may his touch warm up our hearts </a:t>
            </a:r>
          </a:p>
          <a:p>
            <a:r>
              <a:rPr lang="en-US" dirty="0"/>
              <a:t>O that we taste and see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251493"/>
      </p:ext>
    </p:extLst>
  </p:cSld>
  <p:clrMapOvr>
    <a:masterClrMapping/>
  </p:clrMapOvr>
</p:sld>
</file>

<file path=ppt/slides/slide7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 rejoiced when I heard them say    </a:t>
            </a:r>
          </a:p>
          <a:p>
            <a:r>
              <a:rPr lang="en-US" dirty="0"/>
              <a:t>Let’s go up to God’s house today. </a:t>
            </a:r>
          </a:p>
          <a:p>
            <a:r>
              <a:rPr lang="en-US" dirty="0"/>
              <a:t>Here we are in Jerusalem: </a:t>
            </a:r>
          </a:p>
          <a:p>
            <a:r>
              <a:rPr lang="en-US" dirty="0"/>
              <a:t>City of the living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445385"/>
      </p:ext>
    </p:extLst>
  </p:cSld>
  <p:clrMapOvr>
    <a:masterClrMapping/>
  </p:clrMapOvr>
</p:sld>
</file>

<file path=ppt/slides/slide7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36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178 - How lovely is your dwelling place, O Lord!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98024"/>
            <a:ext cx="11753537" cy="5020491"/>
          </a:xfrm>
        </p:spPr>
        <p:txBody>
          <a:bodyPr/>
          <a:lstStyle/>
          <a:p>
            <a:r>
              <a:rPr lang="en-US" dirty="0"/>
              <a:t>How lovely is your dwelling place, O Lord!    </a:t>
            </a:r>
          </a:p>
          <a:p>
            <a:r>
              <a:rPr lang="en-US" dirty="0"/>
              <a:t>What peace and joy to feel so close to you!</a:t>
            </a:r>
          </a:p>
          <a:p>
            <a:r>
              <a:rPr lang="en-US" dirty="0"/>
              <a:t>Our heart and soul ring out their joy this morning/evening, </a:t>
            </a:r>
          </a:p>
          <a:p>
            <a:r>
              <a:rPr lang="en-US" dirty="0"/>
              <a:t>We long to meet you, God, the living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67242"/>
      </p:ext>
    </p:extLst>
  </p:cSld>
  <p:clrMapOvr>
    <a:masterClrMapping/>
  </p:clrMapOvr>
</p:sld>
</file>

<file path=ppt/slides/slide7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sparrow even here has found a shelter, </a:t>
            </a:r>
          </a:p>
          <a:p>
            <a:r>
              <a:rPr lang="en-US" dirty="0"/>
              <a:t>The swallow by your altars builds a nest. </a:t>
            </a:r>
          </a:p>
          <a:p>
            <a:r>
              <a:rPr lang="en-US" dirty="0"/>
              <a:t>O happy those whose dwelling is your temple, </a:t>
            </a:r>
          </a:p>
          <a:p>
            <a:r>
              <a:rPr lang="en-US" dirty="0"/>
              <a:t>Who day by day your praises sing, O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02710"/>
      </p:ext>
    </p:extLst>
  </p:cSld>
  <p:clrMapOvr>
    <a:masterClrMapping/>
  </p:clrMapOvr>
</p:sld>
</file>

<file path=ppt/slides/slide7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day within your courts indeed is better </a:t>
            </a:r>
          </a:p>
          <a:p>
            <a:r>
              <a:rPr lang="en-US" dirty="0"/>
              <a:t>Than thousand days elsewhere afar from you. </a:t>
            </a:r>
          </a:p>
          <a:p>
            <a:r>
              <a:rPr lang="en-US" dirty="0"/>
              <a:t>To wait upon the threshold of your temple </a:t>
            </a:r>
          </a:p>
          <a:p>
            <a:r>
              <a:rPr lang="en-US" dirty="0"/>
              <a:t>Is better than to waste our life in vain.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523329"/>
      </p:ext>
    </p:extLst>
  </p:cSld>
  <p:clrMapOvr>
    <a:masterClrMapping/>
  </p:clrMapOvr>
</p:sld>
</file>

<file path=ppt/slides/slide7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</a:t>
            </a:r>
          </a:p>
          <a:p>
            <a:r>
              <a:rPr lang="en-US" dirty="0"/>
              <a:t>you are our strength and our protection.</a:t>
            </a:r>
          </a:p>
          <a:p>
            <a:r>
              <a:rPr lang="en-US" dirty="0"/>
              <a:t>Your </a:t>
            </a:r>
            <a:r>
              <a:rPr lang="en-US" dirty="0" err="1"/>
              <a:t>favour</a:t>
            </a:r>
            <a:r>
              <a:rPr lang="en-US" dirty="0"/>
              <a:t> and your glory, grant us now.</a:t>
            </a:r>
          </a:p>
          <a:p>
            <a:r>
              <a:rPr lang="en-US" dirty="0"/>
              <a:t>Refuse not any good to those who love you.</a:t>
            </a:r>
          </a:p>
          <a:p>
            <a:r>
              <a:rPr lang="en-US" dirty="0"/>
              <a:t>The people that is yours for evermore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23487"/>
      </p:ext>
    </p:extLst>
  </p:cSld>
  <p:clrMapOvr>
    <a:masterClrMapping/>
  </p:clrMapOvr>
</p:sld>
</file>

<file path=ppt/slides/slide7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3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179 - Humbly we adore Thee, Christ, Redeemer, King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28650"/>
            <a:ext cx="11753537" cy="4672149"/>
          </a:xfrm>
        </p:spPr>
        <p:txBody>
          <a:bodyPr>
            <a:normAutofit fontScale="92500"/>
          </a:bodyPr>
          <a:lstStyle/>
          <a:p>
            <a:r>
              <a:rPr lang="en-US" dirty="0"/>
              <a:t>Humbly we adore Thee, Christ, Redeemer, King </a:t>
            </a:r>
          </a:p>
          <a:p>
            <a:r>
              <a:rPr lang="en-US" dirty="0"/>
              <a:t>Thou art Lord of heaven, Thou to whom we sing </a:t>
            </a:r>
          </a:p>
          <a:p>
            <a:r>
              <a:rPr lang="en-US" dirty="0"/>
              <a:t>God the Mighty, Thou hast come, </a:t>
            </a:r>
          </a:p>
          <a:p>
            <a:r>
              <a:rPr lang="en-US" dirty="0"/>
              <a:t>bearing gifts of grace, </a:t>
            </a:r>
          </a:p>
          <a:p>
            <a:r>
              <a:rPr lang="en-US" dirty="0"/>
              <a:t>Son of Adam, still Thou art, </a:t>
            </a:r>
            <a:r>
              <a:rPr lang="en-US" dirty="0" err="1"/>
              <a:t>Saviour</a:t>
            </a:r>
            <a:r>
              <a:rPr lang="en-US" dirty="0"/>
              <a:t> of our race.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69176"/>
      </p:ext>
    </p:extLst>
  </p:cSld>
  <p:clrMapOvr>
    <a:masterClrMapping/>
  </p:clrMapOvr>
</p:sld>
</file>

<file path=ppt/slides/slide7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8" y="1097280"/>
            <a:ext cx="11829734" cy="55480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Jesus Lord, we thank Thee </a:t>
            </a:r>
          </a:p>
          <a:p>
            <a:r>
              <a:rPr lang="en-US" dirty="0"/>
              <a:t>for this wonderous bread, </a:t>
            </a:r>
          </a:p>
          <a:p>
            <a:r>
              <a:rPr lang="en-US" dirty="0"/>
              <a:t>In our midst Thou dwellest, </a:t>
            </a:r>
          </a:p>
          <a:p>
            <a:r>
              <a:rPr lang="en-US" dirty="0"/>
              <a:t>by Thee we are fed. </a:t>
            </a:r>
          </a:p>
          <a:p>
            <a:r>
              <a:rPr lang="en-US" dirty="0"/>
              <a:t>We who share the mystery in Thee </a:t>
            </a:r>
          </a:p>
          <a:p>
            <a:r>
              <a:rPr lang="en-US" dirty="0"/>
              <a:t>are made one </a:t>
            </a:r>
          </a:p>
          <a:p>
            <a:r>
              <a:rPr lang="en-US" dirty="0"/>
              <a:t>Every act we offer thee in Thy name is done.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37384"/>
      </p:ext>
    </p:extLst>
  </p:cSld>
  <p:clrMapOvr>
    <a:masterClrMapping/>
  </p:clrMapOvr>
</p:sld>
</file>

<file path=ppt/slides/slide7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180 -Humbly we </a:t>
            </a:r>
            <a:r>
              <a:rPr lang="en-US" sz="4900" dirty="0"/>
              <a:t>come</a:t>
            </a:r>
            <a:r>
              <a:rPr lang="en-US" dirty="0"/>
              <a:t> before your face, O Lord: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02080"/>
            <a:ext cx="11753537" cy="4791891"/>
          </a:xfrm>
        </p:spPr>
        <p:txBody>
          <a:bodyPr/>
          <a:lstStyle/>
          <a:p>
            <a:r>
              <a:rPr lang="en-US" dirty="0"/>
              <a:t>Humbly we come before your face, O Lord:    </a:t>
            </a:r>
          </a:p>
          <a:p>
            <a:r>
              <a:rPr lang="en-US" dirty="0"/>
              <a:t>Take the gifts we offer you ! </a:t>
            </a:r>
          </a:p>
          <a:p>
            <a:r>
              <a:rPr lang="en-US" dirty="0"/>
              <a:t>Humbly we come before Your face, O Lord: </a:t>
            </a:r>
          </a:p>
          <a:p>
            <a:r>
              <a:rPr lang="en-US" dirty="0"/>
              <a:t>Grant us peace and salvation.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466244"/>
      </p:ext>
    </p:extLst>
  </p:cSld>
  <p:clrMapOvr>
    <a:masterClrMapping/>
  </p:clrMapOvr>
</p:sld>
</file>

<file path=ppt/slides/slide7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you, Lord, God of all creation.</a:t>
            </a:r>
          </a:p>
          <a:p>
            <a:r>
              <a:rPr lang="en-US" dirty="0"/>
              <a:t>Thanks to your goodness, here is bread,</a:t>
            </a:r>
          </a:p>
          <a:p>
            <a:r>
              <a:rPr lang="en-US" dirty="0"/>
              <a:t>Bread which our hands have made </a:t>
            </a:r>
          </a:p>
          <a:p>
            <a:r>
              <a:rPr lang="en-US" dirty="0"/>
              <a:t>and earth has given.</a:t>
            </a:r>
          </a:p>
          <a:p>
            <a:r>
              <a:rPr lang="en-US" dirty="0"/>
              <a:t>It will become the Bread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665264"/>
      </p:ext>
    </p:extLst>
  </p:cSld>
  <p:clrMapOvr>
    <a:masterClrMapping/>
  </p:clrMapOvr>
</p:sld>
</file>

<file path=ppt/slides/slide7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you, Lord, God of all creation. </a:t>
            </a:r>
          </a:p>
          <a:p>
            <a:r>
              <a:rPr lang="en-US" dirty="0"/>
              <a:t>Thanks to your goodness, here is wine, </a:t>
            </a:r>
          </a:p>
          <a:p>
            <a:r>
              <a:rPr lang="en-US" dirty="0"/>
              <a:t>Fruit of the vine and work of human hands, </a:t>
            </a:r>
          </a:p>
          <a:p>
            <a:r>
              <a:rPr lang="en-US" dirty="0"/>
              <a:t>O Lord. </a:t>
            </a:r>
          </a:p>
          <a:p>
            <a:r>
              <a:rPr lang="en-US" dirty="0"/>
              <a:t>Wine to become Your precious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620541"/>
      </p:ext>
    </p:extLst>
  </p:cSld>
  <p:clrMapOvr>
    <a:masterClrMapping/>
  </p:clrMapOvr>
</p:sld>
</file>

<file path=ppt/slides/slide7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181 - Hungry, thirsty, Lord, we came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Hungry, thirsty, Lord, </a:t>
            </a:r>
          </a:p>
          <a:p>
            <a:r>
              <a:rPr lang="en-US" dirty="0"/>
              <a:t>we came, but joyous now we leave, </a:t>
            </a:r>
          </a:p>
          <a:p>
            <a:r>
              <a:rPr lang="en-US" dirty="0"/>
              <a:t>Nourished by the bread of life, </a:t>
            </a:r>
          </a:p>
          <a:p>
            <a:r>
              <a:rPr lang="en-US" dirty="0"/>
              <a:t>renewed and ready to serve.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227788"/>
      </p:ext>
    </p:extLst>
  </p:cSld>
  <p:clrMapOvr>
    <a:masterClrMapping/>
  </p:clrMapOvr>
</p:sld>
</file>

<file path=ppt/slides/slide7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Together we have shared this meal, </a:t>
            </a:r>
          </a:p>
          <a:p>
            <a:r>
              <a:rPr lang="en-US" dirty="0"/>
              <a:t>the bread of unity.</a:t>
            </a:r>
          </a:p>
          <a:p>
            <a:r>
              <a:rPr lang="en-US" dirty="0"/>
              <a:t>Help us, Lord, to build a world, </a:t>
            </a:r>
          </a:p>
          <a:p>
            <a:r>
              <a:rPr lang="en-US" dirty="0"/>
              <a:t>where love and charity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247277"/>
      </p:ext>
    </p:extLst>
  </p:cSld>
  <p:clrMapOvr>
    <a:masterClrMapping/>
  </p:clrMapOvr>
</p:sld>
</file>

<file path=ppt/slides/slide7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told us, Lord, </a:t>
            </a:r>
          </a:p>
          <a:p>
            <a:r>
              <a:rPr lang="en-US" dirty="0"/>
              <a:t>to be the light that shines for all to see.</a:t>
            </a:r>
          </a:p>
          <a:p>
            <a:r>
              <a:rPr lang="en-US" dirty="0"/>
              <a:t>Send your Spirit in our hearts to keep the fire of love ablaze.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85748"/>
      </p:ext>
    </p:extLst>
  </p:cSld>
  <p:clrMapOvr>
    <a:masterClrMapping/>
  </p:clrMapOvr>
</p:sld>
</file>

<file path=ppt/slides/slide7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called us, Lord, to be the salt, </a:t>
            </a:r>
          </a:p>
          <a:p>
            <a:r>
              <a:rPr lang="en-US" dirty="0"/>
              <a:t>the leaven in the dough. </a:t>
            </a:r>
          </a:p>
          <a:p>
            <a:r>
              <a:rPr lang="en-US" dirty="0"/>
              <a:t>Help your witnesses to stand and speak the word of truth and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505727"/>
      </p:ext>
    </p:extLst>
  </p:cSld>
  <p:clrMapOvr>
    <a:masterClrMapping/>
  </p:clrMapOvr>
</p:sld>
</file>

<file path=ppt/slides/slide7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182 - I am the bread of life;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Those who come to me shall not hunger,</a:t>
            </a:r>
          </a:p>
          <a:p>
            <a:r>
              <a:rPr lang="en-US" dirty="0"/>
              <a:t>Those who believe in me shall not thirst.</a:t>
            </a:r>
          </a:p>
          <a:p>
            <a:r>
              <a:rPr lang="en-US" dirty="0"/>
              <a:t>No one can come to me, </a:t>
            </a:r>
          </a:p>
          <a:p>
            <a:r>
              <a:rPr lang="en-US" dirty="0"/>
              <a:t>unless the Father draw him. </a:t>
            </a:r>
          </a:p>
          <a:p>
            <a:endParaRPr lang="en-IN" sz="2000" dirty="0"/>
          </a:p>
          <a:p>
            <a:r>
              <a:rPr lang="en-US" dirty="0"/>
              <a:t>And I will raise them up - 3</a:t>
            </a:r>
          </a:p>
          <a:p>
            <a:r>
              <a:rPr lang="en-US" dirty="0"/>
              <a:t>On the last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025177"/>
      </p:ext>
    </p:extLst>
  </p:cSld>
  <p:clrMapOvr>
    <a:masterClrMapping/>
  </p:clrMapOvr>
</p:sld>
</file>

<file path=ppt/slides/slide7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bread that I will give</a:t>
            </a:r>
          </a:p>
          <a:p>
            <a:r>
              <a:rPr lang="en-US" dirty="0"/>
              <a:t>Is my flesh for the life of the world. </a:t>
            </a:r>
          </a:p>
          <a:p>
            <a:r>
              <a:rPr lang="en-US" dirty="0"/>
              <a:t>The one who eats of this bread, </a:t>
            </a:r>
          </a:p>
          <a:p>
            <a:r>
              <a:rPr lang="en-US" dirty="0"/>
              <a:t>Shall live forever, shall live forever.</a:t>
            </a:r>
          </a:p>
          <a:p>
            <a:r>
              <a:rPr lang="en-US" dirty="0"/>
              <a:t>And I will raise them up - 3</a:t>
            </a:r>
          </a:p>
          <a:p>
            <a:r>
              <a:rPr lang="en-US" dirty="0"/>
              <a:t>On the last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128951"/>
      </p:ext>
    </p:extLst>
  </p:cSld>
  <p:clrMapOvr>
    <a:masterClrMapping/>
  </p:clrMapOvr>
</p:sld>
</file>

<file path=ppt/slides/slide7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Unless you eat of the flesh </a:t>
            </a:r>
          </a:p>
          <a:p>
            <a:r>
              <a:rPr lang="en-US" dirty="0"/>
              <a:t>Of the Son of Man, </a:t>
            </a:r>
          </a:p>
          <a:p>
            <a:r>
              <a:rPr lang="en-US" dirty="0"/>
              <a:t>And drink of his blood, and drink of his blood </a:t>
            </a:r>
          </a:p>
          <a:p>
            <a:r>
              <a:rPr lang="en-US" dirty="0"/>
              <a:t>You shall not have life within you</a:t>
            </a:r>
          </a:p>
          <a:p>
            <a:r>
              <a:rPr lang="en-US" dirty="0"/>
              <a:t>And I will raise them up - 3</a:t>
            </a:r>
          </a:p>
          <a:p>
            <a:r>
              <a:rPr lang="en-US" dirty="0"/>
              <a:t>On the last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126888"/>
      </p:ext>
    </p:extLst>
  </p:cSld>
  <p:clrMapOvr>
    <a:masterClrMapping/>
  </p:clrMapOvr>
</p:sld>
</file>

<file path=ppt/slides/slide7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the resurrection, I am the life;</a:t>
            </a:r>
          </a:p>
          <a:p>
            <a:r>
              <a:rPr lang="en-US" dirty="0"/>
              <a:t>If you believe in me, even if you die, </a:t>
            </a:r>
          </a:p>
          <a:p>
            <a:r>
              <a:rPr lang="en-US" dirty="0"/>
              <a:t>You shall live forever.</a:t>
            </a:r>
          </a:p>
          <a:p>
            <a:r>
              <a:rPr lang="en-US" dirty="0"/>
              <a:t>And I will raise them up - 3</a:t>
            </a:r>
          </a:p>
          <a:p>
            <a:r>
              <a:rPr lang="en-US" dirty="0"/>
              <a:t>On the last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013872"/>
      </p:ext>
    </p:extLst>
  </p:cSld>
  <p:clrMapOvr>
    <a:masterClrMapping/>
  </p:clrMapOvr>
</p:sld>
</file>

<file path=ppt/slides/slide7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Lord, I believe </a:t>
            </a:r>
          </a:p>
          <a:p>
            <a:r>
              <a:rPr lang="en-US" dirty="0"/>
              <a:t>That you are the Christ, </a:t>
            </a:r>
          </a:p>
          <a:p>
            <a:r>
              <a:rPr lang="en-US" dirty="0"/>
              <a:t>The Son of God who has come into the world.</a:t>
            </a:r>
          </a:p>
          <a:p>
            <a:r>
              <a:rPr lang="en-US" dirty="0"/>
              <a:t>Has come into the world.</a:t>
            </a:r>
          </a:p>
          <a:p>
            <a:r>
              <a:rPr lang="en-US" dirty="0"/>
              <a:t>And I will raise them up - 3</a:t>
            </a:r>
          </a:p>
          <a:p>
            <a:r>
              <a:rPr lang="en-US" dirty="0"/>
              <a:t>On the last 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692117"/>
      </p:ext>
    </p:extLst>
  </p:cSld>
  <p:clrMapOvr>
    <a:masterClrMapping/>
  </p:clrMapOvr>
</p:sld>
</file>

<file path=ppt/slides/slide7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183 - I am the light, bringing you out of darkness,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23853"/>
            <a:ext cx="11753537" cy="4400006"/>
          </a:xfrm>
        </p:spPr>
        <p:txBody>
          <a:bodyPr/>
          <a:lstStyle/>
          <a:p>
            <a:r>
              <a:rPr lang="en-US" dirty="0"/>
              <a:t>I am the light, bringing you out of darkness,</a:t>
            </a:r>
          </a:p>
          <a:p>
            <a:r>
              <a:rPr lang="en-US" dirty="0"/>
              <a:t>So come, take my light to the world.</a:t>
            </a:r>
          </a:p>
          <a:p>
            <a:r>
              <a:rPr lang="en-US" dirty="0"/>
              <a:t>I am the Bread you must feed to the hungry. </a:t>
            </a:r>
          </a:p>
          <a:p>
            <a:r>
              <a:rPr lang="en-US" dirty="0"/>
              <a:t>The wine that must cheer every heart.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604771"/>
      </p:ext>
    </p:extLst>
  </p:cSld>
  <p:clrMapOvr>
    <a:masterClrMapping/>
  </p:clrMapOvr>
</p:sld>
</file>

<file path=ppt/slides/slide7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Foxes have holes, birds have their nests,</a:t>
            </a:r>
          </a:p>
          <a:p>
            <a:r>
              <a:rPr lang="en-US" dirty="0"/>
              <a:t>But the Son of man has no place to rest. </a:t>
            </a:r>
          </a:p>
          <a:p>
            <a:r>
              <a:rPr lang="en-US" dirty="0"/>
              <a:t>Come, follow me, be the light of the nations, </a:t>
            </a:r>
          </a:p>
          <a:p>
            <a:r>
              <a:rPr lang="en-US" dirty="0"/>
              <a:t>Leave your nets and come, follow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410614"/>
      </p:ext>
    </p:extLst>
  </p:cSld>
  <p:clrMapOvr>
    <a:masterClrMapping/>
  </p:clrMapOvr>
</p:sld>
</file>

<file path=ppt/slides/slide7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the Life that must change every life </a:t>
            </a:r>
          </a:p>
          <a:p>
            <a:r>
              <a:rPr lang="en-US" dirty="0"/>
              <a:t>And the Way that must alter your ways. </a:t>
            </a:r>
          </a:p>
          <a:p>
            <a:r>
              <a:rPr lang="en-US" dirty="0"/>
              <a:t>I am the Truth and my Word is the cross </a:t>
            </a:r>
          </a:p>
          <a:p>
            <a:r>
              <a:rPr lang="en-US" dirty="0"/>
              <a:t>You must take if you want to be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590100"/>
      </p:ext>
    </p:extLst>
  </p:cSld>
  <p:clrMapOvr>
    <a:masterClrMapping/>
  </p:clrMapOvr>
</p:sld>
</file>

<file path=ppt/slides/slide7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the Sower, come, work in my vineyard, </a:t>
            </a:r>
          </a:p>
          <a:p>
            <a:r>
              <a:rPr lang="en-US" dirty="0"/>
              <a:t>My field. Tend my vines, sow the grain. </a:t>
            </a:r>
          </a:p>
          <a:p>
            <a:r>
              <a:rPr lang="en-US" dirty="0"/>
              <a:t>And should it fall to the ground, it can only </a:t>
            </a:r>
          </a:p>
          <a:p>
            <a:r>
              <a:rPr lang="en-US" dirty="0"/>
              <a:t>Spring up with new life, hundredfold.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668797"/>
      </p:ext>
    </p:extLst>
  </p:cSld>
  <p:clrMapOvr>
    <a:masterClrMapping/>
  </p:clrMapOvr>
</p:sld>
</file>

<file path=ppt/slides/slide7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the Shepherd come into my sheepfold </a:t>
            </a:r>
          </a:p>
          <a:p>
            <a:r>
              <a:rPr lang="en-US" dirty="0"/>
              <a:t>To help feed my lambs, feed my sheep. </a:t>
            </a:r>
          </a:p>
          <a:p>
            <a:r>
              <a:rPr lang="en-US" dirty="0"/>
              <a:t>Bring back the straying </a:t>
            </a:r>
          </a:p>
          <a:p>
            <a:r>
              <a:rPr lang="en-US" dirty="0"/>
              <a:t>and bind up their wounds </a:t>
            </a:r>
          </a:p>
          <a:p>
            <a:r>
              <a:rPr lang="en-US" dirty="0"/>
              <a:t>And rejoice when you’ve found what was lost.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64043"/>
      </p:ext>
    </p:extLst>
  </p:cSld>
  <p:clrMapOvr>
    <a:masterClrMapping/>
  </p:clrMapOvr>
</p:sld>
</file>

<file path=ppt/slides/slide7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308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184 - I call you from your brothers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call you from your brothers, </a:t>
            </a:r>
          </a:p>
          <a:p>
            <a:r>
              <a:rPr lang="en-US" dirty="0"/>
              <a:t>I send you in my name. </a:t>
            </a:r>
          </a:p>
          <a:p>
            <a:r>
              <a:rPr lang="en-US" dirty="0"/>
              <a:t>I’ll  light you with my Spirit’s fire </a:t>
            </a:r>
          </a:p>
          <a:p>
            <a:r>
              <a:rPr lang="en-US" dirty="0"/>
              <a:t>to burn as my love’s flame. 	</a:t>
            </a:r>
          </a:p>
          <a:p>
            <a:r>
              <a:rPr lang="en-US" dirty="0"/>
              <a:t>I call you from your sisters </a:t>
            </a:r>
          </a:p>
          <a:p>
            <a:r>
              <a:rPr lang="en-US" dirty="0"/>
              <a:t>and send you in my name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812533"/>
      </p:ext>
    </p:extLst>
  </p:cSld>
  <p:clrMapOvr>
    <a:masterClrMapping/>
  </p:clrMapOvr>
</p:sld>
</file>

<file path=ppt/slides/slide7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them what I told to you, </a:t>
            </a:r>
          </a:p>
          <a:p>
            <a:r>
              <a:rPr lang="en-US" dirty="0"/>
              <a:t>my words will be your own.</a:t>
            </a:r>
          </a:p>
          <a:p>
            <a:r>
              <a:rPr lang="en-US" dirty="0"/>
              <a:t>They’ll find me in the news you bring </a:t>
            </a:r>
          </a:p>
          <a:p>
            <a:r>
              <a:rPr lang="en-US" dirty="0"/>
              <a:t>As you make my secrets known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619818"/>
      </p:ext>
    </p:extLst>
  </p:cSld>
  <p:clrMapOvr>
    <a:masterClrMapping/>
  </p:clrMapOvr>
</p:sld>
</file>

<file path=ppt/slides/slide7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 me all they have and need, </a:t>
            </a:r>
          </a:p>
          <a:p>
            <a:r>
              <a:rPr lang="en-US" dirty="0"/>
              <a:t>because my Father cares.</a:t>
            </a:r>
          </a:p>
          <a:p>
            <a:r>
              <a:rPr lang="en-US" dirty="0"/>
              <a:t>Bring back his blessing and his peace </a:t>
            </a:r>
          </a:p>
          <a:p>
            <a:r>
              <a:rPr lang="en-US" dirty="0"/>
              <a:t>And the food of life he shares.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998419"/>
      </p:ext>
    </p:extLst>
  </p:cSld>
  <p:clrMapOvr>
    <a:masterClrMapping/>
  </p:clrMapOvr>
</p:sld>
</file>

<file path=ppt/slides/slide7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 shepherd to my flock </a:t>
            </a:r>
          </a:p>
          <a:p>
            <a:r>
              <a:rPr lang="en-US" dirty="0"/>
              <a:t>and love as I have done.</a:t>
            </a:r>
          </a:p>
          <a:p>
            <a:r>
              <a:rPr lang="en-US" dirty="0"/>
              <a:t>So they can see what brother/sister means </a:t>
            </a:r>
          </a:p>
          <a:p>
            <a:r>
              <a:rPr lang="en-US" dirty="0"/>
              <a:t>And can feel that they are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202917"/>
      </p:ext>
    </p:extLst>
  </p:cSld>
  <p:clrMapOvr>
    <a:masterClrMapping/>
  </p:clrMapOvr>
</p:sld>
</file>

<file path=ppt/slides/slide7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185 - I dare not sing of Jesus’ pain and anguish,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 dare not sing of Jesus’ pain and anguish,   </a:t>
            </a:r>
          </a:p>
          <a:p>
            <a:r>
              <a:rPr lang="en-US" dirty="0"/>
              <a:t>When he was crowned with thorns and mocked with jeers; </a:t>
            </a:r>
          </a:p>
          <a:p>
            <a:r>
              <a:rPr lang="en-US" dirty="0"/>
              <a:t>Of scourge and nails, of blood and water flowing</a:t>
            </a:r>
          </a:p>
          <a:p>
            <a:r>
              <a:rPr lang="en-US" dirty="0"/>
              <a:t>Of death that crowned his three and thirty years.</a:t>
            </a:r>
          </a:p>
          <a:p>
            <a:r>
              <a:rPr lang="en-US" dirty="0"/>
              <a:t>But I’ll proclaim he heals our broken spirits,</a:t>
            </a:r>
          </a:p>
          <a:p>
            <a:r>
              <a:rPr lang="en-US" dirty="0"/>
              <a:t>He takes away our sin and calms our fear</a:t>
            </a:r>
          </a:p>
          <a:p>
            <a:r>
              <a:rPr lang="en-US" dirty="0"/>
              <a:t>And lifts the burden from the heavy-laden.</a:t>
            </a:r>
          </a:p>
          <a:p>
            <a:r>
              <a:rPr lang="en-US" dirty="0"/>
              <a:t>Look to the Cross, the </a:t>
            </a:r>
            <a:r>
              <a:rPr lang="en-US" dirty="0" err="1"/>
              <a:t>Saviour</a:t>
            </a:r>
            <a:r>
              <a:rPr lang="en-US" dirty="0"/>
              <a:t> of the world is here!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106124"/>
      </p:ext>
    </p:extLst>
  </p:cSld>
  <p:clrMapOvr>
    <a:masterClrMapping/>
  </p:clrMapOvr>
</p:sld>
</file>

<file path=ppt/slides/slide7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from the Cross can Jesus win the nations?</a:t>
            </a:r>
          </a:p>
          <a:p>
            <a:r>
              <a:rPr lang="en-US" dirty="0"/>
              <a:t>Did God bequeath a curse or heritage?</a:t>
            </a:r>
          </a:p>
          <a:p>
            <a:r>
              <a:rPr lang="en-US" dirty="0"/>
              <a:t>Will Jesus meet the needs and aspirations</a:t>
            </a:r>
          </a:p>
          <a:p>
            <a:r>
              <a:rPr lang="en-US" dirty="0"/>
              <a:t>Of east and west, of sinner and of sage?</a:t>
            </a:r>
          </a:p>
          <a:p>
            <a:r>
              <a:rPr lang="en-US" dirty="0"/>
              <a:t>Of this I’m sure, all flesh will see his glory,</a:t>
            </a:r>
          </a:p>
          <a:p>
            <a:r>
              <a:rPr lang="en-US" dirty="0"/>
              <a:t>The grain that fell will yield a hundredfold,</a:t>
            </a:r>
          </a:p>
          <a:p>
            <a:r>
              <a:rPr lang="en-US" dirty="0"/>
              <a:t>When Christ, the Rising Sun, will shine in </a:t>
            </a:r>
            <a:r>
              <a:rPr lang="en-US" dirty="0" err="1"/>
              <a:t>splendour</a:t>
            </a:r>
            <a:r>
              <a:rPr lang="en-US" dirty="0"/>
              <a:t>.</a:t>
            </a:r>
          </a:p>
          <a:p>
            <a:r>
              <a:rPr lang="en-US" dirty="0"/>
              <a:t>Acclaim the Cross where Jesus died with love untold.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88550"/>
      </p:ext>
    </p:extLst>
  </p:cSld>
  <p:clrMapOvr>
    <a:masterClrMapping/>
  </p:clrMapOvr>
</p:sld>
</file>

<file path=ppt/slides/slide7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32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186 - I fall on my knees to the Father of Jesus,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fall on my knees to the Father of Jesus,   </a:t>
            </a:r>
          </a:p>
          <a:p>
            <a:r>
              <a:rPr lang="en-US" dirty="0"/>
              <a:t>The Lord who has shown us the glory of God.</a:t>
            </a:r>
          </a:p>
          <a:p>
            <a:endParaRPr lang="en-IN" dirty="0"/>
          </a:p>
          <a:p>
            <a:r>
              <a:rPr lang="en-US" dirty="0"/>
              <a:t>May Christ find a dwelling place of faith </a:t>
            </a:r>
          </a:p>
          <a:p>
            <a:r>
              <a:rPr lang="en-US" dirty="0"/>
              <a:t>in our hearts.</a:t>
            </a:r>
          </a:p>
          <a:p>
            <a:r>
              <a:rPr lang="en-US" dirty="0"/>
              <a:t>May our lives be rooted in love, rooted in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298461"/>
      </p:ext>
    </p:extLst>
  </p:cSld>
  <p:clrMapOvr>
    <a:masterClrMapping/>
  </p:clrMapOvr>
</p:sld>
</file>

<file path=ppt/slides/slide7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May He in his love give us strength </a:t>
            </a:r>
          </a:p>
          <a:p>
            <a:r>
              <a:rPr lang="en-US" sz="5200" dirty="0"/>
              <a:t>for our living, </a:t>
            </a:r>
          </a:p>
          <a:p>
            <a:r>
              <a:rPr lang="en-US" sz="5200" dirty="0"/>
              <a:t>The strength of his Spirit, the glory of God.</a:t>
            </a:r>
          </a:p>
          <a:p>
            <a:endParaRPr lang="en-US" dirty="0"/>
          </a:p>
          <a:p>
            <a:r>
              <a:rPr lang="en-US" sz="5200" dirty="0"/>
              <a:t>May He in his love give us strength </a:t>
            </a:r>
          </a:p>
          <a:p>
            <a:r>
              <a:rPr lang="en-US" sz="5200" dirty="0"/>
              <a:t>for our living, </a:t>
            </a:r>
          </a:p>
          <a:p>
            <a:r>
              <a:rPr lang="en-US" sz="5200" dirty="0"/>
              <a:t>The strength of his Spirit, the glory of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860283"/>
      </p:ext>
    </p:extLst>
  </p:cSld>
  <p:clrMapOvr>
    <a:masterClrMapping/>
  </p:clrMapOvr>
</p:sld>
</file>

<file path=ppt/slides/slide7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grace and peace be yours in God, </a:t>
            </a:r>
          </a:p>
          <a:p>
            <a:r>
              <a:rPr lang="en-US" dirty="0"/>
              <a:t>Our Father, and in His Son.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401465"/>
      </p:ext>
    </p:extLst>
  </p:cSld>
  <p:clrMapOvr>
    <a:masterClrMapping/>
  </p:clrMapOvr>
</p:sld>
</file>

<file path=ppt/slides/slide7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187 - I give my hands to do your work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give my hands to do your work   </a:t>
            </a:r>
          </a:p>
          <a:p>
            <a:r>
              <a:rPr lang="en-US" dirty="0"/>
              <a:t>And, Jesus Lord, I give them willingly. </a:t>
            </a:r>
          </a:p>
          <a:p>
            <a:r>
              <a:rPr lang="en-US" dirty="0"/>
              <a:t>I give my feet to go your way </a:t>
            </a:r>
          </a:p>
          <a:p>
            <a:r>
              <a:rPr lang="en-US" dirty="0"/>
              <a:t>And every step I shall take cheerfully.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80065"/>
      </p:ext>
    </p:extLst>
  </p:cSld>
  <p:clrMapOvr>
    <a:masterClrMapping/>
  </p:clrMapOvr>
</p:sld>
</file>

<file path=ppt/slides/slide7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the joy of the Lord is my strength, </a:t>
            </a:r>
          </a:p>
          <a:p>
            <a:r>
              <a:rPr lang="en-US" dirty="0"/>
              <a:t>my strength, </a:t>
            </a:r>
          </a:p>
          <a:p>
            <a:r>
              <a:rPr lang="en-US" dirty="0"/>
              <a:t>O the joy of the Lord is my help, my help.</a:t>
            </a:r>
          </a:p>
          <a:p>
            <a:r>
              <a:rPr lang="en-US" dirty="0"/>
              <a:t>For the power of his Spirit is in my heart, </a:t>
            </a:r>
          </a:p>
          <a:p>
            <a:r>
              <a:rPr lang="en-US" dirty="0"/>
              <a:t>And the joy of the Lord is my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397900"/>
      </p:ext>
    </p:extLst>
  </p:cSld>
  <p:clrMapOvr>
    <a:masterClrMapping/>
  </p:clrMapOvr>
</p:sld>
</file>

<file path=ppt/slides/slide7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give my eyes to see the world</a:t>
            </a:r>
          </a:p>
          <a:p>
            <a:r>
              <a:rPr lang="en-US" dirty="0"/>
              <a:t>And everyone in just the way you do.</a:t>
            </a:r>
          </a:p>
          <a:p>
            <a:r>
              <a:rPr lang="en-US" dirty="0"/>
              <a:t>I give my tongue to speak your words</a:t>
            </a:r>
          </a:p>
          <a:p>
            <a:r>
              <a:rPr lang="en-US" dirty="0"/>
              <a:t>To spread your name and freedom giving truth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618786"/>
      </p:ext>
    </p:extLst>
  </p:cSld>
  <p:clrMapOvr>
    <a:masterClrMapping/>
  </p:clrMapOvr>
</p:sld>
</file>

<file path=ppt/slides/slide7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the joy of the Lord is my strength, </a:t>
            </a:r>
          </a:p>
          <a:p>
            <a:r>
              <a:rPr lang="en-US" dirty="0"/>
              <a:t>my strength, </a:t>
            </a:r>
          </a:p>
          <a:p>
            <a:r>
              <a:rPr lang="en-US" dirty="0"/>
              <a:t>O the joy of the Lord is my help, my help.</a:t>
            </a:r>
          </a:p>
          <a:p>
            <a:r>
              <a:rPr lang="en-US" dirty="0"/>
              <a:t>For the power of his Spirit is in my heart, </a:t>
            </a:r>
          </a:p>
          <a:p>
            <a:r>
              <a:rPr lang="en-US" dirty="0"/>
              <a:t>And the joy of the Lord is my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636318"/>
      </p:ext>
    </p:extLst>
  </p:cSld>
  <p:clrMapOvr>
    <a:masterClrMapping/>
  </p:clrMapOvr>
</p:sld>
</file>

<file path=ppt/slides/slide7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give my mind in every way</a:t>
            </a:r>
          </a:p>
          <a:p>
            <a:r>
              <a:rPr lang="en-US" dirty="0"/>
              <a:t>So that each thought I have </a:t>
            </a:r>
          </a:p>
          <a:p>
            <a:r>
              <a:rPr lang="en-US" dirty="0"/>
              <a:t>will come from you.</a:t>
            </a:r>
          </a:p>
          <a:p>
            <a:r>
              <a:rPr lang="en-US" dirty="0"/>
              <a:t>I give my spirit to you, Lord,</a:t>
            </a:r>
          </a:p>
          <a:p>
            <a:r>
              <a:rPr lang="en-US" dirty="0"/>
              <a:t>And every day my prayer will spring anew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071522"/>
      </p:ext>
    </p:extLst>
  </p:cSld>
  <p:clrMapOvr>
    <a:masterClrMapping/>
  </p:clrMapOvr>
</p:sld>
</file>

<file path=ppt/slides/slide7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the joy of the Lord is my strength, </a:t>
            </a:r>
          </a:p>
          <a:p>
            <a:r>
              <a:rPr lang="en-US" dirty="0"/>
              <a:t>my strength, </a:t>
            </a:r>
          </a:p>
          <a:p>
            <a:r>
              <a:rPr lang="en-US" dirty="0"/>
              <a:t>O the joy of the Lord is my help, my help.</a:t>
            </a:r>
          </a:p>
          <a:p>
            <a:r>
              <a:rPr lang="en-US" dirty="0"/>
              <a:t>For the power of his Spirit is in my heart, </a:t>
            </a:r>
          </a:p>
          <a:p>
            <a:r>
              <a:rPr lang="en-US" dirty="0"/>
              <a:t>And the joy of the Lord is my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926124"/>
      </p:ext>
    </p:extLst>
  </p:cSld>
  <p:clrMapOvr>
    <a:masterClrMapping/>
  </p:clrMapOvr>
</p:sld>
</file>

<file path=ppt/slides/slide7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give my heart that you may love</a:t>
            </a:r>
          </a:p>
          <a:p>
            <a:r>
              <a:rPr lang="en-US" dirty="0"/>
              <a:t>In me your Father and the human race.</a:t>
            </a:r>
          </a:p>
          <a:p>
            <a:r>
              <a:rPr lang="en-US" dirty="0"/>
              <a:t>I give myself that you may grow</a:t>
            </a:r>
          </a:p>
          <a:p>
            <a:r>
              <a:rPr lang="en-US" dirty="0"/>
              <a:t>In me and make my life a song of praise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980960"/>
      </p:ext>
    </p:extLst>
  </p:cSld>
  <p:clrMapOvr>
    <a:masterClrMapping/>
  </p:clrMapOvr>
</p:sld>
</file>

<file path=ppt/slides/slide7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the joy of the Lord is my strength, </a:t>
            </a:r>
          </a:p>
          <a:p>
            <a:r>
              <a:rPr lang="en-US" dirty="0"/>
              <a:t>my strength, </a:t>
            </a:r>
          </a:p>
          <a:p>
            <a:r>
              <a:rPr lang="en-US" dirty="0"/>
              <a:t>O the joy of the Lord is my help, my help.</a:t>
            </a:r>
          </a:p>
          <a:p>
            <a:r>
              <a:rPr lang="en-US" dirty="0"/>
              <a:t>For the power of his Spirit is in my heart, </a:t>
            </a:r>
          </a:p>
          <a:p>
            <a:r>
              <a:rPr lang="en-US" dirty="0"/>
              <a:t>And the joy of the Lord is my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355049"/>
      </p:ext>
    </p:extLst>
  </p:cSld>
  <p:clrMapOvr>
    <a:masterClrMapping/>
  </p:clrMapOvr>
</p:sld>
</file>

<file path=ppt/slides/slide7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188 - I have decided to follow Jesus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have decided to follow Jesus, - 3 </a:t>
            </a:r>
          </a:p>
          <a:p>
            <a:r>
              <a:rPr lang="en-US" dirty="0"/>
              <a:t>No turning back, no turning back.</a:t>
            </a:r>
          </a:p>
          <a:p>
            <a:endParaRPr lang="en-IN" sz="2000" dirty="0"/>
          </a:p>
          <a:p>
            <a:r>
              <a:rPr lang="en-US" dirty="0"/>
              <a:t>The world behind me, the cross before me... </a:t>
            </a:r>
          </a:p>
          <a:p>
            <a:r>
              <a:rPr lang="en-US" dirty="0"/>
              <a:t>No turning back, no turning back.</a:t>
            </a:r>
          </a:p>
          <a:p>
            <a:endParaRPr lang="en-IN" sz="2000" dirty="0"/>
          </a:p>
          <a:p>
            <a:r>
              <a:rPr lang="en-US" dirty="0"/>
              <a:t>I will take nothing, no bread or money...</a:t>
            </a:r>
          </a:p>
          <a:p>
            <a:r>
              <a:rPr lang="en-US" dirty="0"/>
              <a:t>No turning back, no turning back.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045218"/>
      </p:ext>
    </p:extLst>
  </p:cSld>
  <p:clrMapOvr>
    <a:masterClrMapping/>
  </p:clrMapOvr>
</p:sld>
</file>

<file path=ppt/slides/slide7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And when I see thee, so poor and hungry...</a:t>
            </a:r>
          </a:p>
          <a:p>
            <a:r>
              <a:rPr lang="en-US" dirty="0"/>
              <a:t>No turning back, no turning back.</a:t>
            </a:r>
          </a:p>
          <a:p>
            <a:endParaRPr lang="en-US" sz="2000" dirty="0"/>
          </a:p>
          <a:p>
            <a:r>
              <a:rPr lang="en-US" dirty="0"/>
              <a:t>And should my road seem too long and weary... </a:t>
            </a:r>
          </a:p>
          <a:p>
            <a:r>
              <a:rPr lang="en-US" dirty="0"/>
              <a:t>No turning back, no turning back.</a:t>
            </a:r>
          </a:p>
          <a:p>
            <a:endParaRPr lang="en-US" sz="2000" dirty="0"/>
          </a:p>
          <a:p>
            <a:r>
              <a:rPr lang="en-US" dirty="0"/>
              <a:t>I know that Mary will guide my footsteps...</a:t>
            </a:r>
          </a:p>
          <a:p>
            <a:r>
              <a:rPr lang="en-US" dirty="0"/>
              <a:t>No turning back, no turning back.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931894"/>
      </p:ext>
    </p:extLst>
  </p:cSld>
  <p:clrMapOvr>
    <a:masterClrMapping/>
  </p:clrMapOvr>
</p:sld>
</file>

<file path=ppt/slides/slide7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19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189 - I have loved you with an everlasting love,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38798"/>
            <a:ext cx="11753537" cy="53688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have loved you with an everlasting love,    </a:t>
            </a:r>
          </a:p>
          <a:p>
            <a:r>
              <a:rPr lang="en-US" dirty="0"/>
              <a:t>I have called you and you are mine. [2]</a:t>
            </a:r>
          </a:p>
          <a:p>
            <a:endParaRPr lang="en-IN" sz="2200" dirty="0"/>
          </a:p>
          <a:p>
            <a:r>
              <a:rPr lang="en-US" dirty="0"/>
              <a:t>Seek the face of the Lord and long for Him, </a:t>
            </a:r>
          </a:p>
          <a:p>
            <a:r>
              <a:rPr lang="en-US" dirty="0"/>
              <a:t>He will bring you his light and his peace.</a:t>
            </a:r>
          </a:p>
          <a:p>
            <a:r>
              <a:rPr lang="en-US" dirty="0"/>
              <a:t> .... his joy and his hope.</a:t>
            </a:r>
          </a:p>
          <a:p>
            <a:r>
              <a:rPr lang="en-US" dirty="0"/>
              <a:t> .... his care and his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143369"/>
      </p:ext>
    </p:extLst>
  </p:cSld>
  <p:clrMapOvr>
    <a:masterClrMapping/>
  </p:clrMapOvr>
</p:sld>
</file>

<file path=ppt/slides/slide7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190 - I now no longer live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now no longer live; </a:t>
            </a:r>
          </a:p>
          <a:p>
            <a:r>
              <a:rPr lang="en-US" dirty="0"/>
              <a:t>Christ, my Lord, lives in me.</a:t>
            </a:r>
          </a:p>
          <a:p>
            <a:r>
              <a:rPr lang="en-US" dirty="0"/>
              <a:t>Christ: for ever my joy. I must walk in his love.</a:t>
            </a:r>
          </a:p>
          <a:p>
            <a:endParaRPr lang="en-IN" dirty="0"/>
          </a:p>
          <a:p>
            <a:r>
              <a:rPr lang="en-US" dirty="0"/>
              <a:t>Christ in my mind, my life, my heart.</a:t>
            </a:r>
          </a:p>
          <a:p>
            <a:r>
              <a:rPr lang="en-US" dirty="0"/>
              <a:t>Christ to the world with joy I must bring.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168814"/>
      </p:ext>
    </p:extLst>
  </p:cSld>
  <p:clrMapOvr>
    <a:masterClrMapping/>
  </p:clrMapOvr>
</p:sld>
</file>

<file path=ppt/slides/slide7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2400" dirty="0"/>
          </a:p>
          <a:p>
            <a:r>
              <a:rPr lang="en-US" dirty="0"/>
              <a:t>Christ is my way, my peace, my light. </a:t>
            </a:r>
          </a:p>
          <a:p>
            <a:r>
              <a:rPr lang="en-US" dirty="0"/>
              <a:t>Christ to the world with joy I must bring.</a:t>
            </a:r>
          </a:p>
          <a:p>
            <a:r>
              <a:rPr lang="en-US" dirty="0"/>
              <a:t>Christ my rock, my shield, my strength.</a:t>
            </a:r>
          </a:p>
          <a:p>
            <a:r>
              <a:rPr lang="en-US" dirty="0"/>
              <a:t>Christ to the world with joy I must bring.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Christ is my Lord, my God, my all. </a:t>
            </a:r>
          </a:p>
          <a:p>
            <a:r>
              <a:rPr lang="en-US" dirty="0"/>
              <a:t>Christ to the world with joy I must bring.</a:t>
            </a:r>
          </a:p>
          <a:p>
            <a:endParaRPr lang="en-US" dirty="0"/>
          </a:p>
          <a:p>
            <a:endParaRPr lang="en-US" dirty="0"/>
          </a:p>
          <a:p>
            <a:endParaRPr lang="en-US" sz="22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055222"/>
      </p:ext>
    </p:extLst>
  </p:cSld>
  <p:clrMapOvr>
    <a:masterClrMapping/>
  </p:clrMapOvr>
</p:sld>
</file>

<file path=ppt/slides/slide7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254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191 - I rejoiced when I heard the people saying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69423"/>
            <a:ext cx="11753537" cy="4639491"/>
          </a:xfrm>
        </p:spPr>
        <p:txBody>
          <a:bodyPr/>
          <a:lstStyle/>
          <a:p>
            <a:r>
              <a:rPr lang="en-US" dirty="0"/>
              <a:t>I rejoiced when I heard the people saying:    </a:t>
            </a:r>
          </a:p>
          <a:p>
            <a:r>
              <a:rPr lang="en-US" dirty="0"/>
              <a:t>Let’s go to the temple of the Lord, </a:t>
            </a:r>
          </a:p>
          <a:p>
            <a:r>
              <a:rPr lang="en-US" dirty="0"/>
              <a:t>And now at last our feet are standing </a:t>
            </a:r>
          </a:p>
          <a:p>
            <a:r>
              <a:rPr lang="en-US" dirty="0"/>
              <a:t>Within your gates, O Jerusalem!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572130"/>
      </p:ext>
    </p:extLst>
  </p:cSld>
  <p:clrMapOvr>
    <a:masterClrMapping/>
  </p:clrMapOvr>
</p:sld>
</file>

<file path=ppt/slides/slide7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Jerusalem, O fairest city, </a:t>
            </a:r>
          </a:p>
          <a:p>
            <a:r>
              <a:rPr lang="en-US" dirty="0"/>
              <a:t>So strongly built as one united whole! </a:t>
            </a:r>
          </a:p>
          <a:p>
            <a:r>
              <a:rPr lang="en-US" dirty="0"/>
              <a:t>It is there that the tribes now gather, </a:t>
            </a:r>
          </a:p>
          <a:p>
            <a:r>
              <a:rPr lang="en-US" dirty="0"/>
              <a:t>All the tribes to worship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36715"/>
      </p:ext>
    </p:extLst>
  </p:cSld>
  <p:clrMapOvr>
    <a:masterClrMapping/>
  </p:clrMapOvr>
</p:sld>
</file>

<file path=ppt/slides/slide7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rejoiced when I heard the people saying:    </a:t>
            </a:r>
          </a:p>
          <a:p>
            <a:r>
              <a:rPr lang="en-US" dirty="0"/>
              <a:t>Let’s go to the temple of the Lord, </a:t>
            </a:r>
          </a:p>
          <a:p>
            <a:r>
              <a:rPr lang="en-US" dirty="0"/>
              <a:t>And now at last our feet are standing </a:t>
            </a:r>
          </a:p>
          <a:p>
            <a:r>
              <a:rPr lang="en-US" dirty="0"/>
              <a:t>Within your gates, O Jerusalem!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268334"/>
      </p:ext>
    </p:extLst>
  </p:cSld>
  <p:clrMapOvr>
    <a:masterClrMapping/>
  </p:clrMapOvr>
</p:sld>
</file>

<file path=ppt/slides/slide7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peace of Jerusalem, pray:</a:t>
            </a:r>
          </a:p>
          <a:p>
            <a:r>
              <a:rPr lang="en-US" dirty="0"/>
              <a:t>Prosperity to all your dwelling places,</a:t>
            </a:r>
          </a:p>
          <a:p>
            <a:r>
              <a:rPr lang="en-US" dirty="0"/>
              <a:t>Let there be peace everywhere </a:t>
            </a:r>
          </a:p>
          <a:p>
            <a:r>
              <a:rPr lang="en-US" dirty="0"/>
              <a:t>within your ramparts,</a:t>
            </a:r>
          </a:p>
          <a:p>
            <a:r>
              <a:rPr lang="en-US" dirty="0"/>
              <a:t>Let there be safety within your towers.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969358"/>
      </p:ext>
    </p:extLst>
  </p:cSld>
  <p:clrMapOvr>
    <a:masterClrMapping/>
  </p:clrMapOvr>
</p:sld>
</file>

<file path=ppt/slides/slide7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rejoiced when I heard the people saying:    </a:t>
            </a:r>
          </a:p>
          <a:p>
            <a:r>
              <a:rPr lang="en-US" dirty="0"/>
              <a:t>Let’s go to the temple of the Lord, </a:t>
            </a:r>
          </a:p>
          <a:p>
            <a:r>
              <a:rPr lang="en-US" dirty="0"/>
              <a:t>And now at last our feet are standing </a:t>
            </a:r>
          </a:p>
          <a:p>
            <a:r>
              <a:rPr lang="en-US" dirty="0"/>
              <a:t>Within your gates, O Jerusalem!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920382"/>
      </p:ext>
    </p:extLst>
  </p:cSld>
  <p:clrMapOvr>
    <a:masterClrMapping/>
  </p:clrMapOvr>
</p:sld>
</file>

<file path=ppt/slides/slide7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love of my people and my friends,</a:t>
            </a:r>
          </a:p>
          <a:p>
            <a:r>
              <a:rPr lang="en-US" dirty="0"/>
              <a:t>This is my prayer: may lasting peace be yours,</a:t>
            </a:r>
          </a:p>
          <a:p>
            <a:r>
              <a:rPr lang="en-US" dirty="0"/>
              <a:t>For the sake of the house of the Lord,</a:t>
            </a:r>
          </a:p>
          <a:p>
            <a:r>
              <a:rPr lang="en-US" dirty="0"/>
              <a:t>I shall plead and pray for your good.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799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012818"/>
      </p:ext>
    </p:extLst>
  </p:cSld>
  <p:clrMapOvr>
    <a:masterClrMapping/>
  </p:clrMapOvr>
</p:sld>
</file>

<file path=ppt/slides/slide8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rejoiced when I heard the people saying:    </a:t>
            </a:r>
          </a:p>
          <a:p>
            <a:r>
              <a:rPr lang="en-US" dirty="0"/>
              <a:t>Let’s go to the temple of the Lord, </a:t>
            </a:r>
          </a:p>
          <a:p>
            <a:r>
              <a:rPr lang="en-US" dirty="0"/>
              <a:t>And now at last our feet are standing </a:t>
            </a:r>
          </a:p>
          <a:p>
            <a:r>
              <a:rPr lang="en-US" dirty="0"/>
              <a:t>Within your gates, O Jerusalem!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20370"/>
      </p:ext>
    </p:extLst>
  </p:cSld>
  <p:clrMapOvr>
    <a:masterClrMapping/>
  </p:clrMapOvr>
</p:sld>
</file>

<file path=ppt/slides/slide8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Father almighty sing your praise</a:t>
            </a:r>
          </a:p>
          <a:p>
            <a:r>
              <a:rPr lang="en-US" dirty="0"/>
              <a:t>And to the Son, Redeemer of the world,</a:t>
            </a:r>
          </a:p>
          <a:p>
            <a:r>
              <a:rPr lang="en-US" dirty="0"/>
              <a:t>To the Spirit who dwells in our hearts</a:t>
            </a:r>
          </a:p>
          <a:p>
            <a:r>
              <a:rPr lang="en-US" dirty="0"/>
              <a:t>Both now and for ever,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023136"/>
      </p:ext>
    </p:extLst>
  </p:cSld>
  <p:clrMapOvr>
    <a:masterClrMapping/>
  </p:clrMapOvr>
</p:sld>
</file>

<file path=ppt/slides/slide8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rejoiced when I heard the people saying:    </a:t>
            </a:r>
          </a:p>
          <a:p>
            <a:r>
              <a:rPr lang="en-US" dirty="0"/>
              <a:t>Let’s go to the temple of the Lord, </a:t>
            </a:r>
          </a:p>
          <a:p>
            <a:r>
              <a:rPr lang="en-US" dirty="0"/>
              <a:t>And now at last our feet are standing </a:t>
            </a:r>
          </a:p>
          <a:p>
            <a:r>
              <a:rPr lang="en-US" dirty="0"/>
              <a:t>Within your gates, O Jerusalem!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324411"/>
      </p:ext>
    </p:extLst>
  </p:cSld>
  <p:clrMapOvr>
    <a:masterClrMapping/>
  </p:clrMapOvr>
</p:sld>
</file>

<file path=ppt/slides/slide8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192 - I sing a song to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sing a song to you, Lord, </a:t>
            </a:r>
          </a:p>
          <a:p>
            <a:r>
              <a:rPr lang="en-US" dirty="0"/>
              <a:t>a song of love and praise.</a:t>
            </a:r>
          </a:p>
          <a:p>
            <a:r>
              <a:rPr lang="en-US" dirty="0"/>
              <a:t>All glory be to you, Lord, </a:t>
            </a:r>
          </a:p>
          <a:p>
            <a:r>
              <a:rPr lang="en-US" dirty="0"/>
              <a:t>through everlasting days</a:t>
            </a:r>
          </a:p>
          <a:p>
            <a:endParaRPr lang="en-IN" sz="3500" dirty="0"/>
          </a:p>
          <a:p>
            <a:r>
              <a:rPr lang="en-US" dirty="0"/>
              <a:t>Holy, holy, holy, mighty Lord and God,</a:t>
            </a:r>
          </a:p>
          <a:p>
            <a:r>
              <a:rPr lang="en-US" dirty="0"/>
              <a:t>He who was and is now and who is to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40950"/>
      </p:ext>
    </p:extLst>
  </p:cSld>
  <p:clrMapOvr>
    <a:masterClrMapping/>
  </p:clrMapOvr>
</p:sld>
</file>

<file path=ppt/slides/slide8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 sing a song to you, Lord, </a:t>
            </a:r>
          </a:p>
          <a:p>
            <a:r>
              <a:rPr lang="en-US" sz="4400" dirty="0"/>
              <a:t>a song of love and praise.</a:t>
            </a:r>
          </a:p>
          <a:p>
            <a:r>
              <a:rPr lang="en-US" sz="4400" dirty="0"/>
              <a:t>All glory be to you, Lord, </a:t>
            </a:r>
          </a:p>
          <a:p>
            <a:r>
              <a:rPr lang="en-US" sz="4400" dirty="0"/>
              <a:t>through everlasting days</a:t>
            </a:r>
          </a:p>
          <a:p>
            <a:r>
              <a:rPr lang="en-US" sz="4400" dirty="0"/>
              <a:t>Worthy is the slain lamb, </a:t>
            </a:r>
            <a:r>
              <a:rPr lang="en-US" sz="4400" dirty="0" err="1"/>
              <a:t>honour</a:t>
            </a:r>
            <a:r>
              <a:rPr lang="en-US" sz="4400" dirty="0"/>
              <a:t> him and praise, </a:t>
            </a:r>
          </a:p>
          <a:p>
            <a:r>
              <a:rPr lang="en-US" sz="4400" dirty="0"/>
              <a:t>We rejoice with gladness, sing our love to-day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983981"/>
      </p:ext>
    </p:extLst>
  </p:cSld>
  <p:clrMapOvr>
    <a:masterClrMapping/>
  </p:clrMapOvr>
</p:sld>
</file>

<file path=ppt/slides/slide8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I sing a song to you, Lord, </a:t>
            </a:r>
          </a:p>
          <a:p>
            <a:r>
              <a:rPr lang="en-US" sz="4400" dirty="0"/>
              <a:t>a song of love and praise.</a:t>
            </a:r>
          </a:p>
          <a:p>
            <a:r>
              <a:rPr lang="en-US" sz="4400" dirty="0"/>
              <a:t>All glory be to you, Lord, </a:t>
            </a:r>
          </a:p>
          <a:p>
            <a:r>
              <a:rPr lang="en-US" sz="4400" dirty="0"/>
              <a:t>through everlasting days.</a:t>
            </a:r>
          </a:p>
          <a:p>
            <a:r>
              <a:rPr lang="en-US" sz="4400" dirty="0"/>
              <a:t>He has used his power, has begun his reign, </a:t>
            </a:r>
          </a:p>
          <a:p>
            <a:r>
              <a:rPr lang="en-US" sz="4400" dirty="0"/>
              <a:t>So rejoice, you heavens, </a:t>
            </a:r>
          </a:p>
          <a:p>
            <a:r>
              <a:rPr lang="en-US" sz="4400" dirty="0"/>
              <a:t>and proclaim his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526334"/>
      </p:ext>
    </p:extLst>
  </p:cSld>
  <p:clrMapOvr>
    <a:masterClrMapping/>
  </p:clrMapOvr>
</p:sld>
</file>

<file path=ppt/slides/slide8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sing a song to you, Lord, </a:t>
            </a:r>
          </a:p>
          <a:p>
            <a:r>
              <a:rPr lang="en-US" dirty="0"/>
              <a:t>a song of love and praise.</a:t>
            </a:r>
          </a:p>
          <a:p>
            <a:r>
              <a:rPr lang="en-US" dirty="0"/>
              <a:t>All glory be to you, Lord, </a:t>
            </a:r>
          </a:p>
          <a:p>
            <a:r>
              <a:rPr lang="en-US" dirty="0"/>
              <a:t>through everlasting days.</a:t>
            </a:r>
          </a:p>
          <a:p>
            <a:endParaRPr lang="en-US" dirty="0"/>
          </a:p>
          <a:p>
            <a:r>
              <a:rPr lang="en-US" dirty="0"/>
              <a:t>Shine your light on us, Lord, </a:t>
            </a:r>
          </a:p>
          <a:p>
            <a:r>
              <a:rPr lang="en-US" dirty="0"/>
              <a:t>let us know your way, </a:t>
            </a:r>
          </a:p>
          <a:p>
            <a:r>
              <a:rPr lang="en-US" dirty="0"/>
              <a:t>Be our guide for ever, make us yours to-day.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40204"/>
      </p:ext>
    </p:extLst>
  </p:cSld>
  <p:clrMapOvr>
    <a:masterClrMapping/>
  </p:clrMapOvr>
</p:sld>
</file>

<file path=ppt/slides/slide8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193 - I want to 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to sing, I want to shout your praise, </a:t>
            </a:r>
          </a:p>
          <a:p>
            <a:r>
              <a:rPr lang="en-US" dirty="0"/>
              <a:t>O Lord,   </a:t>
            </a:r>
          </a:p>
          <a:p>
            <a:r>
              <a:rPr lang="en-US" dirty="0"/>
              <a:t>Awake and sing my soul!</a:t>
            </a:r>
          </a:p>
          <a:p>
            <a:r>
              <a:rPr lang="en-US" dirty="0"/>
              <a:t>Awake and play my harp and zither!</a:t>
            </a:r>
          </a:p>
          <a:p>
            <a:r>
              <a:rPr lang="en-US" dirty="0"/>
              <a:t>Let the dawning day join in praise!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160157"/>
      </p:ext>
    </p:extLst>
  </p:cSld>
  <p:clrMapOvr>
    <a:masterClrMapping/>
  </p:clrMapOvr>
</p:sld>
</file>

<file path=ppt/slides/slide8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5200" dirty="0"/>
              <a:t>Yes, my heart is ready now to praise you, O Lord, </a:t>
            </a:r>
          </a:p>
          <a:p>
            <a:r>
              <a:rPr lang="en-US" sz="5200" dirty="0"/>
              <a:t>To bless and thank you, God of my salvation, alleluia!</a:t>
            </a:r>
          </a:p>
          <a:p>
            <a:endParaRPr lang="en-US" sz="2200" dirty="0"/>
          </a:p>
          <a:p>
            <a:r>
              <a:rPr lang="en-US" sz="5200" dirty="0"/>
              <a:t>Great indeed and wonderful your glory, my God, </a:t>
            </a:r>
          </a:p>
          <a:p>
            <a:r>
              <a:rPr lang="en-US" sz="5200" dirty="0"/>
              <a:t>Your holy name is higher than the heavens, alleluia!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858638"/>
      </p:ext>
    </p:extLst>
  </p:cSld>
  <p:clrMapOvr>
    <a:masterClrMapping/>
  </p:clrMapOvr>
</p:sld>
</file>

<file path=ppt/slides/slide8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your mercy overshadows all the earth, </a:t>
            </a:r>
          </a:p>
          <a:p>
            <a:r>
              <a:rPr lang="en-US" dirty="0"/>
              <a:t>Your glory lights the firmament on high,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142490"/>
      </p:ext>
    </p:extLst>
  </p:cSld>
  <p:clrMapOvr>
    <a:masterClrMapping/>
  </p:clrMapOvr>
</p:sld>
</file>

<file path=ppt/slides/slide8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194 - I will play before the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will play before the Lord,</a:t>
            </a:r>
          </a:p>
          <a:p>
            <a:r>
              <a:rPr lang="en-US" dirty="0"/>
              <a:t>I will sing to Him my melody, </a:t>
            </a:r>
          </a:p>
          <a:p>
            <a:r>
              <a:rPr lang="en-US" dirty="0"/>
              <a:t>Stand among his people here, </a:t>
            </a:r>
          </a:p>
          <a:p>
            <a:r>
              <a:rPr lang="en-US" dirty="0"/>
              <a:t>telling of all his ways. </a:t>
            </a:r>
          </a:p>
          <a:p>
            <a:r>
              <a:rPr lang="en-US" dirty="0"/>
              <a:t>Let us sing before the Lord;</a:t>
            </a:r>
          </a:p>
          <a:p>
            <a:r>
              <a:rPr lang="en-US" dirty="0"/>
              <a:t>Let us sing to Him our melody, 	</a:t>
            </a:r>
          </a:p>
          <a:p>
            <a:r>
              <a:rPr lang="en-US" dirty="0"/>
              <a:t>Stand within his temple here, telling of all his 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414951"/>
      </p:ext>
    </p:extLst>
  </p:cSld>
  <p:clrMapOvr>
    <a:masterClrMapping/>
  </p:clrMapOvr>
</p:sld>
</file>

<file path=ppt/slides/slide8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Sing, people of God, bless his holy name.</a:t>
            </a:r>
          </a:p>
          <a:p>
            <a:r>
              <a:rPr lang="en-US" dirty="0"/>
              <a:t>Offering him our joyful hearts, </a:t>
            </a:r>
          </a:p>
          <a:p>
            <a:r>
              <a:rPr lang="en-US" dirty="0"/>
              <a:t>Joining in endless praise. Alleluia, alleluia,</a:t>
            </a:r>
          </a:p>
          <a:p>
            <a:r>
              <a:rPr lang="en-US" dirty="0"/>
              <a:t>Alleluia, alleluia, joining in endless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89033"/>
      </p:ext>
    </p:extLst>
  </p:cSld>
  <p:clrMapOvr>
    <a:masterClrMapping/>
  </p:clrMapOvr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will play before the Lord,</a:t>
            </a:r>
          </a:p>
          <a:p>
            <a:r>
              <a:rPr lang="en-US" dirty="0"/>
              <a:t>I will sing to Him my melody, </a:t>
            </a:r>
          </a:p>
          <a:p>
            <a:r>
              <a:rPr lang="en-US" dirty="0"/>
              <a:t>Stand among his people here, </a:t>
            </a:r>
          </a:p>
          <a:p>
            <a:r>
              <a:rPr lang="en-US" dirty="0"/>
              <a:t>telling of all his ways. </a:t>
            </a:r>
          </a:p>
          <a:p>
            <a:r>
              <a:rPr lang="en-US" dirty="0"/>
              <a:t>Let us sing before the Lord;</a:t>
            </a:r>
          </a:p>
          <a:p>
            <a:r>
              <a:rPr lang="en-US" dirty="0"/>
              <a:t>Let us sing to Him our melody, 	</a:t>
            </a:r>
          </a:p>
          <a:p>
            <a:r>
              <a:rPr lang="en-US" dirty="0"/>
              <a:t>Stand within his temple here, telling of all his ways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048480"/>
      </p:ext>
    </p:extLst>
  </p:cSld>
  <p:clrMapOvr>
    <a:masterClrMapping/>
  </p:clrMapOvr>
</p:sld>
</file>

<file path=ppt/slides/slide8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4" y="511909"/>
            <a:ext cx="11092545" cy="561202"/>
          </a:xfrm>
        </p:spPr>
        <p:txBody>
          <a:bodyPr>
            <a:noAutofit/>
          </a:bodyPr>
          <a:lstStyle/>
          <a:p>
            <a:r>
              <a:rPr lang="en-US" sz="4000" dirty="0"/>
              <a:t>195 - I will praise you, Lord, you have rescued me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praise you, Lord, you have rescued me.   </a:t>
            </a:r>
          </a:p>
          <a:p>
            <a:r>
              <a:rPr lang="en-US" dirty="0"/>
              <a:t>I will praise you, Lord, you have rescued me.</a:t>
            </a:r>
          </a:p>
          <a:p>
            <a:endParaRPr lang="en-IN" dirty="0"/>
          </a:p>
          <a:p>
            <a:r>
              <a:rPr lang="en-US" dirty="0"/>
              <a:t>I will praise you, Lord, you have rescued me,</a:t>
            </a:r>
          </a:p>
          <a:p>
            <a:r>
              <a:rPr lang="en-US" dirty="0"/>
              <a:t>And have not let my enemies rejoice over 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656288"/>
      </p:ext>
    </p:extLst>
  </p:cSld>
  <p:clrMapOvr>
    <a:masterClrMapping/>
  </p:clrMapOvr>
</p:sld>
</file>

<file path=ppt/slides/slide8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you have raised my soul from the dead</a:t>
            </a:r>
          </a:p>
          <a:p>
            <a:r>
              <a:rPr lang="en-US" dirty="0"/>
              <a:t>Restored me to life from those who sink into the grave.</a:t>
            </a:r>
          </a:p>
          <a:p>
            <a:endParaRPr lang="en-IN" dirty="0"/>
          </a:p>
          <a:p>
            <a:r>
              <a:rPr lang="en-US" dirty="0"/>
              <a:t>Sing psalms to the Lord, you who love him,</a:t>
            </a:r>
          </a:p>
          <a:p>
            <a:r>
              <a:rPr lang="en-US" dirty="0"/>
              <a:t>Give thanks to his holy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577024"/>
      </p:ext>
    </p:extLst>
  </p:cSld>
  <p:clrMapOvr>
    <a:masterClrMapping/>
  </p:clrMapOvr>
</p:sld>
</file>

<file path=ppt/slides/slide8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anger lasts but a moment, </a:t>
            </a:r>
          </a:p>
          <a:p>
            <a:r>
              <a:rPr lang="en-US" dirty="0"/>
              <a:t>His </a:t>
            </a:r>
            <a:r>
              <a:rPr lang="en-US" dirty="0" err="1"/>
              <a:t>favour</a:t>
            </a:r>
            <a:r>
              <a:rPr lang="en-US" dirty="0"/>
              <a:t> through life.</a:t>
            </a:r>
          </a:p>
          <a:p>
            <a:endParaRPr lang="en-US" dirty="0"/>
          </a:p>
          <a:p>
            <a:r>
              <a:rPr lang="en-US" dirty="0"/>
              <a:t>At night there are tears,</a:t>
            </a:r>
          </a:p>
          <a:p>
            <a:r>
              <a:rPr lang="en-US" dirty="0"/>
              <a:t>But joy comes with the dawn.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35019"/>
      </p:ext>
    </p:extLst>
  </p:cSld>
  <p:clrMapOvr>
    <a:masterClrMapping/>
  </p:clrMapOvr>
</p:sld>
</file>

<file path=ppt/slides/slide8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listened and had pity.</a:t>
            </a:r>
          </a:p>
          <a:p>
            <a:r>
              <a:rPr lang="en-US" dirty="0"/>
              <a:t>The Lord came to my help.</a:t>
            </a:r>
          </a:p>
          <a:p>
            <a:endParaRPr lang="en-IN" dirty="0"/>
          </a:p>
          <a:p>
            <a:r>
              <a:rPr lang="en-US" dirty="0"/>
              <a:t>For me you have changed </a:t>
            </a:r>
          </a:p>
          <a:p>
            <a:r>
              <a:rPr lang="en-US" dirty="0"/>
              <a:t>mourning to dancing,</a:t>
            </a:r>
          </a:p>
          <a:p>
            <a:r>
              <a:rPr lang="en-US" dirty="0"/>
              <a:t>I will thank you for ever.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264101"/>
      </p:ext>
    </p:extLst>
  </p:cSld>
  <p:clrMapOvr>
    <a:masterClrMapping/>
  </p:clrMapOvr>
</p:sld>
</file>

<file path=ppt/slides/slide8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196 - I will sing of the mercies of the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of the mercies of the Lord,  </a:t>
            </a:r>
          </a:p>
          <a:p>
            <a:r>
              <a:rPr lang="en-US" dirty="0"/>
              <a:t>For ever I will sing, I will sing, </a:t>
            </a:r>
          </a:p>
          <a:p>
            <a:r>
              <a:rPr lang="en-US" dirty="0"/>
              <a:t>I will sing of the mercies of the Lord, for ever </a:t>
            </a:r>
          </a:p>
          <a:p>
            <a:r>
              <a:rPr lang="en-US" dirty="0"/>
              <a:t>I will sing of the mercies of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024473"/>
      </p:ext>
    </p:extLst>
  </p:cSld>
  <p:clrMapOvr>
    <a:masterClrMapping/>
  </p:clrMapOvr>
</p:sld>
</file>

<file path=ppt/slides/slide8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my mouth will I make known, </a:t>
            </a:r>
          </a:p>
          <a:p>
            <a:r>
              <a:rPr lang="en-US" dirty="0"/>
              <a:t>Your faithfulness, your faithfulness, </a:t>
            </a:r>
          </a:p>
          <a:p>
            <a:r>
              <a:rPr lang="en-US" dirty="0"/>
              <a:t>With my mouth will I make known </a:t>
            </a:r>
          </a:p>
          <a:p>
            <a:r>
              <a:rPr lang="en-US" dirty="0"/>
              <a:t>Your faithfulness to all generations.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947382"/>
      </p:ext>
    </p:extLst>
  </p:cSld>
  <p:clrMapOvr>
    <a:masterClrMapping/>
  </p:clrMapOvr>
</p:sld>
</file>

<file path=ppt/slides/slide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of the mercies of the Lord,  </a:t>
            </a:r>
          </a:p>
          <a:p>
            <a:r>
              <a:rPr lang="en-US" dirty="0"/>
              <a:t>For ever I will sing, I will sing, </a:t>
            </a:r>
          </a:p>
          <a:p>
            <a:r>
              <a:rPr lang="en-US" dirty="0"/>
              <a:t>I will sing of the mercies of the Lord, for ever </a:t>
            </a:r>
          </a:p>
          <a:p>
            <a:r>
              <a:rPr lang="en-US" dirty="0"/>
              <a:t>I will sing of the mercies of the Lord.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921905"/>
      </p:ext>
    </p:extLst>
  </p:cSld>
  <p:clrMapOvr>
    <a:masterClrMapping/>
  </p:clrMapOvr>
</p:sld>
</file>

<file path=ppt/slides/slide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found David, my servant, </a:t>
            </a:r>
          </a:p>
          <a:p>
            <a:r>
              <a:rPr lang="en-US" dirty="0"/>
              <a:t>And with my oil anointed him,</a:t>
            </a:r>
          </a:p>
          <a:p>
            <a:r>
              <a:rPr lang="en-US" dirty="0"/>
              <a:t>My arm shall make him strong,</a:t>
            </a:r>
          </a:p>
          <a:p>
            <a:r>
              <a:rPr lang="en-US" dirty="0"/>
              <a:t>My hand shall be with him for generations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995708"/>
      </p:ext>
    </p:extLst>
  </p:cSld>
  <p:clrMapOvr>
    <a:masterClrMapping/>
  </p:clrMapOvr>
</p:sld>
</file>

<file path=ppt/slides/slide8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of the mercies of the Lord,  </a:t>
            </a:r>
          </a:p>
          <a:p>
            <a:r>
              <a:rPr lang="en-US" dirty="0"/>
              <a:t>For ever I will sing, I will sing, </a:t>
            </a:r>
          </a:p>
          <a:p>
            <a:r>
              <a:rPr lang="en-US" dirty="0"/>
              <a:t>I will sing of the mercies of the Lord, for ever </a:t>
            </a:r>
          </a:p>
          <a:p>
            <a:r>
              <a:rPr lang="en-US" dirty="0"/>
              <a:t>I will sing of the mercies of the Lord.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247074"/>
      </p:ext>
    </p:extLst>
  </p:cSld>
  <p:clrMapOvr>
    <a:masterClrMapping/>
  </p:clrMapOvr>
</p:sld>
</file>

<file path=ppt/slides/slide8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make with him forever,</a:t>
            </a:r>
          </a:p>
          <a:p>
            <a:r>
              <a:rPr lang="en-US" dirty="0"/>
              <a:t>My covenant, my covenant.</a:t>
            </a:r>
          </a:p>
          <a:p>
            <a:r>
              <a:rPr lang="en-US" dirty="0"/>
              <a:t>He will say, “You are my Father, </a:t>
            </a:r>
          </a:p>
          <a:p>
            <a:r>
              <a:rPr lang="en-US" dirty="0"/>
              <a:t>My God, my Rock, the Fortress who saves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114397"/>
      </p:ext>
    </p:extLst>
  </p:cSld>
  <p:clrMapOvr>
    <a:masterClrMapping/>
  </p:clrMapOvr>
</p:sld>
</file>

<file path=ppt/slides/slide8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of the mercies of the Lord,  </a:t>
            </a:r>
          </a:p>
          <a:p>
            <a:r>
              <a:rPr lang="en-US" dirty="0"/>
              <a:t>For ever I will sing, I will sing, </a:t>
            </a:r>
          </a:p>
          <a:p>
            <a:r>
              <a:rPr lang="en-US" dirty="0"/>
              <a:t>I will sing of the mercies of the Lord, for ever </a:t>
            </a:r>
          </a:p>
          <a:p>
            <a:r>
              <a:rPr lang="en-US" dirty="0"/>
              <a:t>I will sing of the mercies of the Lord.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075860"/>
      </p:ext>
    </p:extLst>
  </p:cSld>
  <p:clrMapOvr>
    <a:masterClrMapping/>
  </p:clrMapOvr>
</p:sld>
</file>

<file path=ppt/slides/slide8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197 - I will sing unto the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unto the Lord, </a:t>
            </a:r>
          </a:p>
          <a:p>
            <a:r>
              <a:rPr lang="en-US" dirty="0"/>
              <a:t>For he has triumphed gloriously:</a:t>
            </a:r>
          </a:p>
          <a:p>
            <a:r>
              <a:rPr lang="en-US" dirty="0"/>
              <a:t>The horse and rider fell into the sea.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489733"/>
      </p:ext>
    </p:extLst>
  </p:cSld>
  <p:clrMapOvr>
    <a:masterClrMapping/>
  </p:clrMapOvr>
</p:sld>
</file>

<file path=ppt/slides/slide8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Lord’s my strength my song, my </a:t>
            </a:r>
            <a:r>
              <a:rPr lang="en-US" dirty="0" err="1"/>
              <a:t>saviour</a:t>
            </a:r>
            <a:endParaRPr lang="en-US" dirty="0"/>
          </a:p>
          <a:p>
            <a:r>
              <a:rPr lang="en-US" dirty="0"/>
              <a:t>The Lord’s my God and I will extol him</a:t>
            </a:r>
          </a:p>
          <a:p>
            <a:r>
              <a:rPr lang="en-US" dirty="0"/>
              <a:t>My father’s God and I will praise him</a:t>
            </a:r>
          </a:p>
          <a:p>
            <a:r>
              <a:rPr lang="en-US" dirty="0"/>
              <a:t>My father’s God and I will exalt him.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209353"/>
      </p:ext>
    </p:extLst>
  </p:cSld>
  <p:clrMapOvr>
    <a:masterClrMapping/>
  </p:clrMapOvr>
</p:sld>
</file>

<file path=ppt/slides/slide8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97280"/>
            <a:ext cx="11797077" cy="5548069"/>
          </a:xfrm>
        </p:spPr>
        <p:txBody>
          <a:bodyPr/>
          <a:lstStyle/>
          <a:p>
            <a:r>
              <a:rPr lang="en-US" dirty="0"/>
              <a:t>Your right hand, Lord, in power so glorious</a:t>
            </a:r>
          </a:p>
          <a:p>
            <a:r>
              <a:rPr lang="en-US" dirty="0"/>
              <a:t>Your right hand, Lord, </a:t>
            </a:r>
          </a:p>
          <a:p>
            <a:r>
              <a:rPr lang="en-US" dirty="0"/>
              <a:t>has shattered all our enemies </a:t>
            </a:r>
          </a:p>
          <a:p>
            <a:r>
              <a:rPr lang="en-US" dirty="0"/>
              <a:t>You drowned the flower of Pharaoh’s army. </a:t>
            </a:r>
          </a:p>
          <a:p>
            <a:r>
              <a:rPr lang="en-US" dirty="0"/>
              <a:t>Our victory showed the greatness of </a:t>
            </a:r>
          </a:p>
          <a:p>
            <a:r>
              <a:rPr lang="en-US" dirty="0"/>
              <a:t>your glory.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288785"/>
      </p:ext>
    </p:extLst>
  </p:cSld>
  <p:clrMapOvr>
    <a:masterClrMapping/>
  </p:clrMapOvr>
</p:sld>
</file>

<file path=ppt/slides/slide8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unto the Lord </a:t>
            </a:r>
          </a:p>
          <a:p>
            <a:r>
              <a:rPr lang="en-US" dirty="0"/>
              <a:t>For he has triumphed gloriously</a:t>
            </a:r>
          </a:p>
          <a:p>
            <a:r>
              <a:rPr lang="en-US" dirty="0"/>
              <a:t>The grave is empty won’t you come and see.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889631"/>
      </p:ext>
    </p:extLst>
  </p:cSld>
  <p:clrMapOvr>
    <a:masterClrMapping/>
  </p:clrMapOvr>
</p:sld>
</file>

<file path=ppt/slides/slide8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lead us to your holy </a:t>
            </a:r>
            <a:r>
              <a:rPr lang="en-US" dirty="0" err="1"/>
              <a:t>moutain</a:t>
            </a:r>
            <a:r>
              <a:rPr lang="en-US" dirty="0"/>
              <a:t> </a:t>
            </a:r>
          </a:p>
          <a:p>
            <a:r>
              <a:rPr lang="en-US" dirty="0"/>
              <a:t>The place, O Lord, which you have made your own abode,</a:t>
            </a:r>
          </a:p>
          <a:p>
            <a:r>
              <a:rPr lang="en-US" dirty="0"/>
              <a:t>The sanctuary your hands have made.</a:t>
            </a:r>
          </a:p>
          <a:p>
            <a:r>
              <a:rPr lang="en-US" dirty="0"/>
              <a:t>The Lord will reign for ever and ever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236745"/>
      </p:ext>
    </p:extLst>
  </p:cSld>
  <p:clrMapOvr>
    <a:masterClrMapping/>
  </p:clrMapOvr>
</p:sld>
</file>

<file path=ppt/slides/slide8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198 - I’ll sing God’s praises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I’ll sing God’s praises, </a:t>
            </a:r>
          </a:p>
          <a:p>
            <a:endParaRPr lang="en-US" sz="2000" dirty="0"/>
          </a:p>
          <a:p>
            <a:r>
              <a:rPr lang="en-US" dirty="0"/>
              <a:t>He is my guide and my shepherd, </a:t>
            </a:r>
          </a:p>
          <a:p>
            <a:r>
              <a:rPr lang="en-US" dirty="0"/>
              <a:t>now and evermore. </a:t>
            </a:r>
          </a:p>
          <a:p>
            <a:r>
              <a:rPr lang="en-US" dirty="0"/>
              <a:t>He gives me rest in green pastures, </a:t>
            </a:r>
          </a:p>
          <a:p>
            <a:r>
              <a:rPr lang="en-US" dirty="0"/>
              <a:t>now and evermore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136079"/>
      </p:ext>
    </p:extLst>
  </p:cSld>
  <p:clrMapOvr>
    <a:masterClrMapping/>
  </p:clrMapOvr>
</p:sld>
</file>

<file path=ppt/slides/slide8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Near restful waters he leads me, </a:t>
            </a:r>
          </a:p>
          <a:p>
            <a:r>
              <a:rPr lang="en-US" dirty="0"/>
              <a:t>now and evermore, </a:t>
            </a:r>
          </a:p>
          <a:p>
            <a:r>
              <a:rPr lang="en-US" dirty="0"/>
              <a:t>Along the right path he keeps me, </a:t>
            </a:r>
          </a:p>
          <a:p>
            <a:r>
              <a:rPr lang="en-US" dirty="0"/>
              <a:t>now and evermore.</a:t>
            </a:r>
          </a:p>
          <a:p>
            <a:endParaRPr lang="en-IN" dirty="0"/>
          </a:p>
          <a:p>
            <a:r>
              <a:rPr lang="en-US" dirty="0"/>
              <a:t>His rod and crook are my comfort,  </a:t>
            </a:r>
          </a:p>
          <a:p>
            <a:r>
              <a:rPr lang="en-US" dirty="0"/>
              <a:t>now and evermore, </a:t>
            </a:r>
          </a:p>
          <a:p>
            <a:r>
              <a:rPr lang="en-US" dirty="0"/>
              <a:t>With oil my head is anointed, now and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136540"/>
      </p:ext>
    </p:extLst>
  </p:cSld>
  <p:clrMapOvr>
    <a:masterClrMapping/>
  </p:clrMapOvr>
</p:sld>
</file>

<file path=ppt/slides/slide8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loving </a:t>
            </a:r>
            <a:r>
              <a:rPr lang="en-US" dirty="0" err="1"/>
              <a:t>favours</a:t>
            </a:r>
            <a:r>
              <a:rPr lang="en-US" dirty="0"/>
              <a:t> pursue me, </a:t>
            </a:r>
          </a:p>
          <a:p>
            <a:r>
              <a:rPr lang="en-US" dirty="0"/>
              <a:t>now and evermore, </a:t>
            </a:r>
          </a:p>
          <a:p>
            <a:r>
              <a:rPr lang="en-US" dirty="0"/>
              <a:t>His house my dwelling for ever, </a:t>
            </a:r>
          </a:p>
          <a:p>
            <a:r>
              <a:rPr lang="en-US" dirty="0"/>
              <a:t>now and evermore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837632"/>
      </p:ext>
    </p:extLst>
  </p:cSld>
  <p:clrMapOvr>
    <a:masterClrMapping/>
  </p:clrMapOvr>
</p:sld>
</file>

<file path=ppt/slides/slide8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6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199 - I’ll turn my steps to the altar of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turn my steps to the altar of God,   </a:t>
            </a:r>
          </a:p>
          <a:p>
            <a:r>
              <a:rPr lang="en-US" dirty="0"/>
              <a:t>I’ll turn my steps to the gladness of my life. </a:t>
            </a:r>
          </a:p>
          <a:p>
            <a:endParaRPr lang="en-IN" dirty="0"/>
          </a:p>
          <a:p>
            <a:r>
              <a:rPr lang="en-US" dirty="0"/>
              <a:t>Show your justice in pleading my cause, </a:t>
            </a:r>
          </a:p>
          <a:p>
            <a:r>
              <a:rPr lang="en-US" dirty="0"/>
              <a:t>Let me walk in the way of your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26152"/>
      </p:ext>
    </p:extLst>
  </p:cSld>
  <p:clrMapOvr>
    <a:masterClrMapping/>
  </p:clrMapOvr>
</p:sld>
</file>

<file path=ppt/slides/slide8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I’ll turn my steps to the altar of God,   </a:t>
            </a:r>
          </a:p>
          <a:p>
            <a:r>
              <a:rPr lang="en-US" dirty="0"/>
              <a:t>I’ll turn my steps to the gladness of my life. </a:t>
            </a:r>
          </a:p>
          <a:p>
            <a:r>
              <a:rPr lang="en-US" dirty="0"/>
              <a:t>Lead me on with your power and strength </a:t>
            </a:r>
          </a:p>
          <a:p>
            <a:r>
              <a:rPr lang="en-US" dirty="0"/>
              <a:t>And my courage will never be spent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039359"/>
      </p:ext>
    </p:extLst>
  </p:cSld>
  <p:clrMapOvr>
    <a:masterClrMapping/>
  </p:clrMapOvr>
</p:sld>
</file>

<file path=ppt/slides/slide8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turn my steps to the altar of God,   </a:t>
            </a:r>
          </a:p>
          <a:p>
            <a:r>
              <a:rPr lang="en-US" dirty="0"/>
              <a:t>I’ll turn my steps to the gladness of my life. </a:t>
            </a:r>
          </a:p>
          <a:p>
            <a:r>
              <a:rPr lang="en-US" dirty="0"/>
              <a:t>Fill my heart with your truth and your light </a:t>
            </a:r>
          </a:p>
          <a:p>
            <a:r>
              <a:rPr lang="en-US" dirty="0"/>
              <a:t>As I enter with joy in your sight.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491988"/>
      </p:ext>
    </p:extLst>
  </p:cSld>
  <p:clrMapOvr>
    <a:masterClrMapping/>
  </p:clrMapOvr>
</p:sld>
</file>

<file path=ppt/slides/slide8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I’ll turn my steps to the altar of God,   </a:t>
            </a:r>
          </a:p>
          <a:p>
            <a:r>
              <a:rPr lang="en-US" dirty="0"/>
              <a:t>I’ll turn my steps to the gladness of my life. </a:t>
            </a:r>
          </a:p>
          <a:p>
            <a:r>
              <a:rPr lang="en-US" dirty="0"/>
              <a:t>Holy praises to God I will sing. </a:t>
            </a:r>
          </a:p>
          <a:p>
            <a:r>
              <a:rPr lang="en-US" dirty="0"/>
              <a:t>I will trust and will hope in my King.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54807"/>
      </p:ext>
    </p:extLst>
  </p:cSld>
  <p:clrMapOvr>
    <a:masterClrMapping/>
  </p:clrMapOvr>
</p:sld>
</file>

<file path=ppt/slides/slide8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turn my steps to the altar of God,   </a:t>
            </a:r>
          </a:p>
          <a:p>
            <a:r>
              <a:rPr lang="en-US" dirty="0"/>
              <a:t>I’ll turn my steps to the gladness of my life. </a:t>
            </a:r>
          </a:p>
          <a:p>
            <a:r>
              <a:rPr lang="en-US" dirty="0"/>
              <a:t>Glory be to the Father and Son</a:t>
            </a:r>
          </a:p>
          <a:p>
            <a:r>
              <a:rPr lang="en-US" dirty="0"/>
              <a:t>And the Spirit while ages are run.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879919"/>
      </p:ext>
    </p:extLst>
  </p:cSld>
  <p:clrMapOvr>
    <a:masterClrMapping/>
  </p:clrMapOvr>
</p:sld>
</file>

<file path=ppt/slides/slide8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200 - I’ve got a river of life flowing out of 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got a river of life flowing out of me,    </a:t>
            </a:r>
          </a:p>
          <a:p>
            <a:r>
              <a:rPr lang="en-US" dirty="0"/>
              <a:t>Makes the lame to walk and the blind to see, </a:t>
            </a:r>
          </a:p>
          <a:p>
            <a:r>
              <a:rPr lang="en-US" dirty="0"/>
              <a:t>Opens prison doors, sets the captives free </a:t>
            </a:r>
          </a:p>
          <a:p>
            <a:r>
              <a:rPr lang="en-US" dirty="0"/>
              <a:t>I’ve got a river of life flowing out of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101306"/>
      </p:ext>
    </p:extLst>
  </p:cSld>
  <p:clrMapOvr>
    <a:masterClrMapping/>
  </p:clrMapOvr>
</p:sld>
</file>

<file path=ppt/slides/slide8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up, O well, within my soul,</a:t>
            </a:r>
          </a:p>
          <a:p>
            <a:r>
              <a:rPr lang="en-US" dirty="0"/>
              <a:t>Spring up, O well, and make me whole.</a:t>
            </a:r>
          </a:p>
          <a:p>
            <a:r>
              <a:rPr lang="en-US" dirty="0"/>
              <a:t>Spring up, O well, and give to me </a:t>
            </a:r>
          </a:p>
          <a:p>
            <a:r>
              <a:rPr lang="en-US" dirty="0"/>
              <a:t>That life abundantly.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316263"/>
      </p:ext>
    </p:extLst>
  </p:cSld>
  <p:clrMapOvr>
    <a:masterClrMapping/>
  </p:clrMapOvr>
</p:sld>
</file>

<file path=ppt/slides/slide8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a fountain flowing </a:t>
            </a:r>
          </a:p>
          <a:p>
            <a:r>
              <a:rPr lang="en-US" dirty="0"/>
              <a:t>from the </a:t>
            </a:r>
            <a:r>
              <a:rPr lang="en-US" dirty="0" err="1"/>
              <a:t>Saviour’s</a:t>
            </a:r>
            <a:r>
              <a:rPr lang="en-US" dirty="0"/>
              <a:t> side, </a:t>
            </a:r>
          </a:p>
          <a:p>
            <a:r>
              <a:rPr lang="en-US" dirty="0"/>
              <a:t>All my sins forgiven in that precious tide, </a:t>
            </a:r>
          </a:p>
          <a:p>
            <a:r>
              <a:rPr lang="en-US" dirty="0"/>
              <a:t>Jesus paid the ransom when for me he died, </a:t>
            </a:r>
          </a:p>
          <a:p>
            <a:r>
              <a:rPr lang="en-US" dirty="0"/>
              <a:t>There’s a fountain flowing </a:t>
            </a:r>
          </a:p>
          <a:p>
            <a:r>
              <a:rPr lang="en-US" dirty="0"/>
              <a:t>from the </a:t>
            </a:r>
            <a:r>
              <a:rPr lang="en-US" dirty="0" err="1"/>
              <a:t>Saviour’s</a:t>
            </a:r>
            <a:r>
              <a:rPr lang="en-US" dirty="0"/>
              <a:t> side.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293541"/>
      </p:ext>
    </p:extLst>
  </p:cSld>
  <p:clrMapOvr>
    <a:masterClrMapping/>
  </p:clrMapOvr>
</p:sld>
</file>

<file path=ppt/slides/slide8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up, O well, within my soul,</a:t>
            </a:r>
          </a:p>
          <a:p>
            <a:r>
              <a:rPr lang="en-US" dirty="0"/>
              <a:t>Spring up, O well, and make me whole.</a:t>
            </a:r>
          </a:p>
          <a:p>
            <a:r>
              <a:rPr lang="en-US" dirty="0"/>
              <a:t>Spring up, O well, and give to me </a:t>
            </a:r>
          </a:p>
          <a:p>
            <a:r>
              <a:rPr lang="en-US" dirty="0"/>
              <a:t>That life abundantly.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965810"/>
      </p:ext>
    </p:extLst>
  </p:cSld>
  <p:clrMapOvr>
    <a:masterClrMapping/>
  </p:clrMapOvr>
</p:sld>
</file>

<file path=ppt/slides/slide8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4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201 - I’ve got the love of Jesus down in my heart,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21823"/>
            <a:ext cx="11753537" cy="4824549"/>
          </a:xfrm>
        </p:spPr>
        <p:txBody>
          <a:bodyPr/>
          <a:lstStyle/>
          <a:p>
            <a:r>
              <a:rPr lang="en-US" dirty="0"/>
              <a:t>I’ve got the love of Jesus down in my heart,    </a:t>
            </a:r>
          </a:p>
          <a:p>
            <a:r>
              <a:rPr lang="en-US" dirty="0"/>
              <a:t>Down in my heart, down in my heart,</a:t>
            </a:r>
          </a:p>
          <a:p>
            <a:r>
              <a:rPr lang="en-US" dirty="0"/>
              <a:t>I’ve got the love of Jesus down in my heart,</a:t>
            </a:r>
          </a:p>
          <a:p>
            <a:r>
              <a:rPr lang="en-US" dirty="0"/>
              <a:t>Down in my heart to stay.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297955"/>
      </p:ext>
    </p:extLst>
  </p:cSld>
  <p:clrMapOvr>
    <a:masterClrMapping/>
  </p:clrMapOvr>
</p:sld>
</file>

<file path=ppt/slides/slide8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got his risen life deep down in my heart... </a:t>
            </a:r>
          </a:p>
          <a:p>
            <a:endParaRPr lang="en-US" dirty="0"/>
          </a:p>
          <a:p>
            <a:r>
              <a:rPr lang="en-US" dirty="0"/>
              <a:t>I’ve got that joy, joy, joy deep down in my heart...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632975"/>
      </p:ext>
    </p:extLst>
  </p:cSld>
  <p:clrMapOvr>
    <a:masterClrMapping/>
  </p:clrMapOvr>
</p:sld>
</file>

<file path=ppt/slides/slide8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202 - If we live, it’s for the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live, it’s for the Lord,</a:t>
            </a:r>
          </a:p>
          <a:p>
            <a:r>
              <a:rPr lang="en-US" dirty="0"/>
              <a:t>If we die, it’s for the Lord,</a:t>
            </a:r>
          </a:p>
          <a:p>
            <a:r>
              <a:rPr lang="en-US" dirty="0"/>
              <a:t>For Christ rose to be the Lord </a:t>
            </a:r>
          </a:p>
          <a:p>
            <a:r>
              <a:rPr lang="en-US" dirty="0"/>
              <a:t>Of the living and of the dead.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719488"/>
      </p:ext>
    </p:extLst>
  </p:cSld>
  <p:clrMapOvr>
    <a:masterClrMapping/>
  </p:clrMapOvr>
</p:sld>
</file>

<file path=ppt/slides/slide8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 know that my Redeemer lives, </a:t>
            </a:r>
          </a:p>
          <a:p>
            <a:r>
              <a:rPr lang="en-US" dirty="0"/>
              <a:t>At the end he’ll stand upon the earth, </a:t>
            </a:r>
          </a:p>
          <a:p>
            <a:r>
              <a:rPr lang="en-US" dirty="0"/>
              <a:t>He shall be a witness by my side, </a:t>
            </a:r>
          </a:p>
          <a:p>
            <a:r>
              <a:rPr lang="en-US" dirty="0"/>
              <a:t>He will come to my </a:t>
            </a:r>
            <a:r>
              <a:rPr lang="en-US" dirty="0" err="1"/>
              <a:t>defence</a:t>
            </a:r>
            <a:r>
              <a:rPr lang="en-US" dirty="0"/>
              <a:t>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736594"/>
      </p:ext>
    </p:extLst>
  </p:cSld>
  <p:clrMapOvr>
    <a:masterClrMapping/>
  </p:clrMapOvr>
</p:sld>
</file>

<file path=ppt/slides/slide8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live, it’s for the Lord,</a:t>
            </a:r>
          </a:p>
          <a:p>
            <a:r>
              <a:rPr lang="en-US" dirty="0"/>
              <a:t>If we die, it’s for the Lord,</a:t>
            </a:r>
          </a:p>
          <a:p>
            <a:r>
              <a:rPr lang="en-US" dirty="0"/>
              <a:t>For Christ rose to be the Lord </a:t>
            </a:r>
          </a:p>
          <a:p>
            <a:r>
              <a:rPr lang="en-US" dirty="0"/>
              <a:t>Of the living and of the dead.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979196"/>
      </p:ext>
    </p:extLst>
  </p:cSld>
  <p:clrMapOvr>
    <a:masterClrMapping/>
  </p:clrMapOvr>
</p:sld>
</file>

<file path=ppt/slides/slide8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Where, O death, where is your victory? </a:t>
            </a:r>
          </a:p>
          <a:p>
            <a:r>
              <a:rPr lang="en-US" dirty="0"/>
              <a:t>Where, O death, where is your power to hurt? </a:t>
            </a:r>
          </a:p>
          <a:p>
            <a:r>
              <a:rPr lang="en-US" dirty="0"/>
              <a:t>For the Lord has conquered sin and death, </a:t>
            </a:r>
          </a:p>
          <a:p>
            <a:r>
              <a:rPr lang="en-US" dirty="0"/>
              <a:t>By his cross we are made free!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856364"/>
      </p:ext>
    </p:extLst>
  </p:cSld>
  <p:clrMapOvr>
    <a:masterClrMapping/>
  </p:clrMapOvr>
</p:sld>
</file>

<file path=ppt/slides/slide8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live, it’s for the Lord,</a:t>
            </a:r>
          </a:p>
          <a:p>
            <a:r>
              <a:rPr lang="en-US" dirty="0"/>
              <a:t>If we die, it’s for the Lord,</a:t>
            </a:r>
          </a:p>
          <a:p>
            <a:r>
              <a:rPr lang="en-US" dirty="0"/>
              <a:t>For Christ rose to be the Lord </a:t>
            </a:r>
          </a:p>
          <a:p>
            <a:r>
              <a:rPr lang="en-US" dirty="0"/>
              <a:t>Of the living and of the dead.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122072"/>
      </p:ext>
    </p:extLst>
  </p:cSld>
  <p:clrMapOvr>
    <a:masterClrMapping/>
  </p:clrMapOvr>
</p:sld>
</file>

<file path=ppt/slides/slide8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were dead through our own trespasses, </a:t>
            </a:r>
          </a:p>
          <a:p>
            <a:r>
              <a:rPr lang="en-US" dirty="0"/>
              <a:t>We obeyed the promptings of the world; </a:t>
            </a:r>
          </a:p>
          <a:p>
            <a:r>
              <a:rPr lang="en-US" dirty="0"/>
              <a:t>But with Christ we have now risen, </a:t>
            </a:r>
          </a:p>
          <a:p>
            <a:r>
              <a:rPr lang="en-US" dirty="0"/>
              <a:t>By his grace we have been saved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56871"/>
      </p:ext>
    </p:extLst>
  </p:cSld>
  <p:clrMapOvr>
    <a:masterClrMapping/>
  </p:clrMapOvr>
</p:sld>
</file>

<file path=ppt/slides/slide8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live, it’s for the Lord,</a:t>
            </a:r>
          </a:p>
          <a:p>
            <a:r>
              <a:rPr lang="en-US" dirty="0"/>
              <a:t>If we die, it’s for the Lord,</a:t>
            </a:r>
          </a:p>
          <a:p>
            <a:r>
              <a:rPr lang="en-US" dirty="0"/>
              <a:t>For Christ rose to be the Lord </a:t>
            </a:r>
          </a:p>
          <a:p>
            <a:r>
              <a:rPr lang="en-US" dirty="0"/>
              <a:t>Of the living and of the dead.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573593"/>
      </p:ext>
    </p:extLst>
  </p:cSld>
  <p:clrMapOvr>
    <a:masterClrMapping/>
  </p:clrMapOvr>
</p:sld>
</file>

<file path=ppt/slides/slide8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sleep as children of the night, </a:t>
            </a:r>
          </a:p>
          <a:p>
            <a:r>
              <a:rPr lang="en-US" dirty="0"/>
              <a:t>Stay awake as children of the day. </a:t>
            </a:r>
          </a:p>
          <a:p>
            <a:r>
              <a:rPr lang="en-US" dirty="0"/>
              <a:t>For the Lord has risen from the dead: </a:t>
            </a:r>
          </a:p>
          <a:p>
            <a:r>
              <a:rPr lang="en-US" dirty="0"/>
              <a:t>It is this that we proclaim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597823"/>
      </p:ext>
    </p:extLst>
  </p:cSld>
  <p:clrMapOvr>
    <a:masterClrMapping/>
  </p:clrMapOvr>
</p:sld>
</file>

<file path=ppt/slides/slide8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live, it’s for the Lord,</a:t>
            </a:r>
          </a:p>
          <a:p>
            <a:r>
              <a:rPr lang="en-US" dirty="0"/>
              <a:t>If we die, it’s for the Lord,</a:t>
            </a:r>
          </a:p>
          <a:p>
            <a:r>
              <a:rPr lang="en-US" dirty="0"/>
              <a:t>For Christ rose to be the Lord </a:t>
            </a:r>
          </a:p>
          <a:p>
            <a:r>
              <a:rPr lang="en-US" dirty="0"/>
              <a:t>Of the living and of the dead.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771476"/>
      </p:ext>
    </p:extLst>
  </p:cSld>
  <p:clrMapOvr>
    <a:masterClrMapping/>
  </p:clrMapOvr>
</p:sld>
</file>

<file path=ppt/slides/slide8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203 - If you wish to be my disciple,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endParaRPr lang="en-US" dirty="0"/>
          </a:p>
          <a:p>
            <a:r>
              <a:rPr lang="en-US" dirty="0"/>
              <a:t>The foxes have their holes, </a:t>
            </a:r>
          </a:p>
          <a:p>
            <a:r>
              <a:rPr lang="en-US" dirty="0"/>
              <a:t>the birds their nest, </a:t>
            </a:r>
          </a:p>
          <a:p>
            <a:r>
              <a:rPr lang="en-US" dirty="0"/>
              <a:t>But I have not a place to take my rest.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723359"/>
      </p:ext>
    </p:extLst>
  </p:cSld>
  <p:clrMapOvr>
    <a:masterClrMapping/>
  </p:clrMapOvr>
</p:sld>
</file>

<file path=ppt/slides/slide8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r>
              <a:rPr lang="en-US" dirty="0"/>
              <a:t>Whoever loves his life will only lose it. </a:t>
            </a:r>
          </a:p>
          <a:p>
            <a:r>
              <a:rPr lang="en-US" dirty="0"/>
              <a:t>It’s only sacrifice that brings one gain.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30118"/>
      </p:ext>
    </p:extLst>
  </p:cSld>
  <p:clrMapOvr>
    <a:masterClrMapping/>
  </p:clrMapOvr>
</p:sld>
</file>

<file path=ppt/slides/slide8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endParaRPr lang="en-IN" dirty="0"/>
          </a:p>
          <a:p>
            <a:r>
              <a:rPr lang="en-US" dirty="0"/>
              <a:t>All you who </a:t>
            </a:r>
            <a:r>
              <a:rPr lang="en-US" dirty="0" err="1"/>
              <a:t>labour</a:t>
            </a:r>
            <a:r>
              <a:rPr lang="en-US" dirty="0"/>
              <a:t> come, </a:t>
            </a:r>
          </a:p>
          <a:p>
            <a:r>
              <a:rPr lang="en-US" dirty="0"/>
              <a:t>you who are burdened. </a:t>
            </a:r>
          </a:p>
          <a:p>
            <a:r>
              <a:rPr lang="en-US" dirty="0"/>
              <a:t>Take up my yoke as well and you’ll find rest.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366830"/>
      </p:ext>
    </p:extLst>
  </p:cSld>
  <p:clrMapOvr>
    <a:masterClrMapping/>
  </p:clrMapOvr>
</p:sld>
</file>

<file path=ppt/slides/slide8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one who holds the plough </a:t>
            </a:r>
          </a:p>
          <a:p>
            <a:r>
              <a:rPr lang="en-US" dirty="0"/>
              <a:t>and looks behind, </a:t>
            </a:r>
          </a:p>
          <a:p>
            <a:r>
              <a:rPr lang="en-US" dirty="0"/>
              <a:t>My kingdom cannot serve, </a:t>
            </a:r>
          </a:p>
          <a:p>
            <a:r>
              <a:rPr lang="en-US" dirty="0"/>
              <a:t>my peace won’t find.</a:t>
            </a:r>
          </a:p>
          <a:p>
            <a:endParaRPr lang="en-IN" sz="2800" dirty="0"/>
          </a:p>
          <a:p>
            <a:r>
              <a:rPr lang="en-US" dirty="0"/>
              <a:t>A servant surely is less than his master:</a:t>
            </a:r>
          </a:p>
          <a:p>
            <a:r>
              <a:rPr lang="en-US" dirty="0"/>
              <a:t>If they have hated me, they will hate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916217"/>
      </p:ext>
    </p:extLst>
  </p:cSld>
  <p:clrMapOvr>
    <a:masterClrMapping/>
  </p:clrMapOvr>
</p:sld>
</file>

<file path=ppt/slides/slide8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r>
              <a:rPr lang="en-US" dirty="0"/>
              <a:t>Take nothing for your pay, </a:t>
            </a:r>
          </a:p>
          <a:p>
            <a:r>
              <a:rPr lang="en-US" dirty="0"/>
              <a:t>no bread, no money.</a:t>
            </a:r>
          </a:p>
          <a:p>
            <a:r>
              <a:rPr lang="en-US" dirty="0"/>
              <a:t>Your treasure must be one no moth destroys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574544"/>
      </p:ext>
    </p:extLst>
  </p:cSld>
  <p:clrMapOvr>
    <a:masterClrMapping/>
  </p:clrMapOvr>
</p:sld>
</file>

<file path=ppt/slides/slide8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endParaRPr lang="en-IN" dirty="0"/>
          </a:p>
          <a:p>
            <a:r>
              <a:rPr lang="en-US" dirty="0"/>
              <a:t>So let your loins be girt, your lamps </a:t>
            </a:r>
            <a:r>
              <a:rPr lang="en-US" dirty="0" err="1"/>
              <a:t>aburning</a:t>
            </a:r>
            <a:r>
              <a:rPr lang="en-US" dirty="0"/>
              <a:t>.</a:t>
            </a:r>
          </a:p>
          <a:p>
            <a:r>
              <a:rPr lang="en-US" dirty="0"/>
              <a:t>And be like those who wait for my return.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544059"/>
      </p:ext>
    </p:extLst>
  </p:cSld>
  <p:clrMapOvr>
    <a:masterClrMapping/>
  </p:clrMapOvr>
</p:sld>
</file>

<file path=ppt/slides/slide8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my disciple, </a:t>
            </a:r>
          </a:p>
          <a:p>
            <a:r>
              <a:rPr lang="en-US" dirty="0"/>
              <a:t>Take up your cross and follow me.</a:t>
            </a:r>
          </a:p>
          <a:p>
            <a:endParaRPr lang="en-US" dirty="0"/>
          </a:p>
          <a:p>
            <a:r>
              <a:rPr lang="en-US" dirty="0"/>
              <a:t>You who have followed me, </a:t>
            </a:r>
          </a:p>
          <a:p>
            <a:r>
              <a:rPr lang="en-US" dirty="0"/>
              <a:t>when life is ended,</a:t>
            </a:r>
          </a:p>
          <a:p>
            <a:r>
              <a:rPr lang="en-US" dirty="0"/>
              <a:t>Will reap a hundredfold eternally.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050199"/>
      </p:ext>
    </p:extLst>
  </p:cSld>
  <p:clrMapOvr>
    <a:masterClrMapping/>
  </p:clrMapOvr>
</p:sld>
</file>

<file path=ppt/slides/slide8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204 - In bread we bring You,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400" dirty="0"/>
              <a:t>In bread we bring You, Lord, our bodies’ </a:t>
            </a:r>
            <a:r>
              <a:rPr lang="en-US" sz="4400" dirty="0" err="1"/>
              <a:t>labour</a:t>
            </a:r>
            <a:r>
              <a:rPr lang="en-US" sz="4400" dirty="0"/>
              <a:t>.   </a:t>
            </a:r>
          </a:p>
          <a:p>
            <a:r>
              <a:rPr lang="en-US" sz="4400" dirty="0"/>
              <a:t>In wine we offer you our spirit’s grief. </a:t>
            </a:r>
          </a:p>
          <a:p>
            <a:r>
              <a:rPr lang="en-US" sz="4400" dirty="0"/>
              <a:t>We do not ask you, Lord, who is my </a:t>
            </a:r>
            <a:r>
              <a:rPr lang="en-US" sz="4400" dirty="0" err="1"/>
              <a:t>neighbour</a:t>
            </a:r>
            <a:r>
              <a:rPr lang="en-US" sz="4400" dirty="0"/>
              <a:t>? </a:t>
            </a:r>
          </a:p>
          <a:p>
            <a:r>
              <a:rPr lang="en-US" sz="4400" dirty="0"/>
              <a:t>But stand united now, one in belief. </a:t>
            </a:r>
          </a:p>
          <a:p>
            <a:r>
              <a:rPr lang="en-US" sz="4400" dirty="0"/>
              <a:t>Oh we have gladly heard your Word, your holy Word </a:t>
            </a:r>
          </a:p>
          <a:p>
            <a:r>
              <a:rPr lang="en-US" sz="4400" dirty="0"/>
              <a:t>And now in answer, Lord, our gifts we bring. </a:t>
            </a:r>
          </a:p>
          <a:p>
            <a:r>
              <a:rPr lang="en-US" sz="4400" dirty="0"/>
              <a:t>Our selfish hearts make true, our failing faith renew, </a:t>
            </a:r>
          </a:p>
          <a:p>
            <a:r>
              <a:rPr lang="en-US" sz="4400" dirty="0"/>
              <a:t>Our lives belong to you, our Lord and 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25238"/>
      </p:ext>
    </p:extLst>
  </p:cSld>
  <p:clrMapOvr>
    <a:masterClrMapping/>
  </p:clrMapOvr>
</p:sld>
</file>

<file path=ppt/slides/slide8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bread we offer you is blessed and broken, </a:t>
            </a:r>
          </a:p>
          <a:p>
            <a:r>
              <a:rPr lang="en-US" dirty="0"/>
              <a:t>And it becomes for us our spirit’s food. </a:t>
            </a:r>
          </a:p>
          <a:p>
            <a:r>
              <a:rPr lang="en-US" dirty="0"/>
              <a:t>Over the cup we bring, your Word is spoken: </a:t>
            </a:r>
          </a:p>
          <a:p>
            <a:r>
              <a:rPr lang="en-US" dirty="0"/>
              <a:t>Make it your gift to us, your healing blood. </a:t>
            </a:r>
          </a:p>
          <a:p>
            <a:r>
              <a:rPr lang="en-US" dirty="0"/>
              <a:t>Take all that daily toil plants in our heart’s poor soil, </a:t>
            </a:r>
          </a:p>
          <a:p>
            <a:r>
              <a:rPr lang="en-US" dirty="0"/>
              <a:t>Take all we start and spoil, each hopeful dream, </a:t>
            </a:r>
          </a:p>
          <a:p>
            <a:r>
              <a:rPr lang="en-US" dirty="0"/>
              <a:t>The chances we have missed, the graces we resist, </a:t>
            </a:r>
          </a:p>
          <a:p>
            <a:r>
              <a:rPr lang="en-US" dirty="0"/>
              <a:t>Lord, in this Eucharist, take and redeem.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380375"/>
      </p:ext>
    </p:extLst>
  </p:cSld>
  <p:clrMapOvr>
    <a:masterClrMapping/>
  </p:clrMapOvr>
</p:sld>
</file>

<file path=ppt/slides/slide8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57722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205 - In him we live and move and have our being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47651"/>
            <a:ext cx="11753537" cy="52490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him we live and move and have our being,   </a:t>
            </a:r>
          </a:p>
          <a:p>
            <a:r>
              <a:rPr lang="en-US" dirty="0"/>
              <a:t>In him we live and move and have our being.</a:t>
            </a:r>
          </a:p>
          <a:p>
            <a:endParaRPr lang="en-US" sz="2000" dirty="0"/>
          </a:p>
          <a:p>
            <a:r>
              <a:rPr lang="en-US" dirty="0"/>
              <a:t>I heard the voice of Jesus: </a:t>
            </a:r>
          </a:p>
          <a:p>
            <a:r>
              <a:rPr lang="en-US" dirty="0"/>
              <a:t>“O come to me and rest. </a:t>
            </a:r>
          </a:p>
          <a:p>
            <a:r>
              <a:rPr lang="en-US" dirty="0"/>
              <a:t>If you are weary, sit by me </a:t>
            </a:r>
          </a:p>
          <a:p>
            <a:r>
              <a:rPr lang="en-US" dirty="0"/>
              <a:t>and lean upon my breast”.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416438"/>
      </p:ext>
    </p:extLst>
  </p:cSld>
  <p:clrMapOvr>
    <a:masterClrMapping/>
  </p:clrMapOvr>
</p:sld>
</file>

<file path=ppt/slides/slide8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I heard the voice of Jesus: “Behold I freely give</a:t>
            </a:r>
          </a:p>
          <a:p>
            <a:r>
              <a:rPr lang="en-US" sz="5200" dirty="0"/>
              <a:t>A living stream to those who thirst, my Spirit drink and live”.</a:t>
            </a:r>
          </a:p>
          <a:p>
            <a:endParaRPr lang="en-US" sz="2200" dirty="0"/>
          </a:p>
          <a:p>
            <a:r>
              <a:rPr lang="en-US" sz="5200" dirty="0"/>
              <a:t>I heard the voice of Jesus: </a:t>
            </a:r>
          </a:p>
          <a:p>
            <a:r>
              <a:rPr lang="en-US" sz="5200" dirty="0"/>
              <a:t>“I am the world’s true Light;</a:t>
            </a:r>
          </a:p>
          <a:p>
            <a:r>
              <a:rPr lang="en-US" sz="5200" dirty="0"/>
              <a:t>Come, follow me: your Sun shall rise and all your day be bright”.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546606"/>
      </p:ext>
    </p:extLst>
  </p:cSld>
  <p:clrMapOvr>
    <a:masterClrMapping/>
  </p:clrMapOvr>
</p:sld>
</file>

<file path=ppt/slides/slide8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206 - In His days peace and justice shall prevail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17027"/>
            <a:ext cx="11753537" cy="5445030"/>
          </a:xfrm>
        </p:spPr>
        <p:txBody>
          <a:bodyPr>
            <a:normAutofit/>
          </a:bodyPr>
          <a:lstStyle/>
          <a:p>
            <a:r>
              <a:rPr lang="en-US" dirty="0"/>
              <a:t>In His days peace and justice shall prevail - [2] </a:t>
            </a:r>
          </a:p>
          <a:p>
            <a:endParaRPr lang="en-US" sz="2000" dirty="0"/>
          </a:p>
          <a:p>
            <a:r>
              <a:rPr lang="en-US" dirty="0"/>
              <a:t>O God give your judgement to the king,</a:t>
            </a:r>
          </a:p>
          <a:p>
            <a:r>
              <a:rPr lang="en-US" dirty="0"/>
              <a:t>To a king’s Son your justice,</a:t>
            </a:r>
          </a:p>
          <a:p>
            <a:r>
              <a:rPr lang="en-US" dirty="0"/>
              <a:t>That he may judge your people in justice</a:t>
            </a:r>
          </a:p>
          <a:p>
            <a:r>
              <a:rPr lang="en-US" dirty="0"/>
              <a:t>And your poor in right judgement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737678"/>
      </p:ext>
    </p:extLst>
  </p:cSld>
  <p:clrMapOvr>
    <a:masterClrMapping/>
  </p:clrMapOvr>
</p:sld>
</file>

<file path=ppt/slides/slide8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God give your </a:t>
            </a:r>
            <a:r>
              <a:rPr lang="en-US" dirty="0" err="1"/>
              <a:t>judgement</a:t>
            </a:r>
            <a:r>
              <a:rPr lang="en-US" dirty="0"/>
              <a:t> to the king,</a:t>
            </a:r>
          </a:p>
          <a:p>
            <a:r>
              <a:rPr lang="en-US" dirty="0"/>
              <a:t>To a king’s Son your justice,</a:t>
            </a:r>
          </a:p>
          <a:p>
            <a:r>
              <a:rPr lang="en-US" dirty="0"/>
              <a:t>That he may judge your people in justice</a:t>
            </a:r>
          </a:p>
          <a:p>
            <a:r>
              <a:rPr lang="en-US" dirty="0"/>
              <a:t>And your poor in right </a:t>
            </a:r>
            <a:r>
              <a:rPr lang="en-US" dirty="0" err="1"/>
              <a:t>judgement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732725"/>
      </p:ext>
    </p:extLst>
  </p:cSld>
  <p:clrMapOvr>
    <a:masterClrMapping/>
  </p:clrMapOvr>
</p:sld>
</file>

<file path=ppt/slides/slide8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days justice shall flourish</a:t>
            </a:r>
          </a:p>
          <a:p>
            <a:r>
              <a:rPr lang="en-US" dirty="0"/>
              <a:t>And peace till the moon fails, </a:t>
            </a:r>
          </a:p>
          <a:p>
            <a:r>
              <a:rPr lang="en-US" dirty="0"/>
              <a:t>He shall rule from sea to sea, </a:t>
            </a:r>
          </a:p>
          <a:p>
            <a:r>
              <a:rPr lang="en-US" dirty="0"/>
              <a:t>From the great river to earth’s bounds.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719678"/>
      </p:ext>
    </p:extLst>
  </p:cSld>
  <p:clrMapOvr>
    <a:masterClrMapping/>
  </p:clrMapOvr>
</p:sld>
</file>

<file path=ppt/slides/slide8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shall save the poor when they cry</a:t>
            </a:r>
          </a:p>
          <a:p>
            <a:r>
              <a:rPr lang="en-US" dirty="0"/>
              <a:t>And the needy who are helpless.</a:t>
            </a:r>
          </a:p>
          <a:p>
            <a:r>
              <a:rPr lang="en-US" dirty="0"/>
              <a:t>He will have pity on the weak,</a:t>
            </a:r>
          </a:p>
          <a:p>
            <a:r>
              <a:rPr lang="en-US" dirty="0"/>
              <a:t>And save the lives of the </a:t>
            </a:r>
            <a:r>
              <a:rPr lang="en-US" dirty="0" err="1"/>
              <a:t>opressed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999926"/>
      </p:ext>
    </p:extLst>
  </p:cSld>
  <p:clrMapOvr>
    <a:masterClrMapping/>
  </p:clrMapOvr>
</p:sld>
</file>

<file path=ppt/slides/slide8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Lord, he is King, let him in! - [2]</a:t>
            </a:r>
          </a:p>
          <a:p>
            <a:endParaRPr lang="en-US" dirty="0"/>
          </a:p>
          <a:p>
            <a:r>
              <a:rPr lang="en-US" dirty="0"/>
              <a:t>The Lord’s is the earth and its fullness.</a:t>
            </a:r>
          </a:p>
          <a:p>
            <a:r>
              <a:rPr lang="en-US" dirty="0"/>
              <a:t>The world and all its peoples.</a:t>
            </a:r>
          </a:p>
          <a:p>
            <a:r>
              <a:rPr lang="en-US" dirty="0"/>
              <a:t>It is he who set it on the seas; </a:t>
            </a:r>
          </a:p>
          <a:p>
            <a:r>
              <a:rPr lang="en-US" dirty="0"/>
              <a:t>On the waters he made it firm.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824892"/>
      </p:ext>
    </p:extLst>
  </p:cSld>
  <p:clrMapOvr>
    <a:masterClrMapping/>
  </p:clrMapOvr>
</p:sld>
</file>

<file path=ppt/slides/slide8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shall climb the mountain of the Lord?</a:t>
            </a:r>
          </a:p>
          <a:p>
            <a:r>
              <a:rPr lang="en-US" dirty="0"/>
              <a:t>Who shall stand in his holy place?</a:t>
            </a:r>
          </a:p>
          <a:p>
            <a:r>
              <a:rPr lang="en-US" dirty="0"/>
              <a:t>The one with clean hands and pure heart, </a:t>
            </a:r>
          </a:p>
          <a:p>
            <a:r>
              <a:rPr lang="en-US" dirty="0"/>
              <a:t>Who desires not worthless things.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013443"/>
      </p:ext>
    </p:extLst>
  </p:cSld>
  <p:clrMapOvr>
    <a:masterClrMapping/>
  </p:clrMapOvr>
</p:sld>
</file>

<file path=ppt/slides/slide8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shall receive blessings from the Lord</a:t>
            </a:r>
          </a:p>
          <a:p>
            <a:r>
              <a:rPr lang="en-US" dirty="0"/>
              <a:t>And reward from the God who saves them.</a:t>
            </a:r>
          </a:p>
          <a:p>
            <a:r>
              <a:rPr lang="en-US" dirty="0"/>
              <a:t>Such are those who seek him, </a:t>
            </a:r>
          </a:p>
          <a:p>
            <a:r>
              <a:rPr lang="en-US" dirty="0"/>
              <a:t>Seek the face of the God of Jacob.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014055"/>
      </p:ext>
    </p:extLst>
  </p:cSld>
  <p:clrMapOvr>
    <a:masterClrMapping/>
  </p:clrMapOvr>
</p:sld>
</file>

<file path=ppt/slides/slide8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207 - In His time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time, in His time,   </a:t>
            </a:r>
          </a:p>
          <a:p>
            <a:r>
              <a:rPr lang="en-US" dirty="0"/>
              <a:t>He makes all things beautiful in His time.</a:t>
            </a:r>
          </a:p>
          <a:p>
            <a:r>
              <a:rPr lang="en-US" dirty="0"/>
              <a:t>Lord, please show me every day</a:t>
            </a:r>
          </a:p>
          <a:p>
            <a:r>
              <a:rPr lang="en-US" dirty="0"/>
              <a:t>As You’re teaching me Your way, </a:t>
            </a:r>
          </a:p>
          <a:p>
            <a:r>
              <a:rPr lang="en-US" dirty="0"/>
              <a:t>That you do just what You say in Your time.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795287"/>
      </p:ext>
    </p:extLst>
  </p:cSld>
  <p:clrMapOvr>
    <a:masterClrMapping/>
  </p:clrMapOvr>
</p:sld>
</file>

<file path=ppt/slides/slide8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time, in Your time, </a:t>
            </a:r>
          </a:p>
          <a:p>
            <a:r>
              <a:rPr lang="en-US" dirty="0"/>
              <a:t>You make all things beautiful in Your time. </a:t>
            </a:r>
          </a:p>
          <a:p>
            <a:r>
              <a:rPr lang="en-US" dirty="0"/>
              <a:t>Lord, my life to You I bring,</a:t>
            </a:r>
          </a:p>
          <a:p>
            <a:r>
              <a:rPr lang="en-US" dirty="0"/>
              <a:t>With its winter and its spring,</a:t>
            </a:r>
          </a:p>
          <a:p>
            <a:r>
              <a:rPr lang="en-US" dirty="0"/>
              <a:t>May I fathom everything in Your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028546"/>
      </p:ext>
    </p:extLst>
  </p:cSld>
  <p:clrMapOvr>
    <a:masterClrMapping/>
  </p:clrMapOvr>
</p:sld>
</file>

<file path=ppt/slides/slide8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a time, there’s a time</a:t>
            </a:r>
          </a:p>
          <a:p>
            <a:r>
              <a:rPr lang="en-US" dirty="0"/>
              <a:t>Both for sowing and for reaping there’s a time. 	</a:t>
            </a:r>
          </a:p>
          <a:p>
            <a:r>
              <a:rPr lang="en-US" dirty="0"/>
              <a:t>Time for losing, time for gain, </a:t>
            </a:r>
          </a:p>
          <a:p>
            <a:r>
              <a:rPr lang="en-US" dirty="0"/>
              <a:t>Time for joy and time for pain, </a:t>
            </a:r>
          </a:p>
          <a:p>
            <a:r>
              <a:rPr lang="en-US" dirty="0"/>
              <a:t>Every purpose under heaven has a time.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549205"/>
      </p:ext>
    </p:extLst>
  </p:cSld>
  <p:clrMapOvr>
    <a:masterClrMapping/>
  </p:clrMapOvr>
</p:sld>
</file>

<file path=ppt/slides/slide8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times, there are days,</a:t>
            </a:r>
          </a:p>
          <a:p>
            <a:r>
              <a:rPr lang="en-US" dirty="0"/>
              <a:t>Weeks and months we cannot understand God’s ways. </a:t>
            </a:r>
          </a:p>
          <a:p>
            <a:r>
              <a:rPr lang="en-US" dirty="0"/>
              <a:t>If for years we fail to scan </a:t>
            </a:r>
          </a:p>
          <a:p>
            <a:r>
              <a:rPr lang="en-US" dirty="0"/>
              <a:t>What is his eternal plan, </a:t>
            </a:r>
          </a:p>
          <a:p>
            <a:r>
              <a:rPr lang="en-US" dirty="0"/>
              <a:t>We’ll remember that He can, all the time.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517521"/>
      </p:ext>
    </p:extLst>
  </p:cSld>
  <p:clrMapOvr>
    <a:masterClrMapping/>
  </p:clrMapOvr>
</p:sld>
</file>

<file path=ppt/slides/slide8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208 - In the Lord, is my hope,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Lord, is my hope, </a:t>
            </a:r>
          </a:p>
          <a:p>
            <a:r>
              <a:rPr lang="en-US" dirty="0"/>
              <a:t>In the Lord, is my help.</a:t>
            </a:r>
          </a:p>
          <a:p>
            <a:r>
              <a:rPr lang="en-US" dirty="0"/>
              <a:t>He’s my shield and my strength. </a:t>
            </a:r>
          </a:p>
          <a:p>
            <a:r>
              <a:rPr lang="en-US" dirty="0"/>
              <a:t>He’s my fortress: I stand firm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20047"/>
      </p:ext>
    </p:extLst>
  </p:cSld>
  <p:clrMapOvr>
    <a:masterClrMapping/>
  </p:clrMapOvr>
</p:sld>
</file>

<file path=ppt/slides/slide8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no fear of the night and its shadow, </a:t>
            </a:r>
          </a:p>
          <a:p>
            <a:r>
              <a:rPr lang="en-US" dirty="0"/>
              <a:t>I’ve no fear of the plague that prowls around, </a:t>
            </a:r>
          </a:p>
          <a:p>
            <a:r>
              <a:rPr lang="en-US" dirty="0"/>
              <a:t>For your light shines, O Lord, in the darkness, </a:t>
            </a:r>
          </a:p>
          <a:p>
            <a:r>
              <a:rPr lang="en-US" dirty="0"/>
              <a:t>And your brightness leads me 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493858"/>
      </p:ext>
    </p:extLst>
  </p:cSld>
  <p:clrMapOvr>
    <a:masterClrMapping/>
  </p:clrMapOvr>
</p:sld>
</file>

<file path=ppt/slides/slide8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Lord, is my hope, </a:t>
            </a:r>
          </a:p>
          <a:p>
            <a:r>
              <a:rPr lang="en-US" dirty="0"/>
              <a:t>In the Lord, is my help.</a:t>
            </a:r>
          </a:p>
          <a:p>
            <a:r>
              <a:rPr lang="en-US" dirty="0"/>
              <a:t>He’s my shield and my strength. </a:t>
            </a:r>
          </a:p>
          <a:p>
            <a:r>
              <a:rPr lang="en-US" dirty="0"/>
              <a:t>He’s my fortress: I stand firm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517292"/>
      </p:ext>
    </p:extLst>
  </p:cSld>
  <p:clrMapOvr>
    <a:masterClrMapping/>
  </p:clrMapOvr>
</p:sld>
</file>

<file path=ppt/slides/slide8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no fear if alone I’ll be walking, </a:t>
            </a:r>
          </a:p>
          <a:p>
            <a:r>
              <a:rPr lang="en-US" dirty="0"/>
              <a:t>I’ve no fear if the journey is so long, </a:t>
            </a:r>
          </a:p>
          <a:p>
            <a:r>
              <a:rPr lang="en-US" dirty="0"/>
              <a:t>For it’s you, Lord, the way to the Father, </a:t>
            </a:r>
          </a:p>
          <a:p>
            <a:r>
              <a:rPr lang="en-US" dirty="0"/>
              <a:t>On your path, I am safe.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212699"/>
      </p:ext>
    </p:extLst>
  </p:cSld>
  <p:clrMapOvr>
    <a:masterClrMapping/>
  </p:clrMapOvr>
</p:sld>
</file>

<file path=ppt/slides/slide8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Lord, is my hope, </a:t>
            </a:r>
          </a:p>
          <a:p>
            <a:r>
              <a:rPr lang="en-US" dirty="0"/>
              <a:t>In the Lord, is my help.</a:t>
            </a:r>
          </a:p>
          <a:p>
            <a:r>
              <a:rPr lang="en-US" dirty="0"/>
              <a:t>He’s my shield and my strength. </a:t>
            </a:r>
          </a:p>
          <a:p>
            <a:r>
              <a:rPr lang="en-US" dirty="0"/>
              <a:t>He’s my fortress: I stand firm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23625"/>
      </p:ext>
    </p:extLst>
  </p:cSld>
  <p:clrMapOvr>
    <a:masterClrMapping/>
  </p:clrMapOvr>
</p:sld>
</file>

<file path=ppt/slides/slide8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no fear of the death that surrounds me,</a:t>
            </a:r>
          </a:p>
          <a:p>
            <a:r>
              <a:rPr lang="en-US" dirty="0"/>
              <a:t>I’ve no fear in a world of woes and ills, </a:t>
            </a:r>
          </a:p>
          <a:p>
            <a:r>
              <a:rPr lang="en-US" dirty="0"/>
              <a:t>For I know, Lord, you grant life eternal </a:t>
            </a:r>
          </a:p>
          <a:p>
            <a:r>
              <a:rPr lang="en-US" dirty="0"/>
              <a:t>If I only hope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915929"/>
      </p:ext>
    </p:extLst>
  </p:cSld>
  <p:clrMapOvr>
    <a:masterClrMapping/>
  </p:clrMapOvr>
</p:sld>
</file>

<file path=ppt/slides/slide8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Lord, is my hope, </a:t>
            </a:r>
          </a:p>
          <a:p>
            <a:r>
              <a:rPr lang="en-US" dirty="0"/>
              <a:t>In the Lord, is my help.</a:t>
            </a:r>
          </a:p>
          <a:p>
            <a:r>
              <a:rPr lang="en-US" dirty="0"/>
              <a:t>He’s my shield and my strength. </a:t>
            </a:r>
          </a:p>
          <a:p>
            <a:r>
              <a:rPr lang="en-US" dirty="0"/>
              <a:t>He’s my fortress: I stand firm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839934"/>
      </p:ext>
    </p:extLst>
  </p:cSld>
  <p:clrMapOvr>
    <a:masterClrMapping/>
  </p:clrMapOvr>
</p:sld>
</file>

<file path=ppt/slides/slide8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no fear if assailed by disaster,</a:t>
            </a:r>
          </a:p>
          <a:p>
            <a:r>
              <a:rPr lang="en-US" dirty="0"/>
              <a:t>I’ve no fear in the midst of pain and gloom, </a:t>
            </a:r>
          </a:p>
          <a:p>
            <a:r>
              <a:rPr lang="en-US" dirty="0"/>
              <a:t>For you are, Lord, my joy, my salvation. </a:t>
            </a:r>
          </a:p>
          <a:p>
            <a:r>
              <a:rPr lang="en-US" dirty="0"/>
              <a:t>Alleluia! Praise the Lord!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687602"/>
      </p:ext>
    </p:extLst>
  </p:cSld>
  <p:clrMapOvr>
    <a:masterClrMapping/>
  </p:clrMapOvr>
</p:sld>
</file>

<file path=ppt/slides/slide8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Lord, is my hope, </a:t>
            </a:r>
          </a:p>
          <a:p>
            <a:r>
              <a:rPr lang="en-US" dirty="0"/>
              <a:t>In the Lord, is my help.</a:t>
            </a:r>
          </a:p>
          <a:p>
            <a:r>
              <a:rPr lang="en-US" dirty="0"/>
              <a:t>He’s my shield and my strength. </a:t>
            </a:r>
          </a:p>
          <a:p>
            <a:r>
              <a:rPr lang="en-US" dirty="0"/>
              <a:t>He’s my fortress: I stand firm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341088"/>
      </p:ext>
    </p:extLst>
  </p:cSld>
  <p:clrMapOvr>
    <a:masterClrMapping/>
  </p:clrMapOvr>
</p:sld>
</file>

<file path=ppt/slides/slide8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209 - Into Thy presence we come,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Thy presence we come,    </a:t>
            </a:r>
          </a:p>
          <a:p>
            <a:r>
              <a:rPr lang="en-US" dirty="0"/>
              <a:t>Not by the works we have done, </a:t>
            </a:r>
          </a:p>
          <a:p>
            <a:r>
              <a:rPr lang="en-US" dirty="0"/>
              <a:t>But by thy grace and thy grace alone,</a:t>
            </a:r>
          </a:p>
          <a:p>
            <a:r>
              <a:rPr lang="en-US" dirty="0"/>
              <a:t>Into thy presence we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185020"/>
      </p:ext>
    </p:extLst>
  </p:cSld>
  <p:clrMapOvr>
    <a:masterClrMapping/>
  </p:clrMapOvr>
</p:sld>
</file>

<file path=ppt/slides/slide8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3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210 - Into Your hands I commend my spirit, </a:t>
            </a:r>
            <a:br>
              <a:rPr lang="en-US" dirty="0"/>
            </a:br>
            <a:r>
              <a:rPr lang="en-US" dirty="0"/>
              <a:t>O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71453"/>
            <a:ext cx="11753537" cy="54014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Into Your hands I commend my spirit, O Lord,   </a:t>
            </a:r>
          </a:p>
          <a:p>
            <a:r>
              <a:rPr lang="en-US" dirty="0"/>
              <a:t>Into your hands I commend my life.</a:t>
            </a:r>
          </a:p>
          <a:p>
            <a:endParaRPr lang="en-IN" sz="2400" dirty="0"/>
          </a:p>
          <a:p>
            <a:r>
              <a:rPr lang="en-US" dirty="0"/>
              <a:t>It’s you, O Lord, who are my sanctuary</a:t>
            </a:r>
          </a:p>
          <a:p>
            <a:r>
              <a:rPr lang="en-US" dirty="0"/>
              <a:t>So let me not be put to shame.</a:t>
            </a:r>
          </a:p>
          <a:p>
            <a:r>
              <a:rPr lang="en-US" dirty="0"/>
              <a:t>Into your hands I commend my spirit, Lord</a:t>
            </a:r>
          </a:p>
          <a:p>
            <a:r>
              <a:rPr lang="en-US" dirty="0"/>
              <a:t>Redeem me, Lord, and set me free.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607689"/>
      </p:ext>
    </p:extLst>
  </p:cSld>
  <p:clrMapOvr>
    <a:masterClrMapping/>
  </p:clrMapOvr>
</p:sld>
</file>

<file path=ppt/slides/slide8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Your hands I commend my spirit, O Lord,   </a:t>
            </a:r>
          </a:p>
          <a:p>
            <a:r>
              <a:rPr lang="en-US" dirty="0"/>
              <a:t>Into your hands I commend my life.</a:t>
            </a:r>
          </a:p>
          <a:p>
            <a:r>
              <a:rPr lang="en-US" dirty="0"/>
              <a:t>Both friend and foe run far away from me,</a:t>
            </a:r>
          </a:p>
          <a:p>
            <a:r>
              <a:rPr lang="en-US" dirty="0"/>
              <a:t>They look at me with fear and scorn</a:t>
            </a:r>
          </a:p>
          <a:p>
            <a:r>
              <a:rPr lang="en-US" dirty="0"/>
              <a:t>I have become an object of reproach</a:t>
            </a:r>
          </a:p>
          <a:p>
            <a:r>
              <a:rPr lang="en-US" dirty="0"/>
              <a:t>A man forgotten placed with the dead.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543682"/>
      </p:ext>
    </p:extLst>
  </p:cSld>
  <p:clrMapOvr>
    <a:masterClrMapping/>
  </p:clrMapOvr>
</p:sld>
</file>

<file path=ppt/slides/slide8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Your hands I commend my spirit, O Lord,   </a:t>
            </a:r>
          </a:p>
          <a:p>
            <a:r>
              <a:rPr lang="en-US" dirty="0"/>
              <a:t>Into your hands I commend my life.</a:t>
            </a:r>
          </a:p>
          <a:p>
            <a:r>
              <a:rPr lang="en-US" dirty="0"/>
              <a:t>But as for me I trust in you, O Lord, </a:t>
            </a:r>
          </a:p>
          <a:p>
            <a:r>
              <a:rPr lang="en-US" dirty="0"/>
              <a:t>I say to him: “You are my God”. </a:t>
            </a:r>
          </a:p>
          <a:p>
            <a:r>
              <a:rPr lang="en-US" dirty="0"/>
              <a:t>From all my foes deliver me, O Lord;</a:t>
            </a:r>
          </a:p>
          <a:p>
            <a:r>
              <a:rPr lang="en-US" dirty="0"/>
              <a:t>I place my life, in your safe hands.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04941"/>
      </p:ext>
    </p:extLst>
  </p:cSld>
  <p:clrMapOvr>
    <a:masterClrMapping/>
  </p:clrMapOvr>
</p:sld>
</file>

<file path=ppt/slides/slide8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Your hands I commend my spirit, O Lord,   </a:t>
            </a:r>
          </a:p>
          <a:p>
            <a:r>
              <a:rPr lang="en-US" dirty="0"/>
              <a:t>Into your hands I commend my life.</a:t>
            </a:r>
          </a:p>
          <a:p>
            <a:r>
              <a:rPr lang="en-US" dirty="0"/>
              <a:t>So let your face shine on your servant, Lord</a:t>
            </a:r>
          </a:p>
          <a:p>
            <a:r>
              <a:rPr lang="en-US" dirty="0"/>
              <a:t>So save me now, in your great love;</a:t>
            </a:r>
          </a:p>
          <a:p>
            <a:r>
              <a:rPr lang="en-US" dirty="0"/>
              <a:t>Let all who hope take courage in the Lord; </a:t>
            </a:r>
          </a:p>
          <a:p>
            <a:r>
              <a:rPr lang="en-US" dirty="0"/>
              <a:t>Be strong of heart and trust in him.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444056"/>
      </p:ext>
    </p:extLst>
  </p:cSld>
  <p:clrMapOvr>
    <a:masterClrMapping/>
  </p:clrMapOvr>
</p:sld>
</file>

<file path=ppt/slides/slide8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490137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211 - Into Your hands we commend our spirit, O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89166"/>
            <a:ext cx="11753537" cy="5183777"/>
          </a:xfrm>
        </p:spPr>
        <p:txBody>
          <a:bodyPr/>
          <a:lstStyle/>
          <a:p>
            <a:r>
              <a:rPr lang="en-US" dirty="0"/>
              <a:t>Into Your hands we commend our spirit, </a:t>
            </a:r>
          </a:p>
          <a:p>
            <a:r>
              <a:rPr lang="en-US" dirty="0"/>
              <a:t>O Lord,   </a:t>
            </a:r>
          </a:p>
          <a:p>
            <a:r>
              <a:rPr lang="en-US" dirty="0"/>
              <a:t>Into your hands we commend our hearts.</a:t>
            </a:r>
          </a:p>
          <a:p>
            <a:r>
              <a:rPr lang="en-US" dirty="0"/>
              <a:t>For we must die to ourselves in loving you,</a:t>
            </a:r>
          </a:p>
          <a:p>
            <a:r>
              <a:rPr lang="en-US" dirty="0"/>
              <a:t>Into your hands we commend our love.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416720"/>
      </p:ext>
    </p:extLst>
  </p:cSld>
  <p:clrMapOvr>
    <a:masterClrMapping/>
  </p:clrMapOvr>
</p:sld>
</file>

<file path=ppt/slides/slide8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God, my God, why have you gone from me, </a:t>
            </a:r>
          </a:p>
          <a:p>
            <a:r>
              <a:rPr lang="en-US" dirty="0"/>
              <a:t>Far from my prayers, far from my cry? </a:t>
            </a:r>
          </a:p>
          <a:p>
            <a:r>
              <a:rPr lang="en-US" dirty="0"/>
              <a:t>To you I call and you never answer me, </a:t>
            </a:r>
          </a:p>
          <a:p>
            <a:r>
              <a:rPr lang="en-US" dirty="0"/>
              <a:t>You send no comfort and I don’t know why!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537661"/>
      </p:ext>
    </p:extLst>
  </p:cSld>
  <p:clrMapOvr>
    <a:masterClrMapping/>
  </p:clrMapOvr>
</p:sld>
</file>

<file path=ppt/slides/slide8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Your hands we commend our spirit, </a:t>
            </a:r>
          </a:p>
          <a:p>
            <a:r>
              <a:rPr lang="en-US" dirty="0"/>
              <a:t>O Lord,   </a:t>
            </a:r>
          </a:p>
          <a:p>
            <a:r>
              <a:rPr lang="en-US" dirty="0"/>
              <a:t>Into your hands we commend our hearts.</a:t>
            </a:r>
          </a:p>
          <a:p>
            <a:r>
              <a:rPr lang="en-US" dirty="0"/>
              <a:t>For we must die to ourselves in loving you,</a:t>
            </a:r>
          </a:p>
          <a:p>
            <a:r>
              <a:rPr lang="en-US" dirty="0"/>
              <a:t>Into your hands we commend our love.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517285"/>
      </p:ext>
    </p:extLst>
  </p:cSld>
  <p:clrMapOvr>
    <a:masterClrMapping/>
  </p:clrMapOvr>
</p:sld>
</file>

<file path=ppt/slides/slide8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You’ve been my guide since I was very young,</a:t>
            </a:r>
          </a:p>
          <a:p>
            <a:r>
              <a:rPr lang="en-US" dirty="0"/>
              <a:t>You showed the way, you brought relief;</a:t>
            </a:r>
          </a:p>
          <a:p>
            <a:r>
              <a:rPr lang="en-US" dirty="0"/>
              <a:t>But now I’m lonely, nobody’s by my side:</a:t>
            </a:r>
          </a:p>
          <a:p>
            <a:r>
              <a:rPr lang="en-US" dirty="0"/>
              <a:t>Take heed, my Lord, listen to my prayer.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131590"/>
      </p:ext>
    </p:extLst>
  </p:cSld>
  <p:clrMapOvr>
    <a:masterClrMapping/>
  </p:clrMapOvr>
</p:sld>
</file>

<file path=ppt/slides/slide8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Your hands we commend our spirit, </a:t>
            </a:r>
          </a:p>
          <a:p>
            <a:r>
              <a:rPr lang="en-US" dirty="0"/>
              <a:t>O Lord,   </a:t>
            </a:r>
          </a:p>
          <a:p>
            <a:r>
              <a:rPr lang="en-US" dirty="0"/>
              <a:t>Into your hands we commend our hearts.</a:t>
            </a:r>
          </a:p>
          <a:p>
            <a:r>
              <a:rPr lang="en-US" dirty="0"/>
              <a:t>For we must die to ourselves in loving you,</a:t>
            </a:r>
          </a:p>
          <a:p>
            <a:r>
              <a:rPr lang="en-US" dirty="0"/>
              <a:t>Into your hands we commend our love.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66653"/>
      </p:ext>
    </p:extLst>
  </p:cSld>
  <p:clrMapOvr>
    <a:masterClrMapping/>
  </p:clrMapOvr>
</p:sld>
</file>

<file path=ppt/slides/slide8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249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212 - It came upon a midnight clear that glorious song of praise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41569"/>
            <a:ext cx="11753537" cy="478100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It came upon a midnight clear that glorious song of praise;</a:t>
            </a:r>
          </a:p>
          <a:p>
            <a:r>
              <a:rPr lang="en-US" dirty="0"/>
              <a:t>A multitude of heaven’s host their angel voices raised:</a:t>
            </a:r>
          </a:p>
          <a:p>
            <a:r>
              <a:rPr lang="en-US" dirty="0"/>
              <a:t>“Peace on earth, good will to all,  from heaven’s gracious King”.</a:t>
            </a:r>
          </a:p>
          <a:p>
            <a:r>
              <a:rPr lang="en-US" dirty="0"/>
              <a:t>The world in solemn stillness lay to hear the angels sing.</a:t>
            </a:r>
          </a:p>
          <a:p>
            <a:r>
              <a:rPr lang="en-US" dirty="0"/>
              <a:t>See how the days are hastening on Towards the end of time</a:t>
            </a:r>
          </a:p>
          <a:p>
            <a:r>
              <a:rPr lang="en-US" dirty="0"/>
              <a:t>When with the ever-circling years will come your reign divine;</a:t>
            </a:r>
          </a:p>
          <a:p>
            <a:r>
              <a:rPr lang="en-US" dirty="0"/>
              <a:t>Joyfully we wait in hope, till you make all things new;</a:t>
            </a:r>
          </a:p>
          <a:p>
            <a:r>
              <a:rPr lang="en-US" dirty="0"/>
              <a:t>And we redeemed give back the hymn which now the angels 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008930"/>
      </p:ext>
    </p:extLst>
  </p:cSld>
  <p:clrMapOvr>
    <a:masterClrMapping/>
  </p:clrMapOvr>
</p:sld>
</file>

<file path=ppt/slides/slide8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213 - It takes courage to answer a call,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courage to answer a call,    </a:t>
            </a:r>
          </a:p>
          <a:p>
            <a:r>
              <a:rPr lang="en-US" dirty="0"/>
              <a:t>It takes courage to give your all. </a:t>
            </a:r>
          </a:p>
          <a:p>
            <a:r>
              <a:rPr lang="en-US" dirty="0"/>
              <a:t>It takes courage to risk your name, </a:t>
            </a:r>
          </a:p>
          <a:p>
            <a:r>
              <a:rPr lang="en-US" dirty="0"/>
              <a:t>It takes courage to be true.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296610"/>
      </p:ext>
    </p:extLst>
  </p:cSld>
  <p:clrMapOvr>
    <a:masterClrMapping/>
  </p:clrMapOvr>
</p:sld>
</file>

<file path=ppt/slides/slide8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courage to dare </a:t>
            </a:r>
          </a:p>
          <a:p>
            <a:r>
              <a:rPr lang="en-US" dirty="0"/>
              <a:t>what no other would share, </a:t>
            </a:r>
          </a:p>
          <a:p>
            <a:r>
              <a:rPr lang="en-US" dirty="0"/>
              <a:t>To be standing alone, </a:t>
            </a:r>
          </a:p>
          <a:p>
            <a:r>
              <a:rPr lang="en-US" dirty="0"/>
              <a:t>one whom no one will own, </a:t>
            </a:r>
          </a:p>
          <a:p>
            <a:r>
              <a:rPr lang="en-US" dirty="0"/>
              <a:t>To be ready to stake, to be loyal not fake, </a:t>
            </a:r>
          </a:p>
          <a:p>
            <a:r>
              <a:rPr lang="en-US" dirty="0"/>
              <a:t>It takes courage to be true.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534464"/>
      </p:ext>
    </p:extLst>
  </p:cSld>
  <p:clrMapOvr>
    <a:masterClrMapping/>
  </p:clrMapOvr>
</p:sld>
</file>

<file path=ppt/slides/slide8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courage to answer a call,    </a:t>
            </a:r>
          </a:p>
          <a:p>
            <a:r>
              <a:rPr lang="en-US" dirty="0"/>
              <a:t>It takes courage to give your all. </a:t>
            </a:r>
          </a:p>
          <a:p>
            <a:r>
              <a:rPr lang="en-US" dirty="0"/>
              <a:t>It takes courage to risk your name, </a:t>
            </a:r>
          </a:p>
          <a:p>
            <a:r>
              <a:rPr lang="en-US" dirty="0"/>
              <a:t>It takes courage to be true.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290457"/>
      </p:ext>
    </p:extLst>
  </p:cSld>
  <p:clrMapOvr>
    <a:masterClrMapping/>
  </p:clrMapOvr>
</p:sld>
</file>

<file path=ppt/slides/slide8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takes courage to say </a:t>
            </a:r>
          </a:p>
          <a:p>
            <a:r>
              <a:rPr lang="en-US" dirty="0"/>
              <a:t>what you know will not pay, </a:t>
            </a:r>
          </a:p>
          <a:p>
            <a:r>
              <a:rPr lang="en-US" dirty="0"/>
              <a:t>To give each one a share though there’ll be less to spare, </a:t>
            </a:r>
          </a:p>
          <a:p>
            <a:r>
              <a:rPr lang="en-US" dirty="0"/>
              <a:t>To be seeking no more </a:t>
            </a:r>
          </a:p>
          <a:p>
            <a:r>
              <a:rPr lang="en-US" dirty="0"/>
              <a:t>than the </a:t>
            </a:r>
            <a:r>
              <a:rPr lang="en-US" dirty="0" err="1"/>
              <a:t>neighbour</a:t>
            </a:r>
            <a:r>
              <a:rPr lang="en-US" dirty="0"/>
              <a:t> next door, </a:t>
            </a:r>
          </a:p>
          <a:p>
            <a:r>
              <a:rPr lang="en-US" dirty="0"/>
              <a:t>It takes courage to be true.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061717"/>
      </p:ext>
    </p:extLst>
  </p:cSld>
  <p:clrMapOvr>
    <a:masterClrMapping/>
  </p:clrMapOvr>
</p:sld>
</file>

<file path=ppt/slides/slide8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courage to answer a call,    </a:t>
            </a:r>
          </a:p>
          <a:p>
            <a:r>
              <a:rPr lang="en-US" dirty="0"/>
              <a:t>It takes courage to give your all. </a:t>
            </a:r>
          </a:p>
          <a:p>
            <a:r>
              <a:rPr lang="en-US" dirty="0"/>
              <a:t>It takes courage to risk your name, </a:t>
            </a:r>
          </a:p>
          <a:p>
            <a:r>
              <a:rPr lang="en-US" dirty="0"/>
              <a:t>It takes courage to be true.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153117"/>
      </p:ext>
    </p:extLst>
  </p:cSld>
  <p:clrMapOvr>
    <a:masterClrMapping/>
  </p:clrMapOvr>
</p:sld>
</file>

<file path=ppt/slides/slide8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It takes courage to </a:t>
            </a:r>
          </a:p>
          <a:p>
            <a:r>
              <a:rPr lang="en-US" sz="5200" dirty="0"/>
              <a:t>leave what good fortune can give, </a:t>
            </a:r>
          </a:p>
          <a:p>
            <a:r>
              <a:rPr lang="en-US" sz="5200" dirty="0"/>
              <a:t>And to go to a land </a:t>
            </a:r>
          </a:p>
          <a:p>
            <a:r>
              <a:rPr lang="en-US" sz="5200" dirty="0"/>
              <a:t>where the poor need a hand </a:t>
            </a:r>
          </a:p>
          <a:p>
            <a:r>
              <a:rPr lang="en-US" sz="5200" dirty="0"/>
              <a:t>To be spending one’s days </a:t>
            </a:r>
          </a:p>
          <a:p>
            <a:r>
              <a:rPr lang="en-US" sz="5200" dirty="0"/>
              <a:t>in less leisurely ways, </a:t>
            </a:r>
          </a:p>
          <a:p>
            <a:r>
              <a:rPr lang="en-US" sz="5200" dirty="0"/>
              <a:t>It takes courage to be true.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899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098957"/>
      </p:ext>
    </p:extLst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courage to answer a call,    </a:t>
            </a:r>
          </a:p>
          <a:p>
            <a:r>
              <a:rPr lang="en-US" dirty="0"/>
              <a:t>It takes courage to give your all. </a:t>
            </a:r>
          </a:p>
          <a:p>
            <a:r>
              <a:rPr lang="en-US" dirty="0"/>
              <a:t>It takes courage to risk your name, </a:t>
            </a:r>
          </a:p>
          <a:p>
            <a:r>
              <a:rPr lang="en-US" dirty="0"/>
              <a:t>It takes courage to be true.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18303"/>
      </p:ext>
    </p:extLst>
  </p:cSld>
  <p:clrMapOvr>
    <a:masterClrMapping/>
  </p:clrMapOvr>
</p:sld>
</file>

<file path=ppt/slides/slide9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PALM SUNDAY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481683"/>
      </p:ext>
    </p:extLst>
  </p:cSld>
  <p:clrMapOvr>
    <a:masterClrMapping/>
  </p:clrMapOvr>
</p:sld>
</file>

<file path=ppt/slides/slide9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214 - It was six days before the Passover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six days before the Passover.</a:t>
            </a:r>
          </a:p>
          <a:p>
            <a:r>
              <a:rPr lang="en-US" dirty="0"/>
              <a:t>Jesus entered Jerusalem</a:t>
            </a:r>
          </a:p>
          <a:p>
            <a:r>
              <a:rPr lang="en-US" dirty="0"/>
              <a:t>And the children ran out waving branches </a:t>
            </a:r>
          </a:p>
          <a:p>
            <a:r>
              <a:rPr lang="en-US" dirty="0"/>
              <a:t>As they sang to him these words of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426105"/>
      </p:ext>
    </p:extLst>
  </p:cSld>
  <p:clrMapOvr>
    <a:masterClrMapping/>
  </p:clrMapOvr>
</p:sld>
</file>

<file path=ppt/slides/slide9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on and sing hosanna,</a:t>
            </a:r>
          </a:p>
          <a:p>
            <a:r>
              <a:rPr lang="en-US" dirty="0"/>
              <a:t>Sing hosanna, sing hosanna in the highest.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660272"/>
      </p:ext>
    </p:extLst>
  </p:cSld>
  <p:clrMapOvr>
    <a:masterClrMapping/>
  </p:clrMapOvr>
</p:sld>
</file>

<file path=ppt/slides/slide9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your heads, O you gates, and reach higher</a:t>
            </a:r>
          </a:p>
          <a:p>
            <a:r>
              <a:rPr lang="en-US" dirty="0"/>
              <a:t>Let him enter, the glorious King.</a:t>
            </a:r>
          </a:p>
          <a:p>
            <a:r>
              <a:rPr lang="en-US" dirty="0"/>
              <a:t>Tell me, who is the King robed in glory?</a:t>
            </a:r>
          </a:p>
          <a:p>
            <a:r>
              <a:rPr lang="en-US" dirty="0"/>
              <a:t>He’s the mighty Lord of heaven’s hosts.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059078"/>
      </p:ext>
    </p:extLst>
  </p:cSld>
  <p:clrMapOvr>
    <a:masterClrMapping/>
  </p:clrMapOvr>
</p:sld>
</file>

<file path=ppt/slides/slide9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on and blest is he, the King who comes,</a:t>
            </a:r>
          </a:p>
          <a:p>
            <a:r>
              <a:rPr lang="en-US" dirty="0"/>
              <a:t>So rich in mercy and in love.</a:t>
            </a:r>
          </a:p>
          <a:p>
            <a:r>
              <a:rPr lang="en-US" dirty="0"/>
              <a:t>Come on and blest is he, the King who comes,</a:t>
            </a:r>
          </a:p>
          <a:p>
            <a:r>
              <a:rPr lang="en-US" dirty="0"/>
              <a:t>So rich in mercy and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663259"/>
      </p:ext>
    </p:extLst>
  </p:cSld>
  <p:clrMapOvr>
    <a:masterClrMapping/>
  </p:clrMapOvr>
</p:sld>
</file>

<file path=ppt/slides/slide9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19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215 - Jesus always loved His own and he showed it to the full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98032"/>
            <a:ext cx="11753537" cy="50749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Jesus always loved His own and he showed it to the full; </a:t>
            </a:r>
          </a:p>
          <a:p>
            <a:r>
              <a:rPr lang="en-US" dirty="0"/>
              <a:t>When at supper from the table, </a:t>
            </a:r>
          </a:p>
          <a:p>
            <a:r>
              <a:rPr lang="en-US" dirty="0"/>
              <a:t>He got up and took a towel. </a:t>
            </a:r>
          </a:p>
          <a:p>
            <a:r>
              <a:rPr lang="en-US" dirty="0"/>
              <a:t>Then he wrapped it round his waist, </a:t>
            </a:r>
          </a:p>
          <a:p>
            <a:r>
              <a:rPr lang="en-US" dirty="0"/>
              <a:t>In a basin water poured. </a:t>
            </a:r>
          </a:p>
          <a:p>
            <a:r>
              <a:rPr lang="en-US" dirty="0"/>
              <a:t>Then began to wash the feet of all his friends.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834506"/>
      </p:ext>
    </p:extLst>
  </p:cSld>
  <p:clrMapOvr>
    <a:masterClrMapping/>
  </p:clrMapOvr>
</p:sld>
</file>

<file path=ppt/slides/slide9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2400" dirty="0"/>
          </a:p>
          <a:p>
            <a:r>
              <a:rPr lang="en-US" sz="5700" dirty="0"/>
              <a:t>Know, my people, what I’ve done to you: </a:t>
            </a:r>
          </a:p>
          <a:p>
            <a:r>
              <a:rPr lang="en-US" sz="5700" dirty="0"/>
              <a:t>Lord you call me. It is what I am. </a:t>
            </a:r>
          </a:p>
          <a:p>
            <a:r>
              <a:rPr lang="en-US" sz="5700" dirty="0"/>
              <a:t>If then I, your Lord, deigned to wash your feet, </a:t>
            </a:r>
          </a:p>
          <a:p>
            <a:r>
              <a:rPr lang="en-US" sz="5700" dirty="0"/>
              <a:t>You should do the same and wash each other’s feet.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7057"/>
      </p:ext>
    </p:extLst>
  </p:cSld>
  <p:clrMapOvr>
    <a:masterClrMapping/>
  </p:clrMapOvr>
</p:sld>
</file>

<file path=ppt/slides/slide9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Jesus always loved his own and he showed it to the full; </a:t>
            </a:r>
          </a:p>
          <a:p>
            <a:r>
              <a:rPr lang="en-US" dirty="0"/>
              <a:t>When he came to Simon Peter, </a:t>
            </a:r>
          </a:p>
          <a:p>
            <a:r>
              <a:rPr lang="en-US" dirty="0"/>
              <a:t>The apostle said to him: </a:t>
            </a:r>
          </a:p>
          <a:p>
            <a:r>
              <a:rPr lang="en-US" dirty="0"/>
              <a:t>“Never shall you wash my feet”. </a:t>
            </a:r>
          </a:p>
          <a:p>
            <a:r>
              <a:rPr lang="en-US" dirty="0"/>
              <a:t>Then the Lord replied to him: </a:t>
            </a:r>
          </a:p>
          <a:p>
            <a:r>
              <a:rPr lang="en-US" dirty="0"/>
              <a:t>“It is not for you to know what now I do”.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795821"/>
      </p:ext>
    </p:extLst>
  </p:cSld>
  <p:clrMapOvr>
    <a:masterClrMapping/>
  </p:clrMapOvr>
</p:sld>
</file>

<file path=ppt/slides/slide9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Know, my people, what I’ve done to you: </a:t>
            </a:r>
          </a:p>
          <a:p>
            <a:r>
              <a:rPr lang="en-US" dirty="0"/>
              <a:t>Lord you call me. It is what I am. </a:t>
            </a:r>
          </a:p>
          <a:p>
            <a:r>
              <a:rPr lang="en-US" dirty="0"/>
              <a:t>If then I, your Lord, deigned to wash your feet, </a:t>
            </a:r>
          </a:p>
          <a:p>
            <a:r>
              <a:rPr lang="en-US" dirty="0"/>
              <a:t>You should do the same and wash each other’s feet.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502481"/>
      </p:ext>
    </p:extLst>
  </p:cSld>
  <p:clrMapOvr>
    <a:masterClrMapping/>
  </p:clrMapOvr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Jesus always loved his own </a:t>
            </a:r>
          </a:p>
          <a:p>
            <a:r>
              <a:rPr lang="en-US" dirty="0"/>
              <a:t>and he showed it to the full;</a:t>
            </a:r>
          </a:p>
          <a:p>
            <a:r>
              <a:rPr lang="en-US" dirty="0"/>
              <a:t>When he said to Simon Peter: </a:t>
            </a:r>
          </a:p>
          <a:p>
            <a:r>
              <a:rPr lang="en-US" dirty="0"/>
              <a:t>“If I do not wash your feet, </a:t>
            </a:r>
          </a:p>
          <a:p>
            <a:r>
              <a:rPr lang="en-US" dirty="0"/>
              <a:t>You can have no part with me”. </a:t>
            </a:r>
          </a:p>
          <a:p>
            <a:r>
              <a:rPr lang="en-US" dirty="0"/>
              <a:t>Then said Peter to his Lord: </a:t>
            </a:r>
          </a:p>
          <a:p>
            <a:r>
              <a:rPr lang="en-US" dirty="0"/>
              <a:t>“Wash my hands, my head and not my feet alone.”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478172"/>
      </p:ext>
    </p:extLst>
  </p:cSld>
  <p:clrMapOvr>
    <a:masterClrMapping/>
  </p:clrMapOvr>
</p:sld>
</file>

<file path=ppt/slides/slide9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Know, my people, what I’ve done to you: </a:t>
            </a:r>
          </a:p>
          <a:p>
            <a:r>
              <a:rPr lang="en-US" dirty="0"/>
              <a:t>Lord you call me. It is what I am. </a:t>
            </a:r>
          </a:p>
          <a:p>
            <a:r>
              <a:rPr lang="en-US" dirty="0"/>
              <a:t>If then I, your Lord, deigned to wash your feet, </a:t>
            </a:r>
          </a:p>
          <a:p>
            <a:r>
              <a:rPr lang="en-US" dirty="0"/>
              <a:t>You should do the same and wash each other’s feet.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278874"/>
      </p:ext>
    </p:extLst>
  </p:cSld>
  <p:clrMapOvr>
    <a:masterClrMapping/>
  </p:clrMapOvr>
</p:sld>
</file>

<file path=ppt/slides/slide9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Jesus always loved his own </a:t>
            </a:r>
          </a:p>
          <a:p>
            <a:r>
              <a:rPr lang="en-US" dirty="0"/>
              <a:t>and he showed it to the full;</a:t>
            </a:r>
          </a:p>
          <a:p>
            <a:r>
              <a:rPr lang="en-US" dirty="0"/>
              <a:t>He has set us an example </a:t>
            </a:r>
          </a:p>
          <a:p>
            <a:r>
              <a:rPr lang="en-US" dirty="0"/>
              <a:t>That we do as he has done. </a:t>
            </a:r>
          </a:p>
          <a:p>
            <a:r>
              <a:rPr lang="en-US" dirty="0"/>
              <a:t>Can a servant greater be </a:t>
            </a:r>
          </a:p>
          <a:p>
            <a:r>
              <a:rPr lang="en-US" dirty="0"/>
              <a:t>Than his master Christ, the Lord? </a:t>
            </a:r>
          </a:p>
          <a:p>
            <a:r>
              <a:rPr lang="en-US" dirty="0"/>
              <a:t>If we know and do this, happy we shall 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888692"/>
      </p:ext>
    </p:extLst>
  </p:cSld>
  <p:clrMapOvr>
    <a:masterClrMapping/>
  </p:clrMapOvr>
</p:sld>
</file>

<file path=ppt/slides/slide9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Know, my people, what I’ve done to you: </a:t>
            </a:r>
          </a:p>
          <a:p>
            <a:r>
              <a:rPr lang="en-US" dirty="0"/>
              <a:t>Lord you call me. It is what I am. </a:t>
            </a:r>
          </a:p>
          <a:p>
            <a:r>
              <a:rPr lang="en-US" dirty="0"/>
              <a:t>If then I, your Lord, deigned to wash your feet, </a:t>
            </a:r>
          </a:p>
          <a:p>
            <a:r>
              <a:rPr lang="en-US" dirty="0"/>
              <a:t>You should do the same and wash each other’s feet.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992279"/>
      </p:ext>
    </p:extLst>
  </p:cSld>
  <p:clrMapOvr>
    <a:masterClrMapping/>
  </p:clrMapOvr>
</p:sld>
</file>

<file path=ppt/slides/slide9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216 - Jesus Christ, living in 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the Truth, the Light, alleluia!</a:t>
            </a:r>
          </a:p>
          <a:p>
            <a:r>
              <a:rPr lang="en-US" dirty="0"/>
              <a:t>Now, as it was, for all the ages to come, alleluia!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369745"/>
      </p:ext>
    </p:extLst>
  </p:cSld>
  <p:clrMapOvr>
    <a:masterClrMapping/>
  </p:clrMapOvr>
</p:sld>
</file>

<file path=ppt/slides/slide9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You are the life, O Christ, alleluia!</a:t>
            </a:r>
          </a:p>
          <a:p>
            <a:r>
              <a:rPr lang="en-US" dirty="0"/>
              <a:t>One who abides in you, for ever shall live, alleluia!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391356"/>
      </p:ext>
    </p:extLst>
  </p:cSld>
  <p:clrMapOvr>
    <a:masterClrMapping/>
  </p:clrMapOvr>
</p:sld>
</file>

<file path=ppt/slides/slide9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the Word of God, alleluia!</a:t>
            </a:r>
          </a:p>
          <a:p>
            <a:r>
              <a:rPr lang="en-US" dirty="0"/>
              <a:t>Who has revealed the Father’s love to  the world,  alleluia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850234"/>
      </p:ext>
    </p:extLst>
  </p:cSld>
  <p:clrMapOvr>
    <a:masterClrMapping/>
  </p:clrMapOvr>
</p:sld>
</file>

<file path=ppt/slides/slide9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the </a:t>
            </a:r>
            <a:r>
              <a:rPr lang="en-US" dirty="0" err="1"/>
              <a:t>Saviour</a:t>
            </a:r>
            <a:r>
              <a:rPr lang="en-US" dirty="0"/>
              <a:t>, Lord, alleluia!</a:t>
            </a:r>
          </a:p>
          <a:p>
            <a:r>
              <a:rPr lang="en-US" dirty="0"/>
              <a:t>Into this world you came to save what was lost, alleluia!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567377"/>
      </p:ext>
    </p:extLst>
  </p:cSld>
  <p:clrMapOvr>
    <a:masterClrMapping/>
  </p:clrMapOvr>
</p:sld>
</file>

<file path=ppt/slides/slide9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at the end of time, alleluia!</a:t>
            </a:r>
          </a:p>
          <a:p>
            <a:r>
              <a:rPr lang="en-US" dirty="0"/>
              <a:t>You will return, for ever bringing us joy, alleluia!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779873"/>
      </p:ext>
    </p:extLst>
  </p:cSld>
  <p:clrMapOvr>
    <a:masterClrMapping/>
  </p:clrMapOvr>
</p:sld>
</file>

<file path=ppt/slides/slide9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be to you, O Christ, alleluia!</a:t>
            </a:r>
          </a:p>
          <a:p>
            <a:r>
              <a:rPr lang="en-US" dirty="0"/>
              <a:t>Praise to the Father, Son and Spirit divine, alleluia!</a:t>
            </a:r>
          </a:p>
          <a:p>
            <a:r>
              <a:rPr lang="en-US" dirty="0"/>
              <a:t>Jesus Christ , living in us</a:t>
            </a:r>
          </a:p>
          <a:p>
            <a:r>
              <a:rPr lang="en-US" dirty="0"/>
              <a:t>You are our gladness for ever.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121773"/>
      </p:ext>
    </p:extLst>
  </p:cSld>
  <p:clrMapOvr>
    <a:masterClrMapping/>
  </p:clrMapOvr>
</p:sld>
</file>

<file path=ppt/slides/slide9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217 - Jesus, come, Jesus, come, Jesus, come.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come, Jesus, come, Jesus, come.   </a:t>
            </a:r>
          </a:p>
          <a:p>
            <a:r>
              <a:rPr lang="en-US" dirty="0"/>
              <a:t>Say to us: I’m the one who is to come.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803194"/>
      </p:ext>
    </p:extLst>
  </p:cSld>
  <p:clrMapOvr>
    <a:masterClrMapping/>
  </p:clrMapOvr>
</p:sld>
</file>

<file path=ppt/slides/slide9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will come just when you feel </a:t>
            </a:r>
          </a:p>
          <a:p>
            <a:r>
              <a:rPr lang="en-US" dirty="0"/>
              <a:t>He’ll never come. </a:t>
            </a:r>
          </a:p>
          <a:p>
            <a:r>
              <a:rPr lang="en-US" dirty="0"/>
              <a:t>He will come just when you think He is gone. </a:t>
            </a:r>
          </a:p>
          <a:p>
            <a:r>
              <a:rPr lang="en-US" dirty="0"/>
              <a:t>He’ll be there just when you </a:t>
            </a:r>
          </a:p>
          <a:p>
            <a:r>
              <a:rPr lang="en-US" dirty="0"/>
              <a:t>find He’s elsewhere. </a:t>
            </a:r>
          </a:p>
          <a:p>
            <a:r>
              <a:rPr lang="en-US" dirty="0"/>
              <a:t>Please don’t be late, be awake, let Him 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660665"/>
      </p:ext>
    </p:extLst>
  </p:cSld>
  <p:clrMapOvr>
    <a:masterClrMapping/>
  </p:clrMapOvr>
</p:sld>
</file>

<file path=ppt/slides/slide9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217 - Jesus, come, Jesus, come, Jesus, come.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come, Jesus, come, Jesus, come.   </a:t>
            </a:r>
          </a:p>
          <a:p>
            <a:r>
              <a:rPr lang="en-US" dirty="0"/>
              <a:t>Say to us: I’m the one who is to come.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913151"/>
      </p:ext>
    </p:extLst>
  </p:cSld>
  <p:clrMapOvr>
    <a:masterClrMapping/>
  </p:clrMapOvr>
</p:sld>
</file>

<file path=ppt/slides/slide9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will come just when you </a:t>
            </a:r>
          </a:p>
          <a:p>
            <a:r>
              <a:rPr lang="en-US" dirty="0"/>
              <a:t>want to shut your door.</a:t>
            </a:r>
          </a:p>
          <a:p>
            <a:r>
              <a:rPr lang="en-US" dirty="0"/>
              <a:t>He will come just when you want to be alone. </a:t>
            </a:r>
          </a:p>
          <a:p>
            <a:r>
              <a:rPr lang="en-US" dirty="0"/>
              <a:t>He’ll be there just when you are not aware. </a:t>
            </a:r>
          </a:p>
          <a:p>
            <a:r>
              <a:rPr lang="en-US" dirty="0"/>
              <a:t>Don’t make Him wait, be alert, let Him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654076"/>
      </p:ext>
    </p:extLst>
  </p:cSld>
  <p:clrMapOvr>
    <a:masterClrMapping/>
  </p:clrMapOvr>
</p:sld>
</file>

<file path=ppt/slides/slide9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217 - Jesus, come, Jesus, come, Jesus, come.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come, Jesus, come, Jesus, come.   </a:t>
            </a:r>
          </a:p>
          <a:p>
            <a:r>
              <a:rPr lang="en-US" dirty="0"/>
              <a:t>Say to us: I’m the one who is to come.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207754"/>
      </p:ext>
    </p:extLst>
  </p:cSld>
  <p:clrMapOvr>
    <a:masterClrMapping/>
  </p:clrMapOvr>
</p:sld>
</file>

<file path=ppt/slides/slide9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will come to share his Love, Peace and Joy.</a:t>
            </a:r>
          </a:p>
          <a:p>
            <a:r>
              <a:rPr lang="en-US" dirty="0"/>
              <a:t>He will come to save us all from sin </a:t>
            </a:r>
          </a:p>
          <a:p>
            <a:r>
              <a:rPr lang="en-US" dirty="0"/>
              <a:t>He’ll be there to lift us up when we fall. </a:t>
            </a:r>
          </a:p>
          <a:p>
            <a:r>
              <a:rPr lang="en-US" dirty="0"/>
              <a:t>He’s knocking hard, open wide, let Him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528377"/>
      </p:ext>
    </p:extLst>
  </p:cSld>
  <p:clrMapOvr>
    <a:masterClrMapping/>
  </p:clrMapOvr>
</p:sld>
</file>

<file path=ppt/slides/slide9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217 - Jesus, come, Jesus, come, Jesus, come.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come, Jesus, come, Jesus, come.   </a:t>
            </a:r>
          </a:p>
          <a:p>
            <a:r>
              <a:rPr lang="en-US" dirty="0"/>
              <a:t>Say to us: I’m the one who is to come.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081862"/>
      </p:ext>
    </p:extLst>
  </p:cSld>
  <p:clrMapOvr>
    <a:masterClrMapping/>
  </p:clrMapOvr>
</p:sld>
</file>

<file path=ppt/slides/slide9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218 - Jesus is coming, Jesus is coming,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coming, Jesus is coming,    </a:t>
            </a:r>
          </a:p>
          <a:p>
            <a:r>
              <a:rPr lang="en-US" dirty="0"/>
              <a:t>Jesus is coming again, </a:t>
            </a:r>
          </a:p>
          <a:p>
            <a:r>
              <a:rPr lang="en-US" dirty="0"/>
              <a:t>Rise from your slumber, welcome the Day-star, </a:t>
            </a:r>
          </a:p>
          <a:p>
            <a:r>
              <a:rPr lang="en-US" dirty="0"/>
              <a:t>Open your hearts to the King!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047053"/>
      </p:ext>
    </p:extLst>
  </p:cSld>
  <p:clrMapOvr>
    <a:masterClrMapping/>
  </p:clrMapOvr>
</p:sld>
</file>

<file path=ppt/slides/slide9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 darkness, greet the Light, </a:t>
            </a:r>
          </a:p>
          <a:p>
            <a:r>
              <a:rPr lang="en-US" dirty="0"/>
              <a:t>Shining through the dreary night. </a:t>
            </a:r>
          </a:p>
          <a:p>
            <a:r>
              <a:rPr lang="en-US" dirty="0"/>
              <a:t>Unto us is coming soon </a:t>
            </a:r>
          </a:p>
          <a:p>
            <a:r>
              <a:rPr lang="en-US" dirty="0"/>
              <a:t>Jesus, our Emmanuel.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664473"/>
      </p:ext>
    </p:extLst>
  </p:cSld>
  <p:clrMapOvr>
    <a:masterClrMapping/>
  </p:clrMapOvr>
</p:sld>
</file>

<file path=ppt/slides/slide9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coming, Jesus is coming,    </a:t>
            </a:r>
          </a:p>
          <a:p>
            <a:r>
              <a:rPr lang="en-US" dirty="0"/>
              <a:t>Jesus is coming again, </a:t>
            </a:r>
          </a:p>
          <a:p>
            <a:r>
              <a:rPr lang="en-US" dirty="0"/>
              <a:t>Rise from your slumber, welcome the Day-star, </a:t>
            </a:r>
          </a:p>
          <a:p>
            <a:r>
              <a:rPr lang="en-US" dirty="0"/>
              <a:t>Open your hearts to the King!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804152"/>
      </p:ext>
    </p:extLst>
  </p:cSld>
  <p:clrMapOvr>
    <a:masterClrMapping/>
  </p:clrMapOvr>
</p:sld>
</file>

<file path=ppt/slides/slide9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these names shall He be called: </a:t>
            </a:r>
          </a:p>
          <a:p>
            <a:r>
              <a:rPr lang="en-US" dirty="0"/>
              <a:t>Everlasting Father, </a:t>
            </a:r>
          </a:p>
          <a:p>
            <a:r>
              <a:rPr lang="en-US" dirty="0"/>
              <a:t>Counsellor most wonderful, </a:t>
            </a:r>
          </a:p>
          <a:p>
            <a:r>
              <a:rPr lang="en-US" dirty="0"/>
              <a:t>Mighty God and Prince of peace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815758"/>
      </p:ext>
    </p:extLst>
  </p:cSld>
  <p:clrMapOvr>
    <a:masterClrMapping/>
  </p:clrMapOvr>
</p:sld>
</file>

<file path=ppt/slides/slide9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coming, Jesus is coming,    </a:t>
            </a:r>
          </a:p>
          <a:p>
            <a:r>
              <a:rPr lang="en-US" dirty="0"/>
              <a:t>Jesus is coming again, </a:t>
            </a:r>
          </a:p>
          <a:p>
            <a:r>
              <a:rPr lang="en-US" dirty="0"/>
              <a:t>Rise from your slumber, welcome the Day-star, </a:t>
            </a:r>
          </a:p>
          <a:p>
            <a:r>
              <a:rPr lang="en-US" dirty="0"/>
              <a:t>Open your hearts to the King!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369458"/>
      </p:ext>
    </p:extLst>
  </p:cSld>
  <p:clrMapOvr>
    <a:masterClrMapping/>
  </p:clrMapOvr>
</p:sld>
</file>

<file path=ppt/slides/slide9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 government shall be firm </a:t>
            </a:r>
          </a:p>
          <a:p>
            <a:r>
              <a:rPr lang="en-US" dirty="0"/>
              <a:t>Upon his shoulder. </a:t>
            </a:r>
          </a:p>
          <a:p>
            <a:r>
              <a:rPr lang="en-US" dirty="0"/>
              <a:t>He shall rule with righteousness. </a:t>
            </a:r>
          </a:p>
          <a:p>
            <a:r>
              <a:rPr lang="en-US" dirty="0"/>
              <a:t>Truth and justice shall prevail.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629433"/>
      </p:ext>
    </p:extLst>
  </p:cSld>
  <p:clrMapOvr>
    <a:masterClrMapping/>
  </p:clrMapOvr>
</p:sld>
</file>

<file path=ppt/slides/slide9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coming, Jesus is coming,    </a:t>
            </a:r>
          </a:p>
          <a:p>
            <a:r>
              <a:rPr lang="en-US" dirty="0"/>
              <a:t>Jesus is coming again, </a:t>
            </a:r>
          </a:p>
          <a:p>
            <a:r>
              <a:rPr lang="en-US" dirty="0"/>
              <a:t>Rise from your slumber, welcome the Day-star, </a:t>
            </a:r>
          </a:p>
          <a:p>
            <a:r>
              <a:rPr lang="en-US" dirty="0"/>
              <a:t>Open your hearts to the King!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495659"/>
      </p:ext>
    </p:extLst>
  </p:cSld>
  <p:clrMapOvr>
    <a:masterClrMapping/>
  </p:clrMapOvr>
</p:sld>
</file>

<file path=ppt/slides/slide9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to you, I say, rejoice, </a:t>
            </a:r>
          </a:p>
          <a:p>
            <a:r>
              <a:rPr lang="en-US" dirty="0"/>
              <a:t>For the Lord is very near. </a:t>
            </a:r>
          </a:p>
          <a:p>
            <a:r>
              <a:rPr lang="en-US" dirty="0"/>
              <a:t>In the desert make a way </a:t>
            </a:r>
          </a:p>
          <a:p>
            <a:r>
              <a:rPr lang="en-US" dirty="0"/>
              <a:t>And his glory shall appear.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943722"/>
      </p:ext>
    </p:extLst>
  </p:cSld>
  <p:clrMapOvr>
    <a:masterClrMapping/>
  </p:clrMapOvr>
</p:sld>
</file>

<file path=ppt/slides/slide9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coming, Jesus is coming,    </a:t>
            </a:r>
          </a:p>
          <a:p>
            <a:r>
              <a:rPr lang="en-US" dirty="0"/>
              <a:t>Jesus is coming again, </a:t>
            </a:r>
          </a:p>
          <a:p>
            <a:r>
              <a:rPr lang="en-US" dirty="0"/>
              <a:t>Rise from your slumber, welcome the Day-star, </a:t>
            </a:r>
          </a:p>
          <a:p>
            <a:r>
              <a:rPr lang="en-US" dirty="0"/>
              <a:t>Open your hearts to the King!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539847"/>
      </p:ext>
    </p:extLst>
  </p:cSld>
  <p:clrMapOvr>
    <a:masterClrMapping/>
  </p:clrMapOvr>
</p:sld>
</file>

<file path=ppt/slides/slide9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48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219 - Jesus is my song of joy, He is my everything.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58538"/>
            <a:ext cx="11753537" cy="5122887"/>
          </a:xfrm>
        </p:spPr>
        <p:txBody>
          <a:bodyPr/>
          <a:lstStyle/>
          <a:p>
            <a:r>
              <a:rPr lang="en-US" dirty="0"/>
              <a:t>Jesus is my song of joy, He is my everything.</a:t>
            </a:r>
          </a:p>
          <a:p>
            <a:r>
              <a:rPr lang="en-US" dirty="0"/>
              <a:t>Jesus is my song of joy, alleluia.</a:t>
            </a:r>
          </a:p>
          <a:p>
            <a:endParaRPr lang="en-US" dirty="0"/>
          </a:p>
          <a:p>
            <a:r>
              <a:rPr lang="en-US" dirty="0"/>
              <a:t>Thanks... Praise... Faith... Hope... Love... Peace...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93117"/>
      </p:ext>
    </p:extLst>
  </p:cSld>
  <p:clrMapOvr>
    <a:masterClrMapping/>
  </p:clrMapOvr>
</p:sld>
</file>

<file path=ppt/slides/slide9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220 - Jesus is the joy of living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the joy of living </a:t>
            </a:r>
          </a:p>
          <a:p>
            <a:r>
              <a:rPr lang="en-US" dirty="0"/>
              <a:t>He’s the King of life to me, </a:t>
            </a:r>
          </a:p>
          <a:p>
            <a:r>
              <a:rPr lang="en-US" dirty="0"/>
              <a:t>Unto Him my all I’m giving, </a:t>
            </a:r>
          </a:p>
          <a:p>
            <a:r>
              <a:rPr lang="en-US" dirty="0"/>
              <a:t>His for evermore to be.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099212"/>
      </p:ext>
    </p:extLst>
  </p:cSld>
  <p:clrMapOvr>
    <a:masterClrMapping/>
  </p:clrMapOvr>
</p:sld>
</file>

<file path=ppt/slides/slide9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do what He commands me, </a:t>
            </a:r>
          </a:p>
          <a:p>
            <a:r>
              <a:rPr lang="en-US" dirty="0"/>
              <a:t>Anywhere He leads I’ll go, </a:t>
            </a:r>
          </a:p>
          <a:p>
            <a:r>
              <a:rPr lang="en-US" dirty="0"/>
              <a:t>Jesus is the joy of living, </a:t>
            </a:r>
          </a:p>
          <a:p>
            <a:r>
              <a:rPr lang="en-US" dirty="0"/>
              <a:t>He’s the dearest friend I know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404941"/>
      </p:ext>
    </p:extLst>
  </p:cSld>
  <p:clrMapOvr>
    <a:masterClrMapping/>
  </p:clrMapOvr>
</p:sld>
</file>

<file path=ppt/slides/slide9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found a wondrous </a:t>
            </a:r>
            <a:r>
              <a:rPr lang="en-US" dirty="0" err="1"/>
              <a:t>Saviour</a:t>
            </a:r>
            <a:r>
              <a:rPr lang="en-US" dirty="0"/>
              <a:t>, Jesus Christ, the soul’s delight, </a:t>
            </a:r>
          </a:p>
          <a:p>
            <a:r>
              <a:rPr lang="en-US" dirty="0"/>
              <a:t>Every blessing of His </a:t>
            </a:r>
            <a:r>
              <a:rPr lang="en-US" dirty="0" err="1"/>
              <a:t>favour</a:t>
            </a:r>
            <a:r>
              <a:rPr lang="en-US" dirty="0"/>
              <a:t>,  Fills my heart with hope so bright.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256636"/>
      </p:ext>
    </p:extLst>
  </p:cSld>
  <p:clrMapOvr>
    <a:masterClrMapping/>
  </p:clrMapOvr>
</p:sld>
</file>

<file path=ppt/slides/slide9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do what He commands me, </a:t>
            </a:r>
          </a:p>
          <a:p>
            <a:r>
              <a:rPr lang="en-US" dirty="0"/>
              <a:t>Anywhere He leads I’ll go, </a:t>
            </a:r>
          </a:p>
          <a:p>
            <a:r>
              <a:rPr lang="en-US" dirty="0"/>
              <a:t>Jesus is the joy of living, </a:t>
            </a:r>
          </a:p>
          <a:p>
            <a:r>
              <a:rPr lang="en-US" dirty="0"/>
              <a:t>He’s the dearest friend I know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120667"/>
      </p:ext>
    </p:extLst>
  </p:cSld>
  <p:clrMapOvr>
    <a:masterClrMapping/>
  </p:clrMapOvr>
</p:sld>
</file>

<file path=ppt/slides/slide9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221 - Jesus my Lord, my God, my all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my Lord, my God, my all, </a:t>
            </a:r>
          </a:p>
          <a:p>
            <a:r>
              <a:rPr lang="en-US" dirty="0"/>
              <a:t>How can I love Thee as I ought?</a:t>
            </a:r>
          </a:p>
          <a:p>
            <a:r>
              <a:rPr lang="en-US" dirty="0"/>
              <a:t>And how revere this wondrous gift, </a:t>
            </a:r>
          </a:p>
          <a:p>
            <a:r>
              <a:rPr lang="en-US" dirty="0"/>
              <a:t>So far surpassing hope or thought?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832582"/>
      </p:ext>
    </p:extLst>
  </p:cSld>
  <p:clrMapOvr>
    <a:masterClrMapping/>
  </p:clrMapOvr>
</p:sld>
</file>

<file path=ppt/slides/slide9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Sweet Sacrament we thee adore</a:t>
            </a:r>
          </a:p>
          <a:p>
            <a:r>
              <a:rPr lang="en-US" dirty="0"/>
              <a:t>O make us love thee more and more. -2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994406"/>
      </p:ext>
    </p:extLst>
  </p:cSld>
  <p:clrMapOvr>
    <a:masterClrMapping/>
  </p:clrMapOvr>
</p:sld>
</file>

<file path=ppt/slides/slide9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Had I but Mary’s sinless heart </a:t>
            </a:r>
          </a:p>
          <a:p>
            <a:r>
              <a:rPr lang="en-US" dirty="0"/>
              <a:t>To love thee with, my dearest King, </a:t>
            </a:r>
          </a:p>
          <a:p>
            <a:r>
              <a:rPr lang="en-US" dirty="0"/>
              <a:t>Oh, with what bursts of fervent praise </a:t>
            </a:r>
          </a:p>
          <a:p>
            <a:r>
              <a:rPr lang="en-US" dirty="0"/>
              <a:t>Thy goodness, Jesus, would I sing!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634106"/>
      </p:ext>
    </p:extLst>
  </p:cSld>
  <p:clrMapOvr>
    <a:masterClrMapping/>
  </p:clrMapOvr>
</p:sld>
</file>

<file path=ppt/slides/slide9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Sweet Sacrament we thee adore</a:t>
            </a:r>
          </a:p>
          <a:p>
            <a:r>
              <a:rPr lang="en-US" dirty="0"/>
              <a:t>O make us love thee more and more. -2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41555"/>
      </p:ext>
    </p:extLst>
  </p:cSld>
  <p:clrMapOvr>
    <a:masterClrMapping/>
  </p:clrMapOvr>
</p:sld>
</file>

<file path=ppt/slides/slide9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Ah see! Within a creature’s hand </a:t>
            </a:r>
          </a:p>
          <a:p>
            <a:r>
              <a:rPr lang="en-US" dirty="0"/>
              <a:t>The vast Creator deigns to be, </a:t>
            </a:r>
          </a:p>
          <a:p>
            <a:r>
              <a:rPr lang="en-US" dirty="0"/>
              <a:t>Reposing, Infant-like, as though </a:t>
            </a:r>
          </a:p>
          <a:p>
            <a:r>
              <a:rPr lang="en-US" dirty="0"/>
              <a:t>On Joseph’s arm, or Mary’s knee.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263718"/>
      </p:ext>
    </p:extLst>
  </p:cSld>
  <p:clrMapOvr>
    <a:masterClrMapping/>
  </p:clrMapOvr>
</p:sld>
</file>

<file path=ppt/slides/slide9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Sweet Sacrament we thee adore</a:t>
            </a:r>
          </a:p>
          <a:p>
            <a:r>
              <a:rPr lang="en-US" dirty="0"/>
              <a:t>O make us love thee more and more. -2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801254"/>
      </p:ext>
    </p:extLst>
  </p:cSld>
  <p:clrMapOvr>
    <a:masterClrMapping/>
  </p:clrMapOvr>
</p:sld>
</file>

<file path=ppt/slides/slide9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Thy Body, Soul, and Godhead, all; </a:t>
            </a:r>
          </a:p>
          <a:p>
            <a:r>
              <a:rPr lang="en-US" dirty="0"/>
              <a:t>O mystery of love divine! </a:t>
            </a:r>
          </a:p>
          <a:p>
            <a:r>
              <a:rPr lang="en-US" dirty="0"/>
              <a:t>I cannot compass all I have, </a:t>
            </a:r>
          </a:p>
          <a:p>
            <a:r>
              <a:rPr lang="en-US" dirty="0"/>
              <a:t>For all Thou art and hast is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177871"/>
      </p:ext>
    </p:extLst>
  </p:cSld>
  <p:clrMapOvr>
    <a:masterClrMapping/>
  </p:clrMapOvr>
</p:sld>
</file>

<file path=ppt/slides/slide9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Sweet Sacrament we thee adore</a:t>
            </a:r>
          </a:p>
          <a:p>
            <a:r>
              <a:rPr lang="en-US" dirty="0"/>
              <a:t>O make us love thee more and more. -2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827508"/>
      </p:ext>
    </p:extLst>
  </p:cSld>
  <p:clrMapOvr>
    <a:masterClrMapping/>
  </p:clrMapOvr>
</p:sld>
</file>

<file path=ppt/slides/slide9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222 - Jesus, you are my Salvation,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my Salvation,    </a:t>
            </a:r>
          </a:p>
          <a:p>
            <a:r>
              <a:rPr lang="en-US" dirty="0"/>
              <a:t>Jesus, you’re my inspiration, </a:t>
            </a:r>
          </a:p>
          <a:p>
            <a:r>
              <a:rPr lang="en-US" dirty="0"/>
              <a:t>Jesus you’re the treasure of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424712"/>
      </p:ext>
    </p:extLst>
  </p:cSld>
  <p:clrMapOvr>
    <a:masterClrMapping/>
  </p:clrMapOvr>
</p:sld>
</file>

<file path=ppt/slides/slide9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, you offer new sight to </a:t>
            </a:r>
            <a:r>
              <a:rPr lang="en-US" dirty="0" err="1"/>
              <a:t>theblind</a:t>
            </a:r>
            <a:r>
              <a:rPr lang="en-US" dirty="0"/>
              <a:t>,</a:t>
            </a:r>
          </a:p>
          <a:p>
            <a:r>
              <a:rPr lang="en-US" dirty="0"/>
              <a:t>Healing the crippled, the deaf and the mute,</a:t>
            </a:r>
          </a:p>
          <a:p>
            <a:r>
              <a:rPr lang="en-US" dirty="0"/>
              <a:t>Cleansing the leper and banishing ills,</a:t>
            </a:r>
          </a:p>
          <a:p>
            <a:r>
              <a:rPr lang="en-US" dirty="0"/>
              <a:t>Raising the dead to life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818290"/>
      </p:ext>
    </p:extLst>
  </p:cSld>
  <p:clrMapOvr>
    <a:masterClrMapping/>
  </p:clrMapOvr>
</p:sld>
</file>

<file path=ppt/slides/slide9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my Salvation,    </a:t>
            </a:r>
          </a:p>
          <a:p>
            <a:r>
              <a:rPr lang="en-US" dirty="0"/>
              <a:t>Jesus, you’re my inspiration, </a:t>
            </a:r>
          </a:p>
          <a:p>
            <a:r>
              <a:rPr lang="en-US" dirty="0"/>
              <a:t>Jesus you’re the treasure of my life.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59749"/>
      </p:ext>
    </p:extLst>
  </p:cSld>
  <p:clrMapOvr>
    <a:masterClrMapping/>
  </p:clrMapOvr>
</p:sld>
</file>

<file path=ppt/slides/slide9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nurture the hungry with bread, </a:t>
            </a:r>
          </a:p>
          <a:p>
            <a:r>
              <a:rPr lang="en-US" dirty="0"/>
              <a:t>Stilling the tempest and calming the sea, </a:t>
            </a:r>
          </a:p>
          <a:p>
            <a:r>
              <a:rPr lang="en-US" dirty="0"/>
              <a:t>Turning life’s water to glittering wine, </a:t>
            </a:r>
          </a:p>
          <a:p>
            <a:r>
              <a:rPr lang="en-US" dirty="0"/>
              <a:t>Shedding your blood for 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174626"/>
      </p:ext>
    </p:extLst>
  </p:cSld>
  <p:clrMapOvr>
    <a:masterClrMapping/>
  </p:clrMapOvr>
</p:sld>
</file>

<file path=ppt/slides/slide9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my Salvation,    </a:t>
            </a:r>
          </a:p>
          <a:p>
            <a:r>
              <a:rPr lang="en-US" dirty="0"/>
              <a:t>Jesus, you’re my inspiration, </a:t>
            </a:r>
          </a:p>
          <a:p>
            <a:r>
              <a:rPr lang="en-US" dirty="0"/>
              <a:t>Jesus you’re the treasure of my life.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976253"/>
      </p:ext>
    </p:extLst>
  </p:cSld>
  <p:clrMapOvr>
    <a:masterClrMapping/>
  </p:clrMapOvr>
</p:sld>
</file>

<file path=ppt/slides/slide9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my refuge, in you do I trust, </a:t>
            </a:r>
          </a:p>
          <a:p>
            <a:r>
              <a:rPr lang="en-US" dirty="0"/>
              <a:t>Jesus, my </a:t>
            </a:r>
            <a:r>
              <a:rPr lang="en-US" dirty="0" err="1"/>
              <a:t>Saviour</a:t>
            </a:r>
            <a:r>
              <a:rPr lang="en-US" dirty="0"/>
              <a:t>, in you I rejoice, </a:t>
            </a:r>
          </a:p>
          <a:p>
            <a:r>
              <a:rPr lang="en-US" dirty="0"/>
              <a:t>Jesus, my way and my truth and my life, </a:t>
            </a:r>
          </a:p>
          <a:p>
            <a:r>
              <a:rPr lang="en-US" dirty="0"/>
              <a:t>Jesus who sets me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370716"/>
      </p:ext>
    </p:extLst>
  </p:cSld>
  <p:clrMapOvr>
    <a:masterClrMapping/>
  </p:clrMapOvr>
</p:sld>
</file>

<file path=ppt/slides/slide9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my Salvation,    </a:t>
            </a:r>
          </a:p>
          <a:p>
            <a:r>
              <a:rPr lang="en-US" dirty="0"/>
              <a:t>Jesus, you’re my inspiration, </a:t>
            </a:r>
          </a:p>
          <a:p>
            <a:r>
              <a:rPr lang="en-US" dirty="0"/>
              <a:t>Jesus you’re the treasure of my life.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3731962"/>
      </p:ext>
    </p:extLst>
  </p:cSld>
  <p:clrMapOvr>
    <a:masterClrMapping/>
  </p:clrMapOvr>
</p:sld>
</file>

<file path=ppt/slides/slide9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the wisdom and power of the Lord, </a:t>
            </a:r>
          </a:p>
          <a:p>
            <a:r>
              <a:rPr lang="en-US" dirty="0"/>
              <a:t>Jesus, our high priest, our Passover Lamb, </a:t>
            </a:r>
          </a:p>
          <a:p>
            <a:r>
              <a:rPr lang="en-US" dirty="0"/>
              <a:t>Jesus, the brightness and image of God, </a:t>
            </a:r>
          </a:p>
          <a:p>
            <a:r>
              <a:rPr lang="en-US" dirty="0"/>
              <a:t>Jesus, the King of peace.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383219"/>
      </p:ext>
    </p:extLst>
  </p:cSld>
  <p:clrMapOvr>
    <a:masterClrMapping/>
  </p:clrMapOvr>
</p:sld>
</file>

<file path=ppt/slides/slide9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my Salvation,    </a:t>
            </a:r>
          </a:p>
          <a:p>
            <a:r>
              <a:rPr lang="en-US" dirty="0"/>
              <a:t>Jesus, you’re my inspiration, </a:t>
            </a:r>
          </a:p>
          <a:p>
            <a:r>
              <a:rPr lang="en-US" dirty="0"/>
              <a:t>Jesus you’re the treasure of my life.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221060"/>
      </p:ext>
    </p:extLst>
  </p:cSld>
  <p:clrMapOvr>
    <a:masterClrMapping/>
  </p:clrMapOvr>
</p:sld>
</file>

<file path=ppt/slides/slide9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4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223 - Jesus, you are the sweetest name of all,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 are the sweetest name of all,    </a:t>
            </a:r>
          </a:p>
          <a:p>
            <a:r>
              <a:rPr lang="en-US" dirty="0"/>
              <a:t>Jesus, you always hear me when I call, </a:t>
            </a:r>
          </a:p>
          <a:p>
            <a:r>
              <a:rPr lang="en-US" dirty="0"/>
              <a:t>O, Jesus, you pick me up each time I fall, </a:t>
            </a:r>
          </a:p>
          <a:p>
            <a:r>
              <a:rPr lang="en-US" dirty="0"/>
              <a:t>You’re the sweetest, the sweetest name of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382986"/>
      </p:ext>
    </p:extLst>
  </p:cSld>
  <p:clrMapOvr>
    <a:masterClrMapping/>
  </p:clrMapOvr>
</p:sld>
</file>

<file path=ppt/slides/slide9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Jesus, how I love to praise your name, </a:t>
            </a:r>
          </a:p>
          <a:p>
            <a:r>
              <a:rPr lang="en-US" dirty="0"/>
              <a:t>Jesus, you’re still the first, the last, the same, </a:t>
            </a:r>
          </a:p>
          <a:p>
            <a:r>
              <a:rPr lang="en-US" dirty="0"/>
              <a:t>O, Jesus, you died and took away my shame,</a:t>
            </a:r>
          </a:p>
          <a:p>
            <a:r>
              <a:rPr lang="en-US" dirty="0"/>
              <a:t>You’re the sweetest, the sweetest name of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538465"/>
      </p:ext>
    </p:extLst>
  </p:cSld>
  <p:clrMapOvr>
    <a:masterClrMapping/>
  </p:clrMapOvr>
</p:sld>
</file>

<file path=ppt/slides/slide9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you’re the soon and coming King, </a:t>
            </a:r>
          </a:p>
          <a:p>
            <a:r>
              <a:rPr lang="en-US" dirty="0"/>
              <a:t>Jesus, we need the love that you can bring, </a:t>
            </a:r>
          </a:p>
          <a:p>
            <a:r>
              <a:rPr lang="en-US" dirty="0"/>
              <a:t>O, Jesus, we lift our voices up and sing, </a:t>
            </a:r>
          </a:p>
          <a:p>
            <a:r>
              <a:rPr lang="en-US" dirty="0"/>
              <a:t>You’re the sweetest, the sweetest name of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954135"/>
      </p:ext>
    </p:extLst>
  </p:cSld>
  <p:clrMapOvr>
    <a:masterClrMapping/>
  </p:clrMapOvr>
</p:sld>
</file>

<file path=ppt/slides/slide9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4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224 - Joseph the just man and patron of workers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50425"/>
            <a:ext cx="11753537" cy="4552406"/>
          </a:xfrm>
        </p:spPr>
        <p:txBody>
          <a:bodyPr/>
          <a:lstStyle/>
          <a:p>
            <a:r>
              <a:rPr lang="en-US" dirty="0"/>
              <a:t>Joseph the just man and patron of workers,   </a:t>
            </a:r>
          </a:p>
          <a:p>
            <a:r>
              <a:rPr lang="en-US" dirty="0"/>
              <a:t>Pray for us, O Pray for us.</a:t>
            </a:r>
          </a:p>
          <a:p>
            <a:r>
              <a:rPr lang="en-US" dirty="0"/>
              <a:t>Husband of Mary and </a:t>
            </a:r>
          </a:p>
          <a:p>
            <a:r>
              <a:rPr lang="en-US" dirty="0"/>
              <a:t>foster father of the Lord,</a:t>
            </a:r>
          </a:p>
          <a:p>
            <a:r>
              <a:rPr lang="en-US" dirty="0"/>
              <a:t>Protect the Church!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338560"/>
      </p:ext>
    </p:extLst>
  </p:cSld>
  <p:clrMapOvr>
    <a:masterClrMapping/>
  </p:clrMapOvr>
</p:sld>
</file>

<file path=ppt/slides/slide9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Exult, you just in the Lord our God, </a:t>
            </a:r>
          </a:p>
          <a:p>
            <a:r>
              <a:rPr lang="en-US" dirty="0"/>
              <a:t>Praise from the up right is fitting.</a:t>
            </a:r>
          </a:p>
          <a:p>
            <a:r>
              <a:rPr lang="en-US" dirty="0"/>
              <a:t>Sing to Him a new song with the harp,</a:t>
            </a:r>
          </a:p>
          <a:p>
            <a:r>
              <a:rPr lang="en-US" dirty="0"/>
              <a:t>Pluck the strings with shouts of gladness.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082037"/>
      </p:ext>
    </p:extLst>
  </p:cSld>
  <p:clrMapOvr>
    <a:masterClrMapping/>
  </p:clrMapOvr>
</p:sld>
</file>

<file path=ppt/slides/slide9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 in the Lord, O you children of God, </a:t>
            </a:r>
          </a:p>
          <a:p>
            <a:r>
              <a:rPr lang="en-US" dirty="0"/>
              <a:t>And bless his name, and bless his name.</a:t>
            </a:r>
          </a:p>
          <a:p>
            <a:r>
              <a:rPr lang="en-US" dirty="0"/>
              <a:t>Happy the people who trust in him </a:t>
            </a:r>
          </a:p>
          <a:p>
            <a:r>
              <a:rPr lang="en-US" dirty="0"/>
              <a:t>And bless his name, and bless his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626529"/>
      </p:ext>
    </p:extLst>
  </p:cSld>
  <p:clrMapOvr>
    <a:masterClrMapping/>
  </p:clrMapOvr>
</p:sld>
</file>

<file path=ppt/slides/slide9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 the Lord all our hearts rejoice.</a:t>
            </a:r>
          </a:p>
          <a:p>
            <a:r>
              <a:rPr lang="en-US" dirty="0"/>
              <a:t>Holy his name we trust in.</a:t>
            </a:r>
          </a:p>
          <a:p>
            <a:r>
              <a:rPr lang="en-US" dirty="0"/>
              <a:t>May your love be upon us, O Lord,</a:t>
            </a:r>
          </a:p>
          <a:p>
            <a:r>
              <a:rPr lang="en-US" dirty="0"/>
              <a:t>Who have put hope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546380"/>
      </p:ext>
    </p:extLst>
  </p:cSld>
  <p:clrMapOvr>
    <a:masterClrMapping/>
  </p:clrMapOvr>
</p:sld>
</file>

<file path=ppt/slides/slide9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225 - Joy is the flag flown high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is the flag flown high </a:t>
            </a:r>
          </a:p>
          <a:p>
            <a:r>
              <a:rPr lang="en-US" dirty="0"/>
              <a:t>from the castle of my heart, -3</a:t>
            </a:r>
          </a:p>
          <a:p>
            <a:r>
              <a:rPr lang="en-US" dirty="0"/>
              <a:t>Joy is the flag flown high </a:t>
            </a:r>
          </a:p>
          <a:p>
            <a:r>
              <a:rPr lang="en-US" dirty="0"/>
              <a:t>from the castle of my heart </a:t>
            </a:r>
          </a:p>
          <a:p>
            <a:r>
              <a:rPr lang="en-US" dirty="0"/>
              <a:t>For the King is in residence there!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43405"/>
      </p:ext>
    </p:extLst>
  </p:cSld>
  <p:clrMapOvr>
    <a:masterClrMapping/>
  </p:clrMapOvr>
</p:sld>
</file>

<file path=ppt/slides/slide9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it fly in the sky, </a:t>
            </a:r>
          </a:p>
          <a:p>
            <a:r>
              <a:rPr lang="en-US" dirty="0"/>
              <a:t>Let the whole world know, -3</a:t>
            </a:r>
          </a:p>
          <a:p>
            <a:r>
              <a:rPr lang="en-US" dirty="0"/>
              <a:t>Let it fly in the sky, let the whole world know </a:t>
            </a:r>
          </a:p>
          <a:p>
            <a:r>
              <a:rPr lang="en-US" dirty="0"/>
              <a:t>That the king is in residence there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693048"/>
      </p:ext>
    </p:extLst>
  </p:cSld>
  <p:clrMapOvr>
    <a:masterClrMapping/>
  </p:clrMapOvr>
</p:sld>
</file>

<file path=ppt/slides/slide9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226 - Joy to the world, the Lord is come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to the world, the Lord is come,  </a:t>
            </a:r>
          </a:p>
          <a:p>
            <a:r>
              <a:rPr lang="en-US" dirty="0"/>
              <a:t>Let earth receive her king.</a:t>
            </a:r>
          </a:p>
          <a:p>
            <a:r>
              <a:rPr lang="en-US" dirty="0"/>
              <a:t>Let every heart prepare him room </a:t>
            </a:r>
          </a:p>
          <a:p>
            <a:r>
              <a:rPr lang="en-US" dirty="0"/>
              <a:t>And heaven and nature sing, -2</a:t>
            </a:r>
          </a:p>
          <a:p>
            <a:r>
              <a:rPr lang="en-US" dirty="0"/>
              <a:t>And heaven and heaven and nature sing.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316210"/>
      </p:ext>
    </p:extLst>
  </p:cSld>
  <p:clrMapOvr>
    <a:masterClrMapping/>
  </p:clrMapOvr>
</p:sld>
</file>

<file path=ppt/slides/slide9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to the world, the </a:t>
            </a:r>
            <a:r>
              <a:rPr lang="en-US" dirty="0" err="1"/>
              <a:t>Saviour</a:t>
            </a:r>
            <a:r>
              <a:rPr lang="en-US" dirty="0"/>
              <a:t> reigns, </a:t>
            </a:r>
          </a:p>
          <a:p>
            <a:r>
              <a:rPr lang="en-US" dirty="0"/>
              <a:t>Let all their songs employ</a:t>
            </a:r>
          </a:p>
          <a:p>
            <a:r>
              <a:rPr lang="en-US" dirty="0"/>
              <a:t>While fields and floods, rocks hills and plains, </a:t>
            </a:r>
          </a:p>
          <a:p>
            <a:r>
              <a:rPr lang="en-US" dirty="0"/>
              <a:t>Repeat their sounding joy, -2</a:t>
            </a:r>
          </a:p>
          <a:p>
            <a:r>
              <a:rPr lang="en-US" dirty="0"/>
              <a:t>Repeat, repeat their sounding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036608"/>
      </p:ext>
    </p:extLst>
  </p:cSld>
  <p:clrMapOvr>
    <a:masterClrMapping/>
  </p:clrMapOvr>
</p:sld>
</file>

<file path=ppt/slides/slide9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rules the world with truth and grace,</a:t>
            </a:r>
          </a:p>
          <a:p>
            <a:r>
              <a:rPr lang="en-US" dirty="0"/>
              <a:t>And makes his nations prove,</a:t>
            </a:r>
          </a:p>
          <a:p>
            <a:r>
              <a:rPr lang="en-US" dirty="0"/>
              <a:t>The glories of his righteousness,</a:t>
            </a:r>
          </a:p>
          <a:p>
            <a:r>
              <a:rPr lang="en-US" dirty="0"/>
              <a:t>And wonders of his love, -2</a:t>
            </a:r>
          </a:p>
          <a:p>
            <a:r>
              <a:rPr lang="en-US" dirty="0"/>
              <a:t>And wonders and wonders of his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58814"/>
      </p:ext>
    </p:extLst>
  </p:cSld>
  <p:clrMapOvr>
    <a:masterClrMapping/>
  </p:clrMapOvr>
</p:sld>
</file>

<file path=ppt/slides/slide9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more let sins and sorrows grow,</a:t>
            </a:r>
          </a:p>
          <a:p>
            <a:r>
              <a:rPr lang="en-US" dirty="0"/>
              <a:t>Nor thorns infest the ground;</a:t>
            </a:r>
          </a:p>
          <a:p>
            <a:r>
              <a:rPr lang="en-US" dirty="0"/>
              <a:t>He comes to make His blessings flow</a:t>
            </a:r>
          </a:p>
          <a:p>
            <a:r>
              <a:rPr lang="en-US" dirty="0"/>
              <a:t>Far as the curse is found, -2</a:t>
            </a:r>
          </a:p>
          <a:p>
            <a:r>
              <a:rPr lang="en-US" dirty="0"/>
              <a:t>Far as, far as the curse is found.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190228"/>
      </p:ext>
    </p:extLst>
  </p:cSld>
  <p:clrMapOvr>
    <a:masterClrMapping/>
  </p:clrMapOvr>
</p:sld>
</file>

<file path=ppt/slides/slide9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227 - Joy to the world today is born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Joy to the world today is born </a:t>
            </a:r>
          </a:p>
          <a:p>
            <a:r>
              <a:rPr lang="en-US" dirty="0"/>
              <a:t>Our </a:t>
            </a:r>
            <a:r>
              <a:rPr lang="en-US" dirty="0" err="1"/>
              <a:t>Saviour</a:t>
            </a:r>
            <a:r>
              <a:rPr lang="en-US" dirty="0"/>
              <a:t>, Christ the Lord.</a:t>
            </a:r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634017"/>
      </p:ext>
    </p:extLst>
  </p:cSld>
  <p:clrMapOvr>
    <a:masterClrMapping/>
  </p:clrMapOvr>
</p:sld>
</file>

<file path=ppt/slides/slide9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 sing a new song to the Lord, </a:t>
            </a:r>
          </a:p>
          <a:p>
            <a:r>
              <a:rPr lang="en-US" dirty="0"/>
              <a:t>Sing to the Lord, all the earth, </a:t>
            </a:r>
          </a:p>
          <a:p>
            <a:r>
              <a:rPr lang="en-US" dirty="0"/>
              <a:t>O sing to the Lord, bless his name, </a:t>
            </a:r>
          </a:p>
          <a:p>
            <a:r>
              <a:rPr lang="en-US" dirty="0"/>
              <a:t>Proclaim his help day by day, </a:t>
            </a:r>
          </a:p>
          <a:p>
            <a:r>
              <a:rPr lang="en-US" dirty="0"/>
              <a:t>Tell among the nations his glory. </a:t>
            </a:r>
          </a:p>
          <a:p>
            <a:r>
              <a:rPr lang="en-US" dirty="0"/>
              <a:t>And his wonders among all the people.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77478"/>
      </p:ext>
    </p:extLst>
  </p:cSld>
  <p:clrMapOvr>
    <a:masterClrMapping/>
  </p:clrMapOvr>
</p:sld>
</file>

<file path=ppt/slides/slide9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heaven rejoice, earth be glad, </a:t>
            </a:r>
          </a:p>
          <a:p>
            <a:r>
              <a:rPr lang="en-US" dirty="0"/>
              <a:t>Tell all the nations his deeds</a:t>
            </a:r>
          </a:p>
          <a:p>
            <a:r>
              <a:rPr lang="en-US" dirty="0"/>
              <a:t>His wonders among all the people.</a:t>
            </a:r>
          </a:p>
          <a:p>
            <a:r>
              <a:rPr lang="en-US" dirty="0"/>
              <a:t>Let the trees of the wood shout for joy</a:t>
            </a:r>
          </a:p>
          <a:p>
            <a:r>
              <a:rPr lang="en-US" dirty="0"/>
              <a:t>At the presence of the Lord for he comes</a:t>
            </a:r>
          </a:p>
          <a:p>
            <a:r>
              <a:rPr lang="en-US" dirty="0"/>
              <a:t>For with justice he comes to the earth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156096"/>
      </p:ext>
    </p:extLst>
  </p:cSld>
  <p:clrMapOvr>
    <a:masterClrMapping/>
  </p:clrMapOvr>
</p:sld>
</file>

<file path=ppt/slides/slide9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90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228 - Joy was in my heart, alleluia, when I heard them say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34743"/>
            <a:ext cx="11753537" cy="52055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Joy was in my heart, alleluia, </a:t>
            </a:r>
          </a:p>
          <a:p>
            <a:r>
              <a:rPr lang="en-US" dirty="0"/>
              <a:t>when I heard them say: </a:t>
            </a:r>
          </a:p>
          <a:p>
            <a:r>
              <a:rPr lang="en-US" dirty="0"/>
              <a:t>“Let us go to God’s house.”</a:t>
            </a:r>
          </a:p>
          <a:p>
            <a:endParaRPr lang="en-IN" dirty="0"/>
          </a:p>
          <a:p>
            <a:r>
              <a:rPr lang="en-US" dirty="0"/>
              <a:t>And now our feet are standing, alleluia. </a:t>
            </a:r>
          </a:p>
          <a:p>
            <a:r>
              <a:rPr lang="en-US" dirty="0"/>
              <a:t>Within your gates, O Jerusalem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405869"/>
      </p:ext>
    </p:extLst>
  </p:cSld>
  <p:clrMapOvr>
    <a:masterClrMapping/>
  </p:clrMapOvr>
</p:sld>
</file>

<file path=ppt/slides/slide9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Joy was in my heart, alleluia, </a:t>
            </a:r>
          </a:p>
          <a:p>
            <a:r>
              <a:rPr lang="en-US" dirty="0"/>
              <a:t>when I heard them say: </a:t>
            </a:r>
          </a:p>
          <a:p>
            <a:r>
              <a:rPr lang="en-US" dirty="0"/>
              <a:t>“Let us go to God’s house.”</a:t>
            </a:r>
          </a:p>
          <a:p>
            <a:endParaRPr lang="en-US" dirty="0"/>
          </a:p>
          <a:p>
            <a:r>
              <a:rPr lang="en-US" dirty="0"/>
              <a:t>Jerusalem, most beautiful city. </a:t>
            </a:r>
          </a:p>
          <a:p>
            <a:r>
              <a:rPr lang="en-US" dirty="0"/>
              <a:t>So strongly compact, alleluia. </a:t>
            </a:r>
          </a:p>
          <a:p>
            <a:r>
              <a:rPr lang="en-US" dirty="0"/>
              <a:t>On you converge all the tribes of the Lord.</a:t>
            </a:r>
          </a:p>
          <a:p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946282"/>
      </p:ext>
    </p:extLst>
  </p:cSld>
  <p:clrMapOvr>
    <a:masterClrMapping/>
  </p:clrMapOvr>
</p:sld>
</file>

<file path=ppt/slides/slide9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Joy was in my heart, alleluia, </a:t>
            </a:r>
          </a:p>
          <a:p>
            <a:r>
              <a:rPr lang="en-US" dirty="0"/>
              <a:t>when I heard them say: </a:t>
            </a:r>
          </a:p>
          <a:p>
            <a:r>
              <a:rPr lang="en-US" dirty="0"/>
              <a:t>“Let us go to God’s house.”</a:t>
            </a:r>
          </a:p>
          <a:p>
            <a:endParaRPr lang="en-US" dirty="0"/>
          </a:p>
          <a:p>
            <a:r>
              <a:rPr lang="en-US" dirty="0"/>
              <a:t>May His peace reign in your walls,</a:t>
            </a:r>
          </a:p>
          <a:p>
            <a:r>
              <a:rPr lang="en-US" dirty="0"/>
              <a:t>Happiness and love in all your homes, alleluia. </a:t>
            </a:r>
          </a:p>
          <a:p>
            <a:r>
              <a:rPr lang="en-US" dirty="0"/>
              <a:t>For you are the house of the Lord, our God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5932"/>
      </p:ext>
    </p:extLst>
  </p:cSld>
  <p:clrMapOvr>
    <a:masterClrMapping/>
  </p:clrMapOvr>
</p:sld>
</file>

<file path=ppt/slides/slide9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229 - Joy was in my heart when I heard the people say: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39538"/>
            <a:ext cx="11753537" cy="4824549"/>
          </a:xfrm>
        </p:spPr>
        <p:txBody>
          <a:bodyPr>
            <a:normAutofit/>
          </a:bodyPr>
          <a:lstStyle/>
          <a:p>
            <a:r>
              <a:rPr lang="en-US" dirty="0"/>
              <a:t>Joy was in my heart </a:t>
            </a:r>
          </a:p>
          <a:p>
            <a:r>
              <a:rPr lang="en-US" dirty="0"/>
              <a:t>when I heard the people say: </a:t>
            </a:r>
          </a:p>
          <a:p>
            <a:r>
              <a:rPr lang="en-US" dirty="0"/>
              <a:t>“Let us go up to the temple of the Lord”.</a:t>
            </a:r>
          </a:p>
          <a:p>
            <a:r>
              <a:rPr lang="en-US" dirty="0"/>
              <a:t>And now we are at last in the presence of the Lord, Alleluia, alleluia!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330546"/>
      </p:ext>
    </p:extLst>
  </p:cSld>
  <p:clrMapOvr>
    <a:masterClrMapping/>
  </p:clrMapOvr>
</p:sld>
</file>

<file path=ppt/slides/slide9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temple of the Lord </a:t>
            </a:r>
          </a:p>
          <a:p>
            <a:r>
              <a:rPr lang="en-US" dirty="0"/>
              <a:t>will never be destroyed. </a:t>
            </a:r>
          </a:p>
          <a:p>
            <a:r>
              <a:rPr lang="en-US" dirty="0"/>
              <a:t>How beautiful and strong it stands!</a:t>
            </a:r>
          </a:p>
          <a:p>
            <a:r>
              <a:rPr lang="en-US" dirty="0"/>
              <a:t>It is here that all will come to praise and worship God, </a:t>
            </a:r>
          </a:p>
          <a:p>
            <a:r>
              <a:rPr lang="en-US" dirty="0"/>
              <a:t>Singing songs that fill the heart with joy!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450256"/>
      </p:ext>
    </p:extLst>
  </p:cSld>
  <p:clrMapOvr>
    <a:masterClrMapping/>
  </p:clrMapOvr>
</p:sld>
</file>

<file path=ppt/slides/slide9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was in my heart </a:t>
            </a:r>
          </a:p>
          <a:p>
            <a:r>
              <a:rPr lang="en-US" dirty="0"/>
              <a:t>when I heard the people say: </a:t>
            </a:r>
          </a:p>
          <a:p>
            <a:r>
              <a:rPr lang="en-US" dirty="0"/>
              <a:t>“Let us go up to the temple of the Lord”.</a:t>
            </a:r>
          </a:p>
          <a:p>
            <a:r>
              <a:rPr lang="en-US" dirty="0"/>
              <a:t>And now we are at last in the presence of the Lord,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108068"/>
      </p:ext>
    </p:extLst>
  </p:cSld>
  <p:clrMapOvr>
    <a:masterClrMapping/>
  </p:clrMapOvr>
</p:sld>
</file>

<file path=ppt/slides/slide9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blessings come upon </a:t>
            </a:r>
          </a:p>
          <a:p>
            <a:r>
              <a:rPr lang="en-US" dirty="0"/>
              <a:t>the dwelling of the Lord!</a:t>
            </a:r>
          </a:p>
          <a:p>
            <a:r>
              <a:rPr lang="en-US" dirty="0"/>
              <a:t>To those who love her blessings too.</a:t>
            </a:r>
          </a:p>
          <a:p>
            <a:r>
              <a:rPr lang="en-US" dirty="0"/>
              <a:t>May peace and safety stay </a:t>
            </a:r>
          </a:p>
          <a:p>
            <a:r>
              <a:rPr lang="en-US" dirty="0"/>
              <a:t>within her mighty walls;</a:t>
            </a:r>
          </a:p>
          <a:p>
            <a:r>
              <a:rPr lang="en-US" dirty="0"/>
              <a:t>We revere you, sacred House of God!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745735"/>
      </p:ext>
    </p:extLst>
  </p:cSld>
  <p:clrMapOvr>
    <a:masterClrMapping/>
  </p:clrMapOvr>
</p:sld>
</file>

<file path=ppt/slides/slide9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Joy was in my heart </a:t>
            </a:r>
          </a:p>
          <a:p>
            <a:r>
              <a:rPr lang="en-US" dirty="0"/>
              <a:t>when I heard the people say: </a:t>
            </a:r>
          </a:p>
          <a:p>
            <a:r>
              <a:rPr lang="en-US" dirty="0"/>
              <a:t>“Let us go up to the temple of the Lord”.</a:t>
            </a:r>
          </a:p>
          <a:p>
            <a:r>
              <a:rPr lang="en-US" dirty="0"/>
              <a:t>And now we are at last in the presence of the Lord,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827558"/>
      </p:ext>
    </p:extLst>
  </p:cSld>
  <p:clrMapOvr>
    <a:masterClrMapping/>
  </p:clrMapOvr>
</p:sld>
</file>

<file path=ppt/slides/slide9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679"/>
            <a:ext cx="10961914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230 - Just like a child who trusts his father dear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02078"/>
            <a:ext cx="11753537" cy="4378234"/>
          </a:xfrm>
        </p:spPr>
        <p:txBody>
          <a:bodyPr/>
          <a:lstStyle/>
          <a:p>
            <a:r>
              <a:rPr lang="en-US" dirty="0"/>
              <a:t>Just like a child who trusts his father dear </a:t>
            </a:r>
          </a:p>
          <a:p>
            <a:r>
              <a:rPr lang="en-US" dirty="0"/>
              <a:t>And who delights to feel his presence near, </a:t>
            </a:r>
          </a:p>
          <a:p>
            <a:r>
              <a:rPr lang="en-US" dirty="0"/>
              <a:t>Just like a child whose mind has not a doubt. </a:t>
            </a:r>
          </a:p>
          <a:p>
            <a:r>
              <a:rPr lang="en-US" dirty="0"/>
              <a:t>And whose heart is never proud.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384554"/>
      </p:ext>
    </p:extLst>
  </p:cSld>
  <p:clrMapOvr>
    <a:masterClrMapping/>
  </p:clrMapOvr>
</p:sld>
</file>

<file path=ppt/slides/slide9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999418"/>
      </p:ext>
    </p:extLst>
  </p:cSld>
  <p:clrMapOvr>
    <a:masterClrMapping/>
  </p:clrMapOvr>
</p:sld>
</file>

<file path=ppt/slides/slide9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a child, so weak he cannot stand,</a:t>
            </a:r>
          </a:p>
          <a:p>
            <a:r>
              <a:rPr lang="en-US" dirty="0"/>
              <a:t>But who holds firm </a:t>
            </a:r>
          </a:p>
          <a:p>
            <a:r>
              <a:rPr lang="en-US" dirty="0"/>
              <a:t>and tight his mother’s hand,</a:t>
            </a:r>
          </a:p>
          <a:p>
            <a:r>
              <a:rPr lang="en-US" dirty="0"/>
              <a:t>Just like a child who sings in bright daylight.</a:t>
            </a:r>
          </a:p>
          <a:p>
            <a:r>
              <a:rPr lang="en-US" dirty="0"/>
              <a:t>Fearing not the dark of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014008"/>
      </p:ext>
    </p:extLst>
  </p:cSld>
  <p:clrMapOvr>
    <a:masterClrMapping/>
  </p:clrMapOvr>
</p:sld>
</file>

<file path=ppt/slides/slide9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613946"/>
      </p:ext>
    </p:extLst>
  </p:cSld>
  <p:clrMapOvr>
    <a:masterClrMapping/>
  </p:clrMapOvr>
</p:sld>
</file>

<file path=ppt/slides/slide9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a child that guilty deeds oppress</a:t>
            </a:r>
          </a:p>
          <a:p>
            <a:r>
              <a:rPr lang="en-US" dirty="0"/>
              <a:t>With mind and heart in trouble and distress, </a:t>
            </a:r>
          </a:p>
          <a:p>
            <a:r>
              <a:rPr lang="en-US" dirty="0"/>
              <a:t>Who throws himself into his mother’s arms, </a:t>
            </a:r>
          </a:p>
          <a:p>
            <a:r>
              <a:rPr lang="en-US" dirty="0"/>
              <a:t>Sure she’ll free him from his qualms.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073631"/>
      </p:ext>
    </p:extLst>
  </p:cSld>
  <p:clrMapOvr>
    <a:masterClrMapping/>
  </p:clrMapOvr>
</p:sld>
</file>

<file path=ppt/slides/slide9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  <a:p>
            <a:r>
              <a:rPr lang="en-US" dirty="0"/>
              <a:t>Here, I come, O Lord, </a:t>
            </a:r>
          </a:p>
          <a:p>
            <a:r>
              <a:rPr lang="en-US" dirty="0"/>
              <a:t>Here I come just like a child.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949326"/>
      </p:ext>
    </p:extLst>
  </p:cSld>
  <p:clrMapOvr>
    <a:masterClrMapping/>
  </p:clrMapOvr>
</p:sld>
</file>

<file path=ppt/slides/slide9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231 - Just like a lamb he was led out to die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a lamb he was led out to die </a:t>
            </a:r>
          </a:p>
          <a:p>
            <a:r>
              <a:rPr lang="en-US" dirty="0"/>
              <a:t>And my sin it was taken and nailed to the Tree. </a:t>
            </a:r>
          </a:p>
          <a:p>
            <a:r>
              <a:rPr lang="en-US" dirty="0"/>
              <a:t>Soon as a King he’ll descend from the sky</a:t>
            </a:r>
          </a:p>
          <a:p>
            <a:r>
              <a:rPr lang="en-US" dirty="0"/>
              <a:t>And his kingdom shall reign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79019"/>
      </p:ext>
    </p:extLst>
  </p:cSld>
  <p:clrMapOvr>
    <a:masterClrMapping/>
  </p:clrMapOvr>
</p:sld>
</file>

<file path=ppt/slides/slide9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shall comfort the earth </a:t>
            </a:r>
          </a:p>
          <a:p>
            <a:r>
              <a:rPr lang="en-US" dirty="0"/>
              <a:t>He shall bring forth pure joy</a:t>
            </a:r>
          </a:p>
          <a:p>
            <a:r>
              <a:rPr lang="en-US" dirty="0"/>
              <a:t>He shall wipe every tear from our eye.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056637"/>
      </p:ext>
    </p:extLst>
  </p:cSld>
  <p:clrMapOvr>
    <a:masterClrMapping/>
  </p:clrMapOvr>
</p:sld>
</file>

<file path=ppt/slides/slide9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had no form but the form of a slave;</a:t>
            </a:r>
          </a:p>
          <a:p>
            <a:r>
              <a:rPr lang="en-US" dirty="0"/>
              <a:t>Man of sorrows, </a:t>
            </a:r>
          </a:p>
          <a:p>
            <a:r>
              <a:rPr lang="en-US" dirty="0"/>
              <a:t>despised and acquainted with grief.</a:t>
            </a:r>
          </a:p>
          <a:p>
            <a:r>
              <a:rPr lang="en-US" dirty="0"/>
              <a:t>God laid on him all our sorrow and sin;</a:t>
            </a:r>
          </a:p>
          <a:p>
            <a:r>
              <a:rPr lang="en-US" dirty="0"/>
              <a:t>With his stripes we are healed. </a:t>
            </a:r>
          </a:p>
          <a:p>
            <a:r>
              <a:rPr lang="en-US" dirty="0"/>
              <a:t>He made us whole.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740688"/>
      </p:ext>
    </p:extLst>
  </p:cSld>
  <p:clrMapOvr>
    <a:masterClrMapping/>
  </p:clrMapOvr>
</p:sld>
</file>

<file path=ppt/slides/slide9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shall comfort the earth </a:t>
            </a:r>
          </a:p>
          <a:p>
            <a:r>
              <a:rPr lang="en-US" dirty="0"/>
              <a:t>He shall bring forth pure joy</a:t>
            </a:r>
          </a:p>
          <a:p>
            <a:r>
              <a:rPr lang="en-US" dirty="0"/>
              <a:t>He shall wipe every tear from our eye.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822104"/>
      </p:ext>
    </p:extLst>
  </p:cSld>
  <p:clrMapOvr>
    <a:masterClrMapping/>
  </p:clrMapOvr>
</p:sld>
</file>

<file path=ppt/slides/slide9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he has trodden the winepress alone; </a:t>
            </a:r>
          </a:p>
          <a:p>
            <a:r>
              <a:rPr lang="en-US" dirty="0"/>
              <a:t>To the peoples he looked, </a:t>
            </a:r>
          </a:p>
          <a:p>
            <a:r>
              <a:rPr lang="en-US" dirty="0"/>
              <a:t>there was no one to help; </a:t>
            </a:r>
          </a:p>
          <a:p>
            <a:r>
              <a:rPr lang="en-US" dirty="0"/>
              <a:t>So with his lifeblood our garments are stained </a:t>
            </a:r>
          </a:p>
          <a:p>
            <a:r>
              <a:rPr lang="en-US" dirty="0"/>
              <a:t>And his own arm has brought us victory.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238330"/>
      </p:ext>
    </p:extLst>
  </p:cSld>
  <p:clrMapOvr>
    <a:masterClrMapping/>
  </p:clrMapOvr>
</p:sld>
</file>

<file path=ppt/slides/slide9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shall comfort the earth </a:t>
            </a:r>
          </a:p>
          <a:p>
            <a:r>
              <a:rPr lang="en-US" dirty="0"/>
              <a:t>He shall bring forth pure joy</a:t>
            </a:r>
          </a:p>
          <a:p>
            <a:r>
              <a:rPr lang="en-US" dirty="0"/>
              <a:t>He shall wipe every tear from our eye.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184853"/>
      </p:ext>
    </p:extLst>
  </p:cSld>
  <p:clrMapOvr>
    <a:masterClrMapping/>
  </p:clrMapOvr>
</p:sld>
</file>

<file path=ppt/slides/slide9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232 - Just to fix our eyes on Jesus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to fix our eyes on Jesus</a:t>
            </a:r>
          </a:p>
          <a:p>
            <a:r>
              <a:rPr lang="en-US" dirty="0"/>
              <a:t>Who has fought the good fight to the end; </a:t>
            </a:r>
          </a:p>
          <a:p>
            <a:r>
              <a:rPr lang="en-US" dirty="0"/>
              <a:t>And to be the grain that’s fallen </a:t>
            </a:r>
          </a:p>
          <a:p>
            <a:r>
              <a:rPr lang="en-US" dirty="0"/>
              <a:t>To the ground to die and rise again.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090969"/>
      </p:ext>
    </p:extLst>
  </p:cSld>
  <p:clrMapOvr>
    <a:masterClrMapping/>
  </p:clrMapOvr>
</p:sld>
</file>

<file path=ppt/slides/slide9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sacrifice, an open ear I bring</a:t>
            </a:r>
          </a:p>
          <a:p>
            <a:r>
              <a:rPr lang="en-US" dirty="0"/>
              <a:t>Here, Lord, I come to do your will, </a:t>
            </a:r>
          </a:p>
          <a:p>
            <a:r>
              <a:rPr lang="en-US" dirty="0"/>
              <a:t>Here, Lord, I come to do your will.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91142"/>
      </p:ext>
    </p:extLst>
  </p:cSld>
  <p:clrMapOvr>
    <a:masterClrMapping/>
  </p:clrMapOvr>
</p:sld>
</file>

<file path=ppt/slides/slide9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to follow in his footsteps </a:t>
            </a:r>
          </a:p>
          <a:p>
            <a:r>
              <a:rPr lang="en-US" dirty="0"/>
              <a:t>And to live according to his ways.</a:t>
            </a:r>
          </a:p>
          <a:p>
            <a:r>
              <a:rPr lang="en-US" dirty="0"/>
              <a:t>Oh! to be the salt to </a:t>
            </a:r>
            <a:r>
              <a:rPr lang="en-US" dirty="0" err="1"/>
              <a:t>savour</a:t>
            </a:r>
            <a:r>
              <a:rPr lang="en-US" dirty="0"/>
              <a:t>; </a:t>
            </a:r>
          </a:p>
          <a:p>
            <a:r>
              <a:rPr lang="en-US" dirty="0"/>
              <a:t>And the light in darkness all my days.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95628"/>
      </p:ext>
    </p:extLst>
  </p:cSld>
  <p:clrMapOvr>
    <a:masterClrMapping/>
  </p:clrMapOvr>
</p:sld>
</file>

<file path=ppt/slides/slide9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sacrifice, an open ear I bring</a:t>
            </a:r>
          </a:p>
          <a:p>
            <a:r>
              <a:rPr lang="en-US" dirty="0"/>
              <a:t>Here, Lord, I come to do your will, </a:t>
            </a:r>
          </a:p>
          <a:p>
            <a:r>
              <a:rPr lang="en-US" dirty="0"/>
              <a:t>Here, Lord, I come to do your will.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201116"/>
      </p:ext>
    </p:extLst>
  </p:cSld>
  <p:clrMapOvr>
    <a:masterClrMapping/>
  </p:clrMapOvr>
</p:sld>
</file>

<file path=ppt/slides/slide9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to be like Christ, the sower, </a:t>
            </a:r>
          </a:p>
          <a:p>
            <a:r>
              <a:rPr lang="en-US" dirty="0"/>
              <a:t>Planting seed that bears a hundredfold, </a:t>
            </a:r>
          </a:p>
          <a:p>
            <a:r>
              <a:rPr lang="en-US" dirty="0"/>
              <a:t>Oh! to be the Word Incarnate, </a:t>
            </a:r>
          </a:p>
          <a:p>
            <a:r>
              <a:rPr lang="en-US" dirty="0"/>
              <a:t>Letting life speak out with words untold.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19213"/>
      </p:ext>
    </p:extLst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sacrifice, an open ear I bring</a:t>
            </a:r>
          </a:p>
          <a:p>
            <a:r>
              <a:rPr lang="en-US" dirty="0"/>
              <a:t>Here, Lord, I come to do your will, </a:t>
            </a:r>
          </a:p>
          <a:p>
            <a:r>
              <a:rPr lang="en-US" dirty="0"/>
              <a:t>Here, Lord, I come to do your will.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999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846558"/>
      </p:ext>
    </p:extLst>
  </p:cSld>
  <p:clrMapOvr>
    <a:masterClrMapping/>
  </p:clrMapOvr>
</p:sld>
</file>

<file path=ppt/slides/slide10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to be the bread unleavened, </a:t>
            </a:r>
          </a:p>
          <a:p>
            <a:r>
              <a:rPr lang="en-US" dirty="0"/>
              <a:t>Breathing out sincerity and truth,</a:t>
            </a:r>
          </a:p>
          <a:p>
            <a:r>
              <a:rPr lang="en-US" dirty="0"/>
              <a:t>And to be the cup of blessing, </a:t>
            </a:r>
          </a:p>
          <a:p>
            <a:r>
              <a:rPr lang="en-US" dirty="0"/>
              <a:t>Praising God upon a ten-stringed lute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700189"/>
      </p:ext>
    </p:extLst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sacrifice, an open ear I bring</a:t>
            </a:r>
          </a:p>
          <a:p>
            <a:r>
              <a:rPr lang="en-US" dirty="0"/>
              <a:t>Here, Lord, I come to do your will, </a:t>
            </a:r>
          </a:p>
          <a:p>
            <a:r>
              <a:rPr lang="en-US" dirty="0"/>
              <a:t>Here, Lord, I come to do your will.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18046"/>
      </p:ext>
    </p:extLst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233 - Keep them we pray Thee dearest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Keep them for they are </a:t>
            </a:r>
            <a:r>
              <a:rPr lang="en-US" dirty="0" err="1"/>
              <a:t>Thine</a:t>
            </a:r>
            <a:r>
              <a:rPr lang="en-US" dirty="0"/>
              <a:t>, </a:t>
            </a:r>
          </a:p>
          <a:p>
            <a:r>
              <a:rPr lang="en-US" dirty="0"/>
              <a:t>Thy priests whose life burns out before, </a:t>
            </a:r>
          </a:p>
          <a:p>
            <a:r>
              <a:rPr lang="en-US" dirty="0"/>
              <a:t>Thy consecrated shrine. </a:t>
            </a:r>
          </a:p>
          <a:p>
            <a:r>
              <a:rPr lang="en-US" dirty="0"/>
              <a:t>Keep them, Thou knowest dearest Lord, </a:t>
            </a:r>
          </a:p>
          <a:p>
            <a:r>
              <a:rPr lang="en-US" dirty="0"/>
              <a:t>The world, the flesh are strong, </a:t>
            </a:r>
          </a:p>
          <a:p>
            <a:r>
              <a:rPr lang="en-US" dirty="0"/>
              <a:t>And </a:t>
            </a:r>
            <a:r>
              <a:rPr lang="en-US" dirty="0" err="1"/>
              <a:t>satan</a:t>
            </a:r>
            <a:r>
              <a:rPr lang="en-US" dirty="0"/>
              <a:t> spreads a thousand snares, </a:t>
            </a:r>
          </a:p>
          <a:p>
            <a:r>
              <a:rPr lang="en-US" dirty="0"/>
              <a:t>To lead them into wrong.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136367"/>
      </p:ext>
    </p:extLst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Keep them for they are in the world. </a:t>
            </a:r>
          </a:p>
          <a:p>
            <a:r>
              <a:rPr lang="en-US" dirty="0"/>
              <a:t>Though from the world apart; </a:t>
            </a:r>
          </a:p>
          <a:p>
            <a:r>
              <a:rPr lang="en-US" dirty="0"/>
              <a:t>When earthly pleasures tempt, allure, </a:t>
            </a:r>
          </a:p>
          <a:p>
            <a:r>
              <a:rPr lang="en-US" dirty="0"/>
              <a:t>Shelter them in Thy heart. </a:t>
            </a:r>
          </a:p>
          <a:p>
            <a:r>
              <a:rPr lang="en-US" dirty="0"/>
              <a:t>Keep them and comfort them in hours, </a:t>
            </a:r>
          </a:p>
          <a:p>
            <a:r>
              <a:rPr lang="en-US" dirty="0"/>
              <a:t>Of loneliness and pain, </a:t>
            </a:r>
          </a:p>
          <a:p>
            <a:r>
              <a:rPr lang="en-US" dirty="0"/>
              <a:t>When all their life of sacrifice, </a:t>
            </a:r>
          </a:p>
          <a:p>
            <a:r>
              <a:rPr lang="en-US" dirty="0"/>
              <a:t>For souls seem but in vain.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814065"/>
      </p:ext>
    </p:extLst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Keep them and Oh! Remember Lord, </a:t>
            </a:r>
          </a:p>
          <a:p>
            <a:r>
              <a:rPr lang="en-US" dirty="0"/>
              <a:t>They have no one but Thee, </a:t>
            </a:r>
          </a:p>
          <a:p>
            <a:r>
              <a:rPr lang="en-US" dirty="0"/>
              <a:t>Yet they have only a human heart, </a:t>
            </a:r>
          </a:p>
          <a:p>
            <a:r>
              <a:rPr lang="en-US" dirty="0"/>
              <a:t>With human frailty. </a:t>
            </a:r>
          </a:p>
          <a:p>
            <a:r>
              <a:rPr lang="en-US" dirty="0"/>
              <a:t>Keep them as spotless as the Host, </a:t>
            </a:r>
          </a:p>
          <a:p>
            <a:r>
              <a:rPr lang="en-US" dirty="0"/>
              <a:t>That daily they caress, </a:t>
            </a:r>
          </a:p>
          <a:p>
            <a:r>
              <a:rPr lang="en-US" dirty="0"/>
              <a:t>Their every thought and word and deed, </a:t>
            </a:r>
          </a:p>
          <a:p>
            <a:r>
              <a:rPr lang="en-US" dirty="0"/>
              <a:t>Deign dearest Lord to bless.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842981"/>
      </p:ext>
    </p:extLst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234 - Late, late have I loved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Late, late have I loved you, </a:t>
            </a:r>
          </a:p>
          <a:p>
            <a:r>
              <a:rPr lang="en-US" dirty="0"/>
              <a:t>O Beauty so ancient so new!</a:t>
            </a:r>
          </a:p>
          <a:p>
            <a:r>
              <a:rPr lang="en-US" dirty="0"/>
              <a:t>Late, late have I loved you!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245468"/>
      </p:ext>
    </p:extLst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Behold, you were within me </a:t>
            </a:r>
          </a:p>
          <a:p>
            <a:r>
              <a:rPr lang="en-US" dirty="0"/>
              <a:t>but I sought you outside,</a:t>
            </a:r>
          </a:p>
          <a:p>
            <a:r>
              <a:rPr lang="en-US" dirty="0"/>
              <a:t>And I fell upon those lovely things you made.</a:t>
            </a:r>
          </a:p>
          <a:p>
            <a:r>
              <a:rPr lang="en-US" dirty="0"/>
              <a:t>I was kept from you by creatures </a:t>
            </a:r>
          </a:p>
          <a:p>
            <a:r>
              <a:rPr lang="en-US" dirty="0"/>
              <a:t>That would never exist but for you, Lord, but for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858721"/>
      </p:ext>
    </p:extLst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Late, late have I loved you, </a:t>
            </a:r>
          </a:p>
          <a:p>
            <a:r>
              <a:rPr lang="en-US" dirty="0"/>
              <a:t>O Beauty so ancient so new!</a:t>
            </a:r>
          </a:p>
          <a:p>
            <a:r>
              <a:rPr lang="en-US" dirty="0"/>
              <a:t>Late, late have I loved you!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071223"/>
      </p:ext>
    </p:extLst>
  </p:cSld>
  <p:clrMapOvr>
    <a:masterClrMapping/>
  </p:clrMapOvr>
</p:sld>
</file>

<file path=ppt/slides/slide10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My deafness you broke open when you called me and cried</a:t>
            </a:r>
          </a:p>
          <a:p>
            <a:r>
              <a:rPr lang="en-US" dirty="0"/>
              <a:t>And you chased away my blindness </a:t>
            </a:r>
          </a:p>
          <a:p>
            <a:r>
              <a:rPr lang="en-US" dirty="0"/>
              <a:t>with your light;</a:t>
            </a:r>
          </a:p>
          <a:p>
            <a:r>
              <a:rPr lang="en-US" dirty="0"/>
              <a:t>You poured on me your fragrance </a:t>
            </a:r>
          </a:p>
          <a:p>
            <a:r>
              <a:rPr lang="en-US" dirty="0"/>
              <a:t>So you entered my breath, </a:t>
            </a:r>
          </a:p>
          <a:p>
            <a:r>
              <a:rPr lang="en-US" dirty="0"/>
              <a:t>till at last I pined for you!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00170"/>
      </p:ext>
    </p:extLst>
  </p:cSld>
  <p:clrMapOvr>
    <a:masterClrMapping/>
  </p:clrMapOvr>
</p:sld>
</file>

<file path=ppt/slides/slide10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Late, late have I loved you, </a:t>
            </a:r>
          </a:p>
          <a:p>
            <a:r>
              <a:rPr lang="en-US" dirty="0"/>
              <a:t>O Beauty so ancient so new!</a:t>
            </a:r>
          </a:p>
          <a:p>
            <a:r>
              <a:rPr lang="en-US" dirty="0"/>
              <a:t>Late, late have I loved you!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412296"/>
      </p:ext>
    </p:extLst>
  </p:cSld>
  <p:clrMapOvr>
    <a:masterClrMapping/>
  </p:clrMapOvr>
</p:sld>
</file>

<file path=ppt/slides/slide10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now it is for you, </a:t>
            </a:r>
          </a:p>
          <a:p>
            <a:r>
              <a:rPr lang="en-US" dirty="0"/>
              <a:t>Lord that I hunger and thirst,</a:t>
            </a:r>
          </a:p>
          <a:p>
            <a:r>
              <a:rPr lang="en-US" dirty="0"/>
              <a:t>Just the consequence of having tasted you.</a:t>
            </a:r>
          </a:p>
          <a:p>
            <a:r>
              <a:rPr lang="en-US" dirty="0"/>
              <a:t>You touched me with the fire </a:t>
            </a:r>
          </a:p>
          <a:p>
            <a:r>
              <a:rPr lang="en-US" dirty="0"/>
              <a:t>Of your love till I burnt just for you, Lord, </a:t>
            </a:r>
          </a:p>
          <a:p>
            <a:r>
              <a:rPr lang="en-US" dirty="0"/>
              <a:t>just for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424749"/>
      </p:ext>
    </p:extLst>
  </p:cSld>
  <p:clrMapOvr>
    <a:masterClrMapping/>
  </p:clrMapOvr>
</p:sld>
</file>

<file path=ppt/slides/slide10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Late, late have I loved you, </a:t>
            </a:r>
          </a:p>
          <a:p>
            <a:r>
              <a:rPr lang="en-US" dirty="0"/>
              <a:t>O Beauty so ancient so new!</a:t>
            </a:r>
          </a:p>
          <a:p>
            <a:r>
              <a:rPr lang="en-US" dirty="0"/>
              <a:t>Late, late have I loved you!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453692"/>
      </p:ext>
    </p:extLst>
  </p:cSld>
  <p:clrMapOvr>
    <a:masterClrMapping/>
  </p:clrMapOvr>
</p:sld>
</file>

<file path=ppt/slides/slide10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235 - Lay Your hands gently upon us.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 Your hands gently upon us. </a:t>
            </a:r>
          </a:p>
          <a:p>
            <a:r>
              <a:rPr lang="en-US" dirty="0"/>
              <a:t>Let their touch render your peace. </a:t>
            </a:r>
          </a:p>
          <a:p>
            <a:r>
              <a:rPr lang="en-US" dirty="0"/>
              <a:t>Let them bring your forgiveness and healing. </a:t>
            </a:r>
          </a:p>
          <a:p>
            <a:r>
              <a:rPr lang="en-US" dirty="0"/>
              <a:t>Lay your hands, gently lay your hands.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605630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were sent to free the brokenhearted. </a:t>
            </a:r>
          </a:p>
          <a:p>
            <a:r>
              <a:rPr lang="en-US" dirty="0"/>
              <a:t>You were sent to give sight to the blind. </a:t>
            </a:r>
          </a:p>
          <a:p>
            <a:r>
              <a:rPr lang="en-US" dirty="0"/>
              <a:t>You desire to heal all our illnesses, </a:t>
            </a:r>
          </a:p>
          <a:p>
            <a:r>
              <a:rPr lang="en-US" dirty="0"/>
              <a:t>Lay your hands, gently lay your hands.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013717"/>
      </p:ext>
    </p:extLst>
  </p:cSld>
  <p:clrMapOvr>
    <a:masterClrMapping/>
  </p:clrMapOvr>
</p:sld>
</file>

<file path=ppt/slides/slide10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 Your hands gently upon us. </a:t>
            </a:r>
          </a:p>
          <a:p>
            <a:r>
              <a:rPr lang="en-US" dirty="0"/>
              <a:t>Let their touch render your peace. </a:t>
            </a:r>
          </a:p>
          <a:p>
            <a:r>
              <a:rPr lang="en-US" dirty="0"/>
              <a:t>Let them bring your forgiveness and healing. </a:t>
            </a:r>
          </a:p>
          <a:p>
            <a:r>
              <a:rPr lang="en-US" dirty="0"/>
              <a:t>Lay your hands, gently lay your hands.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795993"/>
      </p:ext>
    </p:extLst>
  </p:cSld>
  <p:clrMapOvr>
    <a:masterClrMapping/>
  </p:clrMapOvr>
</p:sld>
</file>

<file path=ppt/slides/slide10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come to you through one another. </a:t>
            </a:r>
          </a:p>
          <a:p>
            <a:r>
              <a:rPr lang="en-US" dirty="0"/>
              <a:t>Lord, we come to you in our need. </a:t>
            </a:r>
          </a:p>
          <a:p>
            <a:r>
              <a:rPr lang="en-US" dirty="0"/>
              <a:t>Lord, we come to you seeking wholeness. </a:t>
            </a:r>
          </a:p>
          <a:p>
            <a:r>
              <a:rPr lang="en-US" dirty="0"/>
              <a:t>Lay your hands, gently lay your hands.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216304"/>
      </p:ext>
    </p:extLst>
  </p:cSld>
  <p:clrMapOvr>
    <a:masterClrMapping/>
  </p:clrMapOvr>
</p:sld>
</file>

<file path=ppt/slides/slide10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 Your hands gently upon us. </a:t>
            </a:r>
          </a:p>
          <a:p>
            <a:r>
              <a:rPr lang="en-US" dirty="0"/>
              <a:t>Let their touch render your peace. </a:t>
            </a:r>
          </a:p>
          <a:p>
            <a:r>
              <a:rPr lang="en-US" dirty="0"/>
              <a:t>Let them bring your forgiveness and healing. </a:t>
            </a:r>
          </a:p>
          <a:p>
            <a:r>
              <a:rPr lang="en-US" dirty="0"/>
              <a:t>Lay your hands, gently lay your hands.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253261"/>
      </p:ext>
    </p:extLst>
  </p:cSld>
  <p:clrMapOvr>
    <a:masterClrMapping/>
  </p:clrMapOvr>
</p:sld>
</file>

<file path=ppt/slides/slide10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3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236 - Lead, kindly light, amid the encircling gloom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78280"/>
            <a:ext cx="11753537" cy="50858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Lead, kindly light, amid the encircling gloom, </a:t>
            </a:r>
          </a:p>
          <a:p>
            <a:r>
              <a:rPr lang="en-US" dirty="0"/>
              <a:t>Lead thou me on. </a:t>
            </a:r>
          </a:p>
          <a:p>
            <a:r>
              <a:rPr lang="en-US" dirty="0"/>
              <a:t>The night is dark and I am far from home, </a:t>
            </a:r>
          </a:p>
          <a:p>
            <a:r>
              <a:rPr lang="en-US" dirty="0"/>
              <a:t>Lead thou me on.</a:t>
            </a:r>
          </a:p>
          <a:p>
            <a:r>
              <a:rPr lang="en-US" dirty="0"/>
              <a:t>Keep thou my feet; I do not ask to see</a:t>
            </a:r>
          </a:p>
          <a:p>
            <a:r>
              <a:rPr lang="en-US" dirty="0"/>
              <a:t>The distant scene, one step enough for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367510"/>
      </p:ext>
    </p:extLst>
  </p:cSld>
  <p:clrMapOvr>
    <a:masterClrMapping/>
  </p:clrMapOvr>
</p:sld>
</file>

<file path=ppt/slides/slide10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was not ever thus, </a:t>
            </a:r>
          </a:p>
          <a:p>
            <a:r>
              <a:rPr lang="en-US" dirty="0"/>
              <a:t>Nor prayed that thou </a:t>
            </a:r>
            <a:r>
              <a:rPr lang="en-US" dirty="0" err="1"/>
              <a:t>shouldst</a:t>
            </a:r>
            <a:r>
              <a:rPr lang="en-US" dirty="0"/>
              <a:t> lead me on;</a:t>
            </a:r>
          </a:p>
          <a:p>
            <a:r>
              <a:rPr lang="en-US" dirty="0"/>
              <a:t>I loved to choose and see my path; </a:t>
            </a:r>
          </a:p>
          <a:p>
            <a:r>
              <a:rPr lang="en-US" dirty="0"/>
              <a:t>But now lead thou me on.</a:t>
            </a:r>
          </a:p>
          <a:p>
            <a:r>
              <a:rPr lang="en-US" dirty="0"/>
              <a:t>I loved the garish day, and spite of fears,</a:t>
            </a:r>
          </a:p>
          <a:p>
            <a:r>
              <a:rPr lang="en-US" dirty="0"/>
              <a:t>Pride ruled my will: remember not past years.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181696"/>
      </p:ext>
    </p:extLst>
  </p:cSld>
  <p:clrMapOvr>
    <a:masterClrMapping/>
  </p:clrMapOvr>
</p:sld>
</file>

<file path=ppt/slides/slide10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237 - Leave your country and your people,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your country and your people,</a:t>
            </a:r>
          </a:p>
          <a:p>
            <a:r>
              <a:rPr lang="en-US" dirty="0"/>
              <a:t>Leave your family and your friends. </a:t>
            </a:r>
          </a:p>
          <a:p>
            <a:r>
              <a:rPr lang="en-US" dirty="0"/>
              <a:t>Travel to the land I’ll show you. </a:t>
            </a:r>
          </a:p>
          <a:p>
            <a:r>
              <a:rPr lang="en-US" dirty="0"/>
              <a:t>God will bless the ones He sends.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99089"/>
      </p:ext>
    </p:extLst>
  </p:cSld>
  <p:clrMapOvr>
    <a:masterClrMapping/>
  </p:clrMapOvr>
</p:sld>
</file>

<file path=ppt/slides/slide10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like Abraham before you, </a:t>
            </a:r>
          </a:p>
          <a:p>
            <a:r>
              <a:rPr lang="en-US" dirty="0"/>
              <a:t>When he heard the Father’s call. </a:t>
            </a:r>
          </a:p>
          <a:p>
            <a:r>
              <a:rPr lang="en-US" dirty="0"/>
              <a:t>Walking forth in faith and trusting; </a:t>
            </a:r>
          </a:p>
          <a:p>
            <a:r>
              <a:rPr lang="en-US" dirty="0"/>
              <a:t>God is master of us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051986"/>
      </p:ext>
    </p:extLst>
  </p:cSld>
  <p:clrMapOvr>
    <a:masterClrMapping/>
  </p:clrMapOvr>
</p:sld>
</file>

<file path=ppt/slides/slide10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God’s word is demanding, </a:t>
            </a:r>
          </a:p>
          <a:p>
            <a:r>
              <a:rPr lang="en-US" dirty="0"/>
              <a:t>Leave security you know,</a:t>
            </a:r>
          </a:p>
          <a:p>
            <a:r>
              <a:rPr lang="en-US" dirty="0"/>
              <a:t>Breaking ties and bonds that hold you, </a:t>
            </a:r>
          </a:p>
          <a:p>
            <a:r>
              <a:rPr lang="en-US" dirty="0"/>
              <a:t>When the voice of God says: “Go”!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810654"/>
      </p:ext>
    </p:extLst>
  </p:cSld>
  <p:clrMapOvr>
    <a:masterClrMapping/>
  </p:clrMapOvr>
</p:sld>
</file>

<file path=ppt/slides/slide10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the path into the desert; </a:t>
            </a:r>
          </a:p>
          <a:p>
            <a:r>
              <a:rPr lang="en-US" dirty="0"/>
              <a:t>Barren seems the rock and sand. </a:t>
            </a:r>
          </a:p>
          <a:p>
            <a:r>
              <a:rPr lang="en-US" dirty="0"/>
              <a:t>God will lead you through the desert, </a:t>
            </a:r>
          </a:p>
          <a:p>
            <a:r>
              <a:rPr lang="en-US" dirty="0"/>
              <a:t>When you follow his command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476653"/>
      </p:ext>
    </p:extLst>
  </p:cSld>
  <p:clrMapOvr>
    <a:masterClrMapping/>
  </p:clrMapOvr>
</p:sld>
</file>

<file path=ppt/slides/slide10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with courage upon the mountain,</a:t>
            </a:r>
          </a:p>
          <a:p>
            <a:r>
              <a:rPr lang="en-US" dirty="0"/>
              <a:t>Climb the narrow, rocky ledge, </a:t>
            </a:r>
          </a:p>
          <a:p>
            <a:r>
              <a:rPr lang="en-US" dirty="0"/>
              <a:t>Leave behind all things that hinder, </a:t>
            </a:r>
          </a:p>
          <a:p>
            <a:r>
              <a:rPr lang="en-US" dirty="0"/>
              <a:t>Go with only God as pledge.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043389"/>
      </p:ext>
    </p:extLst>
  </p:cSld>
  <p:clrMapOvr>
    <a:masterClrMapping/>
  </p:clrMapOvr>
</p:sld>
</file>

<file path=ppt/slides/slide10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238 - Let all mortal flesh keep silence,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all mortal flesh keep silence, </a:t>
            </a:r>
          </a:p>
          <a:p>
            <a:r>
              <a:rPr lang="en-US" dirty="0"/>
              <a:t>And with fear and trembling stand; </a:t>
            </a:r>
          </a:p>
          <a:p>
            <a:r>
              <a:rPr lang="en-US" dirty="0"/>
              <a:t>Ponder nothing earthly minded,</a:t>
            </a:r>
          </a:p>
          <a:p>
            <a:r>
              <a:rPr lang="en-US" dirty="0"/>
              <a:t>For with blessing in His hand, </a:t>
            </a:r>
          </a:p>
          <a:p>
            <a:r>
              <a:rPr lang="en-US" dirty="0"/>
              <a:t>Christ our God to earth </a:t>
            </a:r>
            <a:r>
              <a:rPr lang="en-US" dirty="0" err="1"/>
              <a:t>descendeth</a:t>
            </a:r>
            <a:r>
              <a:rPr lang="en-US" dirty="0"/>
              <a:t>,  </a:t>
            </a:r>
          </a:p>
          <a:p>
            <a:r>
              <a:rPr lang="en-US" dirty="0"/>
              <a:t>Our full homage to demand.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804833"/>
      </p:ext>
    </p:extLst>
  </p:cSld>
  <p:clrMapOvr>
    <a:masterClrMapping/>
  </p:clrMapOvr>
</p:sld>
</file>

<file path=ppt/slides/slide10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King of kings, yet born of Mary, </a:t>
            </a:r>
          </a:p>
          <a:p>
            <a:r>
              <a:rPr lang="en-US" dirty="0"/>
              <a:t>As of old on earth He stood, </a:t>
            </a:r>
          </a:p>
          <a:p>
            <a:r>
              <a:rPr lang="en-US" dirty="0"/>
              <a:t>Lord of lords in human vesture, </a:t>
            </a:r>
          </a:p>
          <a:p>
            <a:r>
              <a:rPr lang="en-US" dirty="0"/>
              <a:t>In the Body and the Blood </a:t>
            </a:r>
          </a:p>
          <a:p>
            <a:r>
              <a:rPr lang="en-US" dirty="0"/>
              <a:t>He will give to all the faithful </a:t>
            </a:r>
          </a:p>
          <a:p>
            <a:r>
              <a:rPr lang="en-US" dirty="0"/>
              <a:t>His own Self for heavenly Food.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441898"/>
      </p:ext>
    </p:extLst>
  </p:cSld>
  <p:clrMapOvr>
    <a:masterClrMapping/>
  </p:clrMapOvr>
</p:sld>
</file>

<file path=ppt/slides/slide10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on rank the host of heaven </a:t>
            </a:r>
          </a:p>
          <a:p>
            <a:r>
              <a:rPr lang="en-US" dirty="0"/>
              <a:t>Spreads its vanguard on the way. </a:t>
            </a:r>
          </a:p>
          <a:p>
            <a:r>
              <a:rPr lang="en-US" dirty="0"/>
              <a:t>As the Light of light </a:t>
            </a:r>
            <a:r>
              <a:rPr lang="en-US" dirty="0" err="1"/>
              <a:t>descendeth</a:t>
            </a:r>
            <a:r>
              <a:rPr lang="en-US" dirty="0"/>
              <a:t> </a:t>
            </a:r>
          </a:p>
          <a:p>
            <a:r>
              <a:rPr lang="en-US" dirty="0"/>
              <a:t>From the realms of endless day, </a:t>
            </a:r>
          </a:p>
          <a:p>
            <a:r>
              <a:rPr lang="en-US" dirty="0"/>
              <a:t>That the powers of hell may vanish </a:t>
            </a:r>
          </a:p>
          <a:p>
            <a:r>
              <a:rPr lang="en-US" dirty="0"/>
              <a:t>As the darkness clears away.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085340"/>
      </p:ext>
    </p:extLst>
  </p:cSld>
  <p:clrMapOvr>
    <a:masterClrMapping/>
  </p:clrMapOvr>
</p:sld>
</file>

<file path=ppt/slides/slide10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His feet the six-winged Seraph, </a:t>
            </a:r>
          </a:p>
          <a:p>
            <a:r>
              <a:rPr lang="en-US" dirty="0"/>
              <a:t>Cherubim with sleepless eye, </a:t>
            </a:r>
          </a:p>
          <a:p>
            <a:r>
              <a:rPr lang="en-US" dirty="0"/>
              <a:t>Veil their faces to the presence, </a:t>
            </a:r>
          </a:p>
          <a:p>
            <a:r>
              <a:rPr lang="en-US" dirty="0"/>
              <a:t>As with ceaseless voice they cry, </a:t>
            </a:r>
          </a:p>
          <a:p>
            <a:r>
              <a:rPr lang="en-US" dirty="0"/>
              <a:t>“Alleluia, alleluia, </a:t>
            </a:r>
          </a:p>
          <a:p>
            <a:r>
              <a:rPr lang="en-US" dirty="0"/>
              <a:t>Alleluia, Lord most High.”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17764"/>
      </p:ext>
    </p:extLst>
  </p:cSld>
  <p:clrMapOvr>
    <a:masterClrMapping/>
  </p:clrMapOvr>
</p:sld>
</file>

<file path=ppt/slides/slide10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239 - Let me sing of Your law O my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me sing of Your law O my God</a:t>
            </a:r>
          </a:p>
          <a:p>
            <a:r>
              <a:rPr lang="en-US" dirty="0"/>
              <a:t>Let your love come upon your people!</a:t>
            </a:r>
          </a:p>
          <a:p>
            <a:endParaRPr lang="en-US" dirty="0"/>
          </a:p>
          <a:p>
            <a:r>
              <a:rPr lang="en-US" dirty="0"/>
              <a:t>Through your own word Lord, give us life</a:t>
            </a:r>
          </a:p>
          <a:p>
            <a:r>
              <a:rPr lang="en-US" dirty="0"/>
              <a:t>In your holy keeping happy is my soul.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732154"/>
      </p:ext>
    </p:extLst>
  </p:cSld>
  <p:clrMapOvr>
    <a:masterClrMapping/>
  </p:clrMapOvr>
</p:sld>
</file>

<file path=ppt/slides/slide10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have made known to you my ways</a:t>
            </a:r>
          </a:p>
          <a:p>
            <a:r>
              <a:rPr lang="en-US" dirty="0"/>
              <a:t>You have heard my pleading now teach me your laws.</a:t>
            </a:r>
          </a:p>
          <a:p>
            <a:endParaRPr lang="en-US" dirty="0"/>
          </a:p>
          <a:p>
            <a:r>
              <a:rPr lang="en-US" dirty="0"/>
              <a:t>Show me the way to keep your law</a:t>
            </a:r>
          </a:p>
          <a:p>
            <a:r>
              <a:rPr lang="en-US" dirty="0"/>
              <a:t>Let your holy precepts dwell within my mind.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206720"/>
      </p:ext>
    </p:extLst>
  </p:cSld>
  <p:clrMapOvr>
    <a:masterClrMapping/>
  </p:clrMapOvr>
</p:sld>
</file>

<file path=ppt/slides/slide10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in my soul my sorrow lies</a:t>
            </a:r>
          </a:p>
          <a:p>
            <a:r>
              <a:rPr lang="en-US" dirty="0"/>
              <a:t>Ever keep your promise let my heart be glad.</a:t>
            </a:r>
          </a:p>
          <a:p>
            <a:endParaRPr lang="en-US" dirty="0"/>
          </a:p>
          <a:p>
            <a:r>
              <a:rPr lang="en-US" dirty="0"/>
              <a:t>O take me far from evil ways</a:t>
            </a:r>
          </a:p>
          <a:p>
            <a:r>
              <a:rPr lang="en-US" dirty="0"/>
              <a:t>And in your great mercy </a:t>
            </a:r>
          </a:p>
          <a:p>
            <a:r>
              <a:rPr lang="en-US" dirty="0"/>
              <a:t>guide me in your paths.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717367"/>
      </p:ext>
    </p:extLst>
  </p:cSld>
  <p:clrMapOvr>
    <a:masterClrMapping/>
  </p:clrMapOvr>
</p:sld>
</file>

<file path=ppt/slides/slide10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Within your law I choose to live</a:t>
            </a:r>
          </a:p>
          <a:p>
            <a:r>
              <a:rPr lang="en-US" dirty="0"/>
              <a:t>In the paths of wisdom I walk ever more.</a:t>
            </a:r>
          </a:p>
          <a:p>
            <a:endParaRPr lang="en-US" sz="2200" dirty="0"/>
          </a:p>
          <a:p>
            <a:r>
              <a:rPr lang="en-US" dirty="0"/>
              <a:t>My heart is strong, my joy is full</a:t>
            </a:r>
          </a:p>
          <a:p>
            <a:r>
              <a:rPr lang="en-US" dirty="0"/>
              <a:t>Following your law, Lord freely do I walk</a:t>
            </a:r>
          </a:p>
          <a:p>
            <a:endParaRPr lang="en-US" sz="2200" dirty="0"/>
          </a:p>
          <a:p>
            <a:r>
              <a:rPr lang="en-US" dirty="0"/>
              <a:t>Praise to the Father and to the Son</a:t>
            </a:r>
          </a:p>
          <a:p>
            <a:r>
              <a:rPr lang="en-US" dirty="0"/>
              <a:t>Glory to the Spirit now and evermore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303339"/>
      </p:ext>
    </p:extLst>
  </p:cSld>
  <p:clrMapOvr>
    <a:masterClrMapping/>
  </p:clrMapOvr>
</p:sld>
</file>

<file path=ppt/slides/slide10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87113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240 - Let my soul proclaim your greatness for ever, O my God.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10941"/>
            <a:ext cx="11753537" cy="51620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 my soul proclaim your greatness for ever, </a:t>
            </a:r>
          </a:p>
          <a:p>
            <a:r>
              <a:rPr lang="en-US" dirty="0"/>
              <a:t>O my God.</a:t>
            </a:r>
          </a:p>
          <a:p>
            <a:endParaRPr lang="en-IN" sz="2200" dirty="0"/>
          </a:p>
          <a:p>
            <a:r>
              <a:rPr lang="en-US" dirty="0"/>
              <a:t>My soul glorifies the Lord, </a:t>
            </a:r>
          </a:p>
          <a:p>
            <a:r>
              <a:rPr lang="en-US" dirty="0"/>
              <a:t>My spirit rejoices in God my </a:t>
            </a:r>
            <a:r>
              <a:rPr lang="en-US" dirty="0" err="1"/>
              <a:t>Saviour</a:t>
            </a:r>
            <a:r>
              <a:rPr lang="en-US" dirty="0"/>
              <a:t>. </a:t>
            </a:r>
          </a:p>
          <a:p>
            <a:r>
              <a:rPr lang="en-US" dirty="0"/>
              <a:t>He looks on his servant in her nothingness, </a:t>
            </a:r>
          </a:p>
          <a:p>
            <a:r>
              <a:rPr lang="en-US" dirty="0"/>
              <a:t>Henceforth all ages will call me blessed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111187"/>
      </p:ext>
    </p:extLst>
  </p:cSld>
  <p:clrMapOvr>
    <a:masterClrMapping/>
  </p:clrMapOvr>
</p:sld>
</file>

<file path=ppt/slides/slide10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Almighty works marvels for me, </a:t>
            </a:r>
          </a:p>
          <a:p>
            <a:r>
              <a:rPr lang="en-US" dirty="0"/>
              <a:t>Holy his name! </a:t>
            </a:r>
          </a:p>
          <a:p>
            <a:r>
              <a:rPr lang="en-US" dirty="0"/>
              <a:t>His mercy is from age to age, </a:t>
            </a:r>
          </a:p>
          <a:p>
            <a:r>
              <a:rPr lang="en-US" dirty="0"/>
              <a:t>on those who fear him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272599"/>
      </p:ext>
    </p:extLst>
  </p:cSld>
  <p:clrMapOvr>
    <a:masterClrMapping/>
  </p:clrMapOvr>
</p:sld>
</file>

<file path=ppt/slides/slide10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 fills the starving with good things, </a:t>
            </a:r>
          </a:p>
          <a:p>
            <a:r>
              <a:rPr lang="en-US" dirty="0"/>
              <a:t>Sends the rich away empty.</a:t>
            </a:r>
          </a:p>
          <a:p>
            <a:r>
              <a:rPr lang="en-US" dirty="0"/>
              <a:t>He protects Israel his servant, </a:t>
            </a:r>
          </a:p>
          <a:p>
            <a:r>
              <a:rPr lang="en-US" dirty="0"/>
              <a:t>Remembering his mercy:</a:t>
            </a:r>
          </a:p>
          <a:p>
            <a:endParaRPr lang="en-IN" sz="3200" dirty="0"/>
          </a:p>
          <a:p>
            <a:r>
              <a:rPr lang="en-US" dirty="0"/>
              <a:t>The mercy promised to our fathers </a:t>
            </a:r>
          </a:p>
          <a:p>
            <a:r>
              <a:rPr lang="en-US" dirty="0"/>
              <a:t>To Abraham and his sons for ever.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387224"/>
      </p:ext>
    </p:extLst>
  </p:cSld>
  <p:clrMapOvr>
    <a:masterClrMapping/>
  </p:clrMapOvr>
</p:sld>
</file>

<file path=ppt/slides/slide10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241 - Let the Lord have his way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the Lord have his way </a:t>
            </a:r>
          </a:p>
          <a:p>
            <a:r>
              <a:rPr lang="en-US" dirty="0"/>
              <a:t>In your life everyday, </a:t>
            </a:r>
          </a:p>
          <a:p>
            <a:r>
              <a:rPr lang="en-US" dirty="0"/>
              <a:t>There’s no rest and there’s no peace, </a:t>
            </a:r>
          </a:p>
          <a:p>
            <a:r>
              <a:rPr lang="en-US" dirty="0"/>
              <a:t>Till the Lord has His way. </a:t>
            </a:r>
          </a:p>
          <a:p>
            <a:r>
              <a:rPr lang="en-US" dirty="0"/>
              <a:t>Put your life in His hand, rest secure in His plan, </a:t>
            </a:r>
          </a:p>
          <a:p>
            <a:r>
              <a:rPr lang="en-US" dirty="0"/>
              <a:t>Let the Lord, let the Lord have His way!</a:t>
            </a:r>
          </a:p>
          <a:p>
            <a:r>
              <a:rPr lang="en-US" dirty="0"/>
              <a:t>It shall flow like a river.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548648"/>
      </p:ext>
    </p:extLst>
  </p:cSld>
  <p:clrMapOvr>
    <a:masterClrMapping/>
  </p:clrMapOvr>
</p:sld>
</file>

<file path=ppt/slides/slide10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shall fall like the rain, </a:t>
            </a:r>
          </a:p>
          <a:p>
            <a:r>
              <a:rPr lang="en-US" dirty="0"/>
              <a:t>It shall come as the dawning of the day. </a:t>
            </a:r>
          </a:p>
          <a:p>
            <a:r>
              <a:rPr lang="en-US" dirty="0"/>
              <a:t>And the knowledge of the Lord, </a:t>
            </a:r>
          </a:p>
          <a:p>
            <a:r>
              <a:rPr lang="en-US" dirty="0"/>
              <a:t>Shall fill all the earth, </a:t>
            </a:r>
          </a:p>
          <a:p>
            <a:r>
              <a:rPr lang="en-US" dirty="0"/>
              <a:t>And the Spirit of the Lord shall fall.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074570"/>
      </p:ext>
    </p:extLst>
  </p:cSld>
  <p:clrMapOvr>
    <a:masterClrMapping/>
  </p:clrMapOvr>
</p:sld>
</file>

<file path=ppt/slides/slide10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4" y="34862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242 -Let there be glory and honour &amp; praises,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3339"/>
            <a:ext cx="11753537" cy="4323806"/>
          </a:xfrm>
        </p:spPr>
        <p:txBody>
          <a:bodyPr/>
          <a:lstStyle/>
          <a:p>
            <a:r>
              <a:rPr lang="en-US" dirty="0"/>
              <a:t>Let there be glory and honour and praises, </a:t>
            </a:r>
          </a:p>
          <a:p>
            <a:r>
              <a:rPr lang="en-US" dirty="0"/>
              <a:t>Glory and honour to Mary, </a:t>
            </a:r>
          </a:p>
          <a:p>
            <a:r>
              <a:rPr lang="en-US" dirty="0"/>
              <a:t>Glory, honour, glory and honour to her!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721726"/>
      </p:ext>
    </p:extLst>
  </p:cSld>
  <p:clrMapOvr>
    <a:masterClrMapping/>
  </p:clrMapOvr>
</p:sld>
</file>

<file path=ppt/slides/slide10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She’s the star of the ocean, </a:t>
            </a:r>
          </a:p>
          <a:p>
            <a:r>
              <a:rPr lang="en-US" dirty="0"/>
              <a:t>She’s the lighthouse along the way. </a:t>
            </a:r>
          </a:p>
          <a:p>
            <a:r>
              <a:rPr lang="en-US" dirty="0"/>
              <a:t>She’s a comfort to those in darkness, </a:t>
            </a:r>
          </a:p>
          <a:p>
            <a:r>
              <a:rPr lang="en-US" dirty="0"/>
              <a:t>She’s a beacon for the ones who stray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998139"/>
      </p:ext>
    </p:extLst>
  </p:cSld>
  <p:clrMapOvr>
    <a:masterClrMapping/>
  </p:clrMapOvr>
</p:sld>
</file>

<file path=ppt/slides/slide10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 gave birth to the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She’s the mother of Jesus Christ. </a:t>
            </a:r>
          </a:p>
          <a:p>
            <a:r>
              <a:rPr lang="en-US" dirty="0"/>
              <a:t>Thus all ages will call her blessed, </a:t>
            </a:r>
          </a:p>
          <a:p>
            <a:r>
              <a:rPr lang="en-US" dirty="0"/>
              <a:t>Generations venerate her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843121"/>
      </p:ext>
    </p:extLst>
  </p:cSld>
  <p:clrMapOvr>
    <a:masterClrMapping/>
  </p:clrMapOvr>
</p:sld>
</file>

<file path=ppt/slides/slide10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 said “Yes” to the angel, </a:t>
            </a:r>
          </a:p>
          <a:p>
            <a:r>
              <a:rPr lang="en-US" dirty="0"/>
              <a:t>Gladly welcomed God’s plan for her, </a:t>
            </a:r>
          </a:p>
          <a:p>
            <a:r>
              <a:rPr lang="en-US" dirty="0"/>
              <a:t>She was present at Cana, pleading, </a:t>
            </a:r>
          </a:p>
          <a:p>
            <a:r>
              <a:rPr lang="en-US" dirty="0"/>
              <a:t>She was standing by the cross of Christ.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333715"/>
      </p:ext>
    </p:extLst>
  </p:cSld>
  <p:clrMapOvr>
    <a:masterClrMapping/>
  </p:clrMapOvr>
</p:sld>
</file>

<file path=ppt/slides/slide10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243 - Let there be love shared among us,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there be love shared among us,</a:t>
            </a:r>
          </a:p>
          <a:p>
            <a:r>
              <a:rPr lang="en-US" dirty="0"/>
              <a:t>Let there be love in our eyes, </a:t>
            </a:r>
          </a:p>
          <a:p>
            <a:r>
              <a:rPr lang="en-US" dirty="0"/>
              <a:t>May now Your love sweep this nation,</a:t>
            </a:r>
          </a:p>
          <a:p>
            <a:r>
              <a:rPr lang="en-US" dirty="0"/>
              <a:t>Cause us, O Lord, to arise.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614674"/>
      </p:ext>
    </p:extLst>
  </p:cSld>
  <p:clrMapOvr>
    <a:masterClrMapping/>
  </p:clrMapOvr>
</p:sld>
</file>

<file path=ppt/slides/slide10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us a fresh understanding</a:t>
            </a:r>
          </a:p>
          <a:p>
            <a:r>
              <a:rPr lang="en-US" dirty="0"/>
              <a:t>Of brotherly (sisterly) love that is real, </a:t>
            </a:r>
          </a:p>
          <a:p>
            <a:r>
              <a:rPr lang="en-US" dirty="0"/>
              <a:t>Let there be love shared among us,</a:t>
            </a:r>
          </a:p>
          <a:p>
            <a:r>
              <a:rPr lang="en-US" dirty="0"/>
              <a:t>Let there be love. </a:t>
            </a:r>
          </a:p>
          <a:p>
            <a:endParaRPr lang="en-IN" dirty="0"/>
          </a:p>
          <a:p>
            <a:r>
              <a:rPr lang="en-IN" dirty="0"/>
              <a:t>Peace... 		Joy...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893050"/>
      </p:ext>
    </p:extLst>
  </p:cSld>
  <p:clrMapOvr>
    <a:masterClrMapping/>
  </p:clrMapOvr>
</p:sld>
</file>

<file path=ppt/slides/slide10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367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244 - Let there be peace on earth &amp; let it begin with me.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23854"/>
            <a:ext cx="11753537" cy="51620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 there be peace on earth </a:t>
            </a:r>
          </a:p>
          <a:p>
            <a:r>
              <a:rPr lang="en-US" dirty="0"/>
              <a:t>and let it begin with me.</a:t>
            </a:r>
          </a:p>
          <a:p>
            <a:r>
              <a:rPr lang="en-US" dirty="0"/>
              <a:t>Let there be peace on earth, </a:t>
            </a:r>
          </a:p>
          <a:p>
            <a:r>
              <a:rPr lang="en-US" dirty="0"/>
              <a:t>the peace that was meant to be.	</a:t>
            </a:r>
          </a:p>
          <a:p>
            <a:r>
              <a:rPr lang="en-US" dirty="0"/>
              <a:t>With God as our Father, </a:t>
            </a:r>
          </a:p>
          <a:p>
            <a:r>
              <a:rPr lang="en-US" dirty="0"/>
              <a:t>brothers and sisters are we. </a:t>
            </a:r>
          </a:p>
          <a:p>
            <a:r>
              <a:rPr lang="en-US" dirty="0"/>
              <a:t>Let us all walk together in perfect harmony.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890911"/>
      </p:ext>
    </p:extLst>
  </p:cSld>
  <p:clrMapOvr>
    <a:masterClrMapping/>
  </p:clrMapOvr>
</p:sld>
</file>

<file path=ppt/slides/slide10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1097280"/>
            <a:ext cx="11895048" cy="5548069"/>
          </a:xfrm>
        </p:spPr>
        <p:txBody>
          <a:bodyPr>
            <a:normAutofit fontScale="92500"/>
          </a:bodyPr>
          <a:lstStyle/>
          <a:p>
            <a:r>
              <a:rPr lang="en-US" dirty="0"/>
              <a:t>Let peace begin with me, </a:t>
            </a:r>
          </a:p>
          <a:p>
            <a:r>
              <a:rPr lang="en-US" dirty="0"/>
              <a:t>let this be the moment now </a:t>
            </a:r>
          </a:p>
          <a:p>
            <a:r>
              <a:rPr lang="en-US" dirty="0"/>
              <a:t>With every step I take let this be my solemn vow: </a:t>
            </a:r>
          </a:p>
          <a:p>
            <a:r>
              <a:rPr lang="en-US" dirty="0"/>
              <a:t>To take each moment and live each moment in peace eternally. </a:t>
            </a:r>
          </a:p>
          <a:p>
            <a:r>
              <a:rPr lang="en-US" dirty="0"/>
              <a:t>Let there be peace on earth </a:t>
            </a:r>
          </a:p>
          <a:p>
            <a:r>
              <a:rPr lang="en-US" dirty="0"/>
              <a:t>and let it begin with 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636194"/>
      </p:ext>
    </p:extLst>
  </p:cSld>
  <p:clrMapOvr>
    <a:masterClrMapping/>
  </p:clrMapOvr>
</p:sld>
</file>

<file path=ppt/slides/slide10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90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245 - Let us bow in adoration to this Sacrament so great.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61311"/>
            <a:ext cx="11753537" cy="49878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 us bow in adoration </a:t>
            </a:r>
          </a:p>
          <a:p>
            <a:r>
              <a:rPr lang="en-US" dirty="0"/>
              <a:t>to this Sacrament so great. </a:t>
            </a:r>
          </a:p>
          <a:p>
            <a:r>
              <a:rPr lang="en-US" dirty="0"/>
              <a:t>Here is new and perfect worship, </a:t>
            </a:r>
          </a:p>
          <a:p>
            <a:r>
              <a:rPr lang="en-US" dirty="0"/>
              <a:t>all the old must terminate. </a:t>
            </a:r>
          </a:p>
          <a:p>
            <a:r>
              <a:rPr lang="en-US" dirty="0"/>
              <a:t>Senses cannot grasp this marvel, </a:t>
            </a:r>
          </a:p>
          <a:p>
            <a:r>
              <a:rPr lang="en-US" dirty="0"/>
              <a:t>faith must serve to compensate.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819189"/>
      </p:ext>
    </p:extLst>
  </p:cSld>
  <p:clrMapOvr>
    <a:masterClrMapping/>
  </p:clrMapOvr>
</p:sld>
</file>

<file path=ppt/slides/slide10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Glory, honour adoration, </a:t>
            </a:r>
          </a:p>
          <a:p>
            <a:r>
              <a:rPr lang="en-US" dirty="0"/>
              <a:t>let us sing with one accord,</a:t>
            </a:r>
          </a:p>
          <a:p>
            <a:r>
              <a:rPr lang="en-US" dirty="0"/>
              <a:t>Praised be God, almighty Father, praised be Christ his Son, our Lord,</a:t>
            </a:r>
          </a:p>
          <a:p>
            <a:r>
              <a:rPr lang="en-US" dirty="0"/>
              <a:t>Praised be God, the Holy Spirit, Triune Godhead be adored. Amen.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030362"/>
      </p:ext>
    </p:extLst>
  </p:cSld>
  <p:clrMapOvr>
    <a:masterClrMapping/>
  </p:clrMapOvr>
</p:sld>
</file>

<file path=ppt/slides/slide10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Wisdom, power </a:t>
            </a:r>
          </a:p>
          <a:p>
            <a:r>
              <a:rPr lang="en-US" dirty="0"/>
              <a:t>and adoration to the blessed Trinity</a:t>
            </a:r>
          </a:p>
          <a:p>
            <a:r>
              <a:rPr lang="en-US" dirty="0"/>
              <a:t>For redemption and salvation through the paschal mystery,</a:t>
            </a:r>
          </a:p>
          <a:p>
            <a:r>
              <a:rPr lang="en-US" dirty="0"/>
              <a:t>Now, in every generation and for all eternity.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3816"/>
      </p:ext>
    </p:extLst>
  </p:cSld>
  <p:clrMapOvr>
    <a:masterClrMapping/>
  </p:clrMapOvr>
</p:sld>
</file>

<file path=ppt/slides/slide10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246 - Let’s go up to God’s holy hill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go up to God’s holy hill </a:t>
            </a:r>
          </a:p>
          <a:p>
            <a:r>
              <a:rPr lang="en-US" dirty="0"/>
              <a:t>That he may teach us all his ways. </a:t>
            </a:r>
          </a:p>
          <a:p>
            <a:r>
              <a:rPr lang="en-US" dirty="0"/>
              <a:t>To the house of Jacob’s God </a:t>
            </a:r>
          </a:p>
          <a:p>
            <a:r>
              <a:rPr lang="en-US" dirty="0"/>
              <a:t>That we may trust him all our days.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825969"/>
      </p:ext>
    </p:extLst>
  </p:cSld>
  <p:clrMapOvr>
    <a:masterClrMapping/>
  </p:clrMapOvr>
</p:sld>
</file>

<file path=ppt/slides/slide10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Everyone beneath the vine and fig tree </a:t>
            </a:r>
          </a:p>
          <a:p>
            <a:r>
              <a:rPr lang="en-US" dirty="0"/>
              <a:t>Shall live in peace and have no fear. </a:t>
            </a:r>
          </a:p>
          <a:p>
            <a:r>
              <a:rPr lang="en-US" dirty="0"/>
              <a:t>Everyone beneath the vine and fig tree </a:t>
            </a:r>
          </a:p>
          <a:p>
            <a:r>
              <a:rPr lang="en-US" dirty="0"/>
              <a:t>Shall live without a fear.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279918"/>
      </p:ext>
    </p:extLst>
  </p:cSld>
  <p:clrMapOvr>
    <a:masterClrMapping/>
  </p:clrMapOvr>
</p:sld>
</file>

<file path=ppt/slides/slide10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shall beat their weapons into ploughshares </a:t>
            </a:r>
          </a:p>
          <a:p>
            <a:r>
              <a:rPr lang="en-US" dirty="0"/>
              <a:t>And turn their spears to pruning hooks. </a:t>
            </a:r>
          </a:p>
          <a:p>
            <a:r>
              <a:rPr lang="en-US" dirty="0"/>
              <a:t>They shall beat their weapons into ploughshares </a:t>
            </a:r>
          </a:p>
          <a:p>
            <a:r>
              <a:rPr lang="en-US" dirty="0"/>
              <a:t>Their spears to pruning hooks.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748867"/>
      </p:ext>
    </p:extLst>
  </p:cSld>
  <p:clrMapOvr>
    <a:masterClrMapping/>
  </p:clrMapOvr>
</p:sld>
</file>

<file path=ppt/slides/slide10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 shall lift their swords against their neighbors </a:t>
            </a:r>
          </a:p>
          <a:p>
            <a:r>
              <a:rPr lang="en-US" dirty="0"/>
              <a:t>And nations learn of war no more. </a:t>
            </a:r>
          </a:p>
          <a:p>
            <a:r>
              <a:rPr lang="en-US" dirty="0"/>
              <a:t>None shall lift their swords against their neighbors </a:t>
            </a:r>
          </a:p>
          <a:p>
            <a:r>
              <a:rPr lang="en-US" dirty="0"/>
              <a:t>And nations war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596071"/>
      </p:ext>
    </p:extLst>
  </p:cSld>
  <p:clrMapOvr>
    <a:masterClrMapping/>
  </p:clrMapOvr>
</p:sld>
</file>

<file path=ppt/slides/slide10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Zion shall go forth the law </a:t>
            </a:r>
          </a:p>
          <a:p>
            <a:r>
              <a:rPr lang="en-US" dirty="0"/>
              <a:t>And God’s word go from Jerusalem. </a:t>
            </a:r>
          </a:p>
          <a:p>
            <a:r>
              <a:rPr lang="en-US" dirty="0"/>
              <a:t>He shall judge between the many peoples, </a:t>
            </a:r>
          </a:p>
          <a:p>
            <a:r>
              <a:rPr lang="en-US" dirty="0"/>
              <a:t>For thus the Lord decreed!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03848"/>
      </p:ext>
    </p:extLst>
  </p:cSld>
  <p:clrMapOvr>
    <a:masterClrMapping/>
  </p:clrMapOvr>
</p:sld>
</file>

<file path=ppt/slides/slide10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247 - Let’s sing to our mother,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sing to our mother, </a:t>
            </a:r>
          </a:p>
          <a:p>
            <a:r>
              <a:rPr lang="en-US" dirty="0"/>
              <a:t>As we would sing to our love, </a:t>
            </a:r>
          </a:p>
          <a:p>
            <a:r>
              <a:rPr lang="en-US" dirty="0"/>
              <a:t>Mother in heaven, yet </a:t>
            </a:r>
          </a:p>
          <a:p>
            <a:r>
              <a:rPr lang="en-US" dirty="0"/>
              <a:t>Mother with us on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321883"/>
      </p:ext>
    </p:extLst>
  </p:cSld>
  <p:clrMapOvr>
    <a:masterClrMapping/>
  </p:clrMapOvr>
</p:sld>
</file>

<file path=ppt/slides/slide10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we love you, Mary we praise you,</a:t>
            </a:r>
          </a:p>
          <a:p>
            <a:r>
              <a:rPr lang="en-US" dirty="0"/>
              <a:t>You are the joy of the earth. </a:t>
            </a:r>
          </a:p>
          <a:p>
            <a:r>
              <a:rPr lang="en-US" dirty="0"/>
              <a:t>Angels revere you, Saints gather near you, </a:t>
            </a:r>
          </a:p>
          <a:p>
            <a:r>
              <a:rPr lang="en-US" dirty="0"/>
              <a:t>Heaven rejoiced at your birth.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867125"/>
      </p:ext>
    </p:extLst>
  </p:cSld>
  <p:clrMapOvr>
    <a:masterClrMapping/>
  </p:clrMapOvr>
</p:sld>
</file>

<file path=ppt/slides/slide10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sing to our mother, </a:t>
            </a:r>
          </a:p>
          <a:p>
            <a:r>
              <a:rPr lang="en-US" dirty="0"/>
              <a:t>As we would sing to our love, </a:t>
            </a:r>
          </a:p>
          <a:p>
            <a:r>
              <a:rPr lang="en-US" dirty="0"/>
              <a:t>Mother in heaven, yet </a:t>
            </a:r>
          </a:p>
          <a:p>
            <a:r>
              <a:rPr lang="en-US" dirty="0"/>
              <a:t>Mother with us on earth.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713541"/>
      </p:ext>
    </p:extLst>
  </p:cSld>
  <p:clrMapOvr>
    <a:masterClrMapping/>
  </p:clrMapOvr>
</p:sld>
</file>

<file path=ppt/slides/slide10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Virgin most prudent, Daughter of Zion, </a:t>
            </a:r>
          </a:p>
          <a:p>
            <a:r>
              <a:rPr lang="en-US" dirty="0"/>
              <a:t>Bright as the morning star.</a:t>
            </a:r>
          </a:p>
          <a:p>
            <a:r>
              <a:rPr lang="en-US" dirty="0"/>
              <a:t>Fair as the moonbeams, Clear as the sunshine,</a:t>
            </a:r>
          </a:p>
          <a:p>
            <a:r>
              <a:rPr lang="en-US" dirty="0"/>
              <a:t>Your </a:t>
            </a:r>
            <a:r>
              <a:rPr lang="en-US" dirty="0" err="1"/>
              <a:t>splendour</a:t>
            </a:r>
            <a:r>
              <a:rPr lang="en-US" dirty="0"/>
              <a:t> reaches afar.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880896"/>
      </p:ext>
    </p:extLst>
  </p:cSld>
  <p:clrMapOvr>
    <a:masterClrMapping/>
  </p:clrMapOvr>
</p:sld>
</file>

<file path=ppt/slides/slide10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sing to our mother, </a:t>
            </a:r>
          </a:p>
          <a:p>
            <a:r>
              <a:rPr lang="en-US" dirty="0"/>
              <a:t>As we would sing to our love, </a:t>
            </a:r>
          </a:p>
          <a:p>
            <a:r>
              <a:rPr lang="en-US" dirty="0"/>
              <a:t>Mother in heaven, yet </a:t>
            </a:r>
          </a:p>
          <a:p>
            <a:r>
              <a:rPr lang="en-US" dirty="0"/>
              <a:t>Mother with us on earth.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406836"/>
      </p:ext>
    </p:extLst>
  </p:cSld>
  <p:clrMapOvr>
    <a:masterClrMapping/>
  </p:clrMapOvr>
</p:sld>
</file>

<file path=ppt/slides/slide10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Fairest of creatures, Purest of virgins, </a:t>
            </a:r>
          </a:p>
          <a:p>
            <a:r>
              <a:rPr lang="en-US" dirty="0"/>
              <a:t>You are our pride and our boast. </a:t>
            </a:r>
          </a:p>
          <a:p>
            <a:r>
              <a:rPr lang="en-US" dirty="0"/>
              <a:t>Bringing the </a:t>
            </a:r>
            <a:r>
              <a:rPr lang="en-US" dirty="0" err="1"/>
              <a:t>Saviour</a:t>
            </a:r>
            <a:r>
              <a:rPr lang="en-US" dirty="0"/>
              <a:t>, Conquering evil, </a:t>
            </a:r>
          </a:p>
          <a:p>
            <a:r>
              <a:rPr lang="en-US" dirty="0"/>
              <a:t>Guiding the sinner when lost.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656542"/>
      </p:ext>
    </p:extLst>
  </p:cSld>
  <p:clrMapOvr>
    <a:masterClrMapping/>
  </p:clrMapOvr>
</p:sld>
</file>

<file path=ppt/slides/slide10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sing to our mother, </a:t>
            </a:r>
          </a:p>
          <a:p>
            <a:r>
              <a:rPr lang="en-US" dirty="0"/>
              <a:t>As we would sing to our love, </a:t>
            </a:r>
          </a:p>
          <a:p>
            <a:r>
              <a:rPr lang="en-US" dirty="0"/>
              <a:t>Mother in heaven, yet </a:t>
            </a:r>
          </a:p>
          <a:p>
            <a:r>
              <a:rPr lang="en-US" dirty="0"/>
              <a:t>Mother with us on earth.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84166"/>
      </p:ext>
    </p:extLst>
  </p:cSld>
  <p:clrMapOvr>
    <a:masterClrMapping/>
  </p:clrMapOvr>
</p:sld>
</file>

<file path=ppt/slides/slide10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Child of the Father, Mother of Jesus,</a:t>
            </a:r>
          </a:p>
          <a:p>
            <a:r>
              <a:rPr lang="en-US" dirty="0"/>
              <a:t>Bride of the Spirit of love.</a:t>
            </a:r>
          </a:p>
          <a:p>
            <a:r>
              <a:rPr lang="en-US" dirty="0"/>
              <a:t>Reigning triumphant, Leading your children</a:t>
            </a:r>
          </a:p>
          <a:p>
            <a:r>
              <a:rPr lang="en-US" dirty="0"/>
              <a:t>Home to heaven above.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121655"/>
      </p:ext>
    </p:extLst>
  </p:cSld>
  <p:clrMapOvr>
    <a:masterClrMapping/>
  </p:clrMapOvr>
</p:sld>
</file>

<file path=ppt/slides/slide10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sing to our mother, </a:t>
            </a:r>
          </a:p>
          <a:p>
            <a:r>
              <a:rPr lang="en-US" dirty="0"/>
              <a:t>As we would sing to our love, </a:t>
            </a:r>
          </a:p>
          <a:p>
            <a:r>
              <a:rPr lang="en-US" dirty="0"/>
              <a:t>Mother in heaven, yet </a:t>
            </a:r>
          </a:p>
          <a:p>
            <a:r>
              <a:rPr lang="en-US" dirty="0"/>
              <a:t>Mother with us on earth.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817042"/>
      </p:ext>
    </p:extLst>
  </p:cSld>
  <p:clrMapOvr>
    <a:masterClrMapping/>
  </p:clrMapOvr>
</p:sld>
</file>

<file path=ppt/slides/slide10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248 - Lift up your hands and offer to the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up your hands and offer to the Lord,  </a:t>
            </a:r>
          </a:p>
          <a:p>
            <a:r>
              <a:rPr lang="en-US" dirty="0"/>
              <a:t>Lift up your eyes and see the works of God, </a:t>
            </a:r>
          </a:p>
          <a:p>
            <a:r>
              <a:rPr lang="en-US" dirty="0"/>
              <a:t>Lift up your heart unto the heart of God, </a:t>
            </a:r>
          </a:p>
          <a:p>
            <a:r>
              <a:rPr lang="en-US" dirty="0"/>
              <a:t>Offer your love with his love to accord,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227473"/>
      </p:ext>
    </p:extLst>
  </p:cSld>
  <p:clrMapOvr>
    <a:masterClrMapping/>
  </p:clrMapOvr>
</p:sld>
</file>

<file path=ppt/slides/slide10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your goodness, Lord, </a:t>
            </a:r>
          </a:p>
          <a:p>
            <a:r>
              <a:rPr lang="en-US" dirty="0"/>
              <a:t>we bring gifts of bread and wine, </a:t>
            </a:r>
          </a:p>
          <a:p>
            <a:r>
              <a:rPr lang="en-US" dirty="0"/>
              <a:t>Which will soon become for us life-giving </a:t>
            </a:r>
          </a:p>
          <a:p>
            <a:r>
              <a:rPr lang="en-US" dirty="0"/>
              <a:t>food and drink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89738"/>
      </p:ext>
    </p:extLst>
  </p:cSld>
  <p:clrMapOvr>
    <a:masterClrMapping/>
  </p:clrMapOvr>
</p:sld>
</file>

<file path=ppt/slides/slide10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up your hands and offer to the Lord,  </a:t>
            </a:r>
          </a:p>
          <a:p>
            <a:r>
              <a:rPr lang="en-US" dirty="0"/>
              <a:t>Lift up your eyes and see the works of God, </a:t>
            </a:r>
          </a:p>
          <a:p>
            <a:r>
              <a:rPr lang="en-US" dirty="0"/>
              <a:t>Lift up your heart unto the heart of God, </a:t>
            </a:r>
          </a:p>
          <a:p>
            <a:r>
              <a:rPr lang="en-US" dirty="0"/>
              <a:t>Offer your love with his love to accord,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162876"/>
      </p:ext>
    </p:extLst>
  </p:cSld>
  <p:clrMapOvr>
    <a:masterClrMapping/>
  </p:clrMapOvr>
</p:sld>
</file>

<file path=ppt/slides/slide10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this drop of water too: our humanity.</a:t>
            </a:r>
          </a:p>
          <a:p>
            <a:r>
              <a:rPr lang="en-US" dirty="0"/>
              <a:t>By its mingling make us share in your divinity.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791074"/>
      </p:ext>
    </p:extLst>
  </p:cSld>
  <p:clrMapOvr>
    <a:masterClrMapping/>
  </p:clrMapOvr>
</p:sld>
</file>

<file path=ppt/slides/slide10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up your hands and offer to the Lord,  </a:t>
            </a:r>
          </a:p>
          <a:p>
            <a:r>
              <a:rPr lang="en-US" dirty="0"/>
              <a:t>Lift up your eyes and see the works of God, </a:t>
            </a:r>
          </a:p>
          <a:p>
            <a:r>
              <a:rPr lang="en-US" dirty="0"/>
              <a:t>Lift up your heart unto the heart of God, </a:t>
            </a:r>
          </a:p>
          <a:p>
            <a:r>
              <a:rPr lang="en-US" dirty="0"/>
              <a:t>Offer your love with his love to accord,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109894"/>
      </p:ext>
    </p:extLst>
  </p:cSld>
  <p:clrMapOvr>
    <a:masterClrMapping/>
  </p:clrMapOvr>
</p:sld>
</file>

<file path=ppt/slides/slide10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ask you, please accept this, </a:t>
            </a:r>
          </a:p>
          <a:p>
            <a:r>
              <a:rPr lang="en-US" dirty="0"/>
              <a:t>our sacrifice. </a:t>
            </a:r>
          </a:p>
          <a:p>
            <a:r>
              <a:rPr lang="en-US" dirty="0"/>
              <a:t>Sinners all, we bring to you humble and contrite hearts.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942847"/>
      </p:ext>
    </p:extLst>
  </p:cSld>
  <p:clrMapOvr>
    <a:masterClrMapping/>
  </p:clrMapOvr>
</p:sld>
</file>

<file path=ppt/slides/slide10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Lift up your hands and offer to the Lord,  </a:t>
            </a:r>
          </a:p>
          <a:p>
            <a:r>
              <a:rPr lang="en-US" dirty="0"/>
              <a:t>Lift up your eyes and see the works of God, </a:t>
            </a:r>
          </a:p>
          <a:p>
            <a:r>
              <a:rPr lang="en-US" dirty="0"/>
              <a:t>Lift up your heart unto the heart of God, </a:t>
            </a:r>
          </a:p>
          <a:p>
            <a:r>
              <a:rPr lang="en-US" dirty="0"/>
              <a:t>Offer your love with his love to accord,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681278"/>
      </p:ext>
    </p:extLst>
  </p:cSld>
  <p:clrMapOvr>
    <a:masterClrMapping/>
  </p:clrMapOvr>
</p:sld>
</file>

<file path=ppt/slides/slide10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206829"/>
            <a:ext cx="10515600" cy="1203736"/>
          </a:xfrm>
        </p:spPr>
        <p:txBody>
          <a:bodyPr>
            <a:noAutofit/>
          </a:bodyPr>
          <a:lstStyle/>
          <a:p>
            <a:r>
              <a:rPr lang="en-US" sz="4400" dirty="0"/>
              <a:t>249 - Lightened by the word we’ve heard, to the world we all must go,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61306"/>
            <a:ext cx="11753537" cy="34094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Lightened by the word we’ve heard, </a:t>
            </a:r>
          </a:p>
          <a:p>
            <a:r>
              <a:rPr lang="en-US" dirty="0"/>
              <a:t>to the world we all must go, </a:t>
            </a:r>
          </a:p>
          <a:p>
            <a:r>
              <a:rPr lang="en-US" dirty="0"/>
              <a:t>Nourished by the bread of life, </a:t>
            </a:r>
          </a:p>
          <a:p>
            <a:r>
              <a:rPr lang="en-US" dirty="0"/>
              <a:t>to the world we go.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692912"/>
      </p:ext>
    </p:extLst>
  </p:cSld>
  <p:clrMapOvr>
    <a:masterClrMapping/>
  </p:clrMapOvr>
</p:sld>
</file>

<file path=ppt/slides/slide10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Altogether in one love and faith, </a:t>
            </a:r>
          </a:p>
          <a:p>
            <a:r>
              <a:rPr lang="en-US" dirty="0"/>
              <a:t>seeking ever to be true, </a:t>
            </a:r>
          </a:p>
          <a:p>
            <a:r>
              <a:rPr lang="en-US" dirty="0"/>
              <a:t>You will guide us on the path, </a:t>
            </a:r>
          </a:p>
          <a:p>
            <a:r>
              <a:rPr lang="en-US" dirty="0"/>
              <a:t>O Lord, of eternal peace.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563922"/>
      </p:ext>
    </p:extLst>
  </p:cSld>
  <p:clrMapOvr>
    <a:masterClrMapping/>
  </p:clrMapOvr>
</p:sld>
</file>

<file path=ppt/slides/slide10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our joys and with our cares, </a:t>
            </a:r>
          </a:p>
          <a:p>
            <a:r>
              <a:rPr lang="en-US" dirty="0"/>
              <a:t>to the world we all must go, </a:t>
            </a:r>
          </a:p>
          <a:p>
            <a:r>
              <a:rPr lang="en-US" dirty="0"/>
              <a:t>Weighed by toil but raised by hope, </a:t>
            </a:r>
          </a:p>
          <a:p>
            <a:r>
              <a:rPr lang="en-US" dirty="0"/>
              <a:t>to the world we go.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862975"/>
      </p:ext>
    </p:extLst>
  </p:cSld>
  <p:clrMapOvr>
    <a:masterClrMapping/>
  </p:clrMapOvr>
</p:sld>
</file>

<file path=ppt/slides/slide10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Altogether in one love and faith, </a:t>
            </a:r>
          </a:p>
          <a:p>
            <a:r>
              <a:rPr lang="en-US" dirty="0"/>
              <a:t>seeking ever to be true, </a:t>
            </a:r>
          </a:p>
          <a:p>
            <a:r>
              <a:rPr lang="en-US" dirty="0"/>
              <a:t>You will guide us on the path, </a:t>
            </a:r>
          </a:p>
          <a:p>
            <a:r>
              <a:rPr lang="en-US" dirty="0"/>
              <a:t>O Lord, of eternal peace.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757395"/>
      </p:ext>
    </p:extLst>
  </p:cSld>
  <p:clrMapOvr>
    <a:masterClrMapping/>
  </p:clrMapOvr>
</p:sld>
</file>

<file path=ppt/slides/slide10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Joined in peace and unity,</a:t>
            </a:r>
          </a:p>
          <a:p>
            <a:r>
              <a:rPr lang="en-US" dirty="0"/>
              <a:t> to the world we all must go,</a:t>
            </a:r>
          </a:p>
          <a:p>
            <a:r>
              <a:rPr lang="en-US" dirty="0"/>
              <a:t>Gathered in your charity, to the world we go.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210440"/>
      </p:ext>
    </p:extLst>
  </p:cSld>
  <p:clrMapOvr>
    <a:masterClrMapping/>
  </p:clrMapOvr>
</p:sld>
</file>

<file path=ppt/slides/slide10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Altogether in one love and faith, </a:t>
            </a:r>
          </a:p>
          <a:p>
            <a:r>
              <a:rPr lang="en-US" dirty="0"/>
              <a:t>seeking ever to be true, </a:t>
            </a:r>
          </a:p>
          <a:p>
            <a:r>
              <a:rPr lang="en-US" dirty="0"/>
              <a:t>You will guide us on the path, </a:t>
            </a:r>
          </a:p>
          <a:p>
            <a:r>
              <a:rPr lang="en-US" dirty="0"/>
              <a:t>O Lord, of eternal peace.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429759"/>
      </p:ext>
    </p:extLst>
  </p:cSld>
  <p:clrMapOvr>
    <a:masterClrMapping/>
  </p:clrMapOvr>
</p:sld>
</file>

<file path=ppt/slides/slide10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250 - Listen let your heart keep seeking,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let your heart keep seeking, </a:t>
            </a:r>
          </a:p>
          <a:p>
            <a:r>
              <a:rPr lang="en-US" dirty="0"/>
              <a:t>Listen to his constant speaking, </a:t>
            </a:r>
          </a:p>
          <a:p>
            <a:r>
              <a:rPr lang="en-US" dirty="0"/>
              <a:t>Listen to the Spirit calling you. </a:t>
            </a:r>
          </a:p>
          <a:p>
            <a:r>
              <a:rPr lang="en-US" dirty="0"/>
              <a:t>Listen to his inspiration, </a:t>
            </a:r>
          </a:p>
          <a:p>
            <a:r>
              <a:rPr lang="en-US" dirty="0"/>
              <a:t>Listen to his invitation, </a:t>
            </a:r>
          </a:p>
          <a:p>
            <a:r>
              <a:rPr lang="en-US" dirty="0"/>
              <a:t>Listen to the Spirit calling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533950"/>
      </p:ext>
    </p:extLst>
  </p:cSld>
  <p:clrMapOvr>
    <a:masterClrMapping/>
  </p:clrMapOvr>
</p:sld>
</file>

<file path=ppt/slides/slide10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He’s in the sound of the thunder, </a:t>
            </a:r>
          </a:p>
          <a:p>
            <a:r>
              <a:rPr lang="en-US" dirty="0"/>
              <a:t>In the whisper of the breeze.</a:t>
            </a:r>
          </a:p>
          <a:p>
            <a:r>
              <a:rPr lang="en-US" dirty="0"/>
              <a:t>He’s in the might of the whirlwind, </a:t>
            </a:r>
          </a:p>
          <a:p>
            <a:r>
              <a:rPr lang="en-US" dirty="0"/>
              <a:t>In the roaring of the seas.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551883"/>
      </p:ext>
    </p:extLst>
  </p:cSld>
  <p:clrMapOvr>
    <a:masterClrMapping/>
  </p:clrMapOvr>
</p:sld>
</file>

<file path=ppt/slides/slide10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let your heart keep seeking, </a:t>
            </a:r>
          </a:p>
          <a:p>
            <a:r>
              <a:rPr lang="en-US" dirty="0"/>
              <a:t>Listen to his constant speaking, </a:t>
            </a:r>
          </a:p>
          <a:p>
            <a:r>
              <a:rPr lang="en-US" dirty="0"/>
              <a:t>Listen to the Spirit calling you. </a:t>
            </a:r>
          </a:p>
          <a:p>
            <a:r>
              <a:rPr lang="en-US" dirty="0"/>
              <a:t>Listen to his inspiration, </a:t>
            </a:r>
          </a:p>
          <a:p>
            <a:r>
              <a:rPr lang="en-US" dirty="0"/>
              <a:t>Listen to his invitation, </a:t>
            </a:r>
          </a:p>
          <a:p>
            <a:r>
              <a:rPr lang="en-US" dirty="0"/>
              <a:t>Listen to the Spirit calling you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691751"/>
      </p:ext>
    </p:extLst>
  </p:cSld>
  <p:clrMapOvr>
    <a:masterClrMapping/>
  </p:clrMapOvr>
</p:sld>
</file>

<file path=ppt/slides/slide10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He’s in the laughter of children, </a:t>
            </a:r>
          </a:p>
          <a:p>
            <a:r>
              <a:rPr lang="en-US" dirty="0"/>
              <a:t>In the patter of the rain.</a:t>
            </a:r>
          </a:p>
          <a:p>
            <a:r>
              <a:rPr lang="en-US" dirty="0"/>
              <a:t>Hear him in cries of the suffering, </a:t>
            </a:r>
          </a:p>
          <a:p>
            <a:r>
              <a:rPr lang="en-US" dirty="0"/>
              <a:t>In their moaning and their pain.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052478"/>
      </p:ext>
    </p:extLst>
  </p:cSld>
  <p:clrMapOvr>
    <a:masterClrMapping/>
  </p:clrMapOvr>
</p:sld>
</file>

<file path=ppt/slides/slide10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let your heart keep seeking, </a:t>
            </a:r>
          </a:p>
          <a:p>
            <a:r>
              <a:rPr lang="en-US" dirty="0"/>
              <a:t>Listen to his constant speaking, </a:t>
            </a:r>
          </a:p>
          <a:p>
            <a:r>
              <a:rPr lang="en-US" dirty="0"/>
              <a:t>Listen to the Spirit calling you. </a:t>
            </a:r>
          </a:p>
          <a:p>
            <a:r>
              <a:rPr lang="en-US" dirty="0"/>
              <a:t>Listen to his inspiration, </a:t>
            </a:r>
          </a:p>
          <a:p>
            <a:r>
              <a:rPr lang="en-US" dirty="0"/>
              <a:t>Listen to his invitation, </a:t>
            </a:r>
          </a:p>
          <a:p>
            <a:r>
              <a:rPr lang="en-US" dirty="0"/>
              <a:t>Listen to the Spirit calling you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420208"/>
      </p:ext>
    </p:extLst>
  </p:cSld>
  <p:clrMapOvr>
    <a:masterClrMapping/>
  </p:clrMapOvr>
</p:sld>
</file>

<file path=ppt/slides/slide10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He’s in the noise of the city, </a:t>
            </a:r>
          </a:p>
          <a:p>
            <a:r>
              <a:rPr lang="en-US" dirty="0"/>
              <a:t>In the twitter of the bird,</a:t>
            </a:r>
          </a:p>
          <a:p>
            <a:r>
              <a:rPr lang="en-US" dirty="0"/>
              <a:t>And in the night time the stillness </a:t>
            </a:r>
          </a:p>
          <a:p>
            <a:r>
              <a:rPr lang="en-US" dirty="0"/>
              <a:t>Helps you listen to his word.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67833"/>
      </p:ext>
    </p:extLst>
  </p:cSld>
  <p:clrMapOvr>
    <a:masterClrMapping/>
  </p:clrMapOvr>
</p:sld>
</file>

<file path=ppt/slides/slide10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let your heart keep seeking, </a:t>
            </a:r>
          </a:p>
          <a:p>
            <a:r>
              <a:rPr lang="en-US" dirty="0"/>
              <a:t>Listen to his constant speaking, </a:t>
            </a:r>
          </a:p>
          <a:p>
            <a:r>
              <a:rPr lang="en-US" dirty="0"/>
              <a:t>Listen to the Spirit calling you. </a:t>
            </a:r>
          </a:p>
          <a:p>
            <a:r>
              <a:rPr lang="en-US" dirty="0"/>
              <a:t>Listen to his inspiration, </a:t>
            </a:r>
          </a:p>
          <a:p>
            <a:r>
              <a:rPr lang="en-US" dirty="0"/>
              <a:t>Listen to his invitation, </a:t>
            </a:r>
          </a:p>
          <a:p>
            <a:r>
              <a:rPr lang="en-US" dirty="0"/>
              <a:t>Listen to the Spirit calling you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209436"/>
      </p:ext>
    </p:extLst>
  </p:cSld>
  <p:clrMapOvr>
    <a:masterClrMapping/>
  </p:clrMapOvr>
</p:sld>
</file>

<file path=ppt/slides/slide10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speaks through all your companions,</a:t>
            </a:r>
          </a:p>
          <a:p>
            <a:r>
              <a:rPr lang="en-US" dirty="0"/>
              <a:t>Through the friendly, through the foe.</a:t>
            </a:r>
          </a:p>
          <a:p>
            <a:r>
              <a:rPr lang="en-US" dirty="0"/>
              <a:t>Therefore give ear to the Spirit </a:t>
            </a:r>
          </a:p>
          <a:p>
            <a:r>
              <a:rPr lang="en-US" dirty="0" err="1"/>
              <a:t>Wheresoever</a:t>
            </a:r>
            <a:r>
              <a:rPr lang="en-US" dirty="0"/>
              <a:t> he may blow.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703166"/>
      </p:ext>
    </p:extLst>
  </p:cSld>
  <p:clrMapOvr>
    <a:masterClrMapping/>
  </p:clrMapOvr>
</p:sld>
</file>

<file path=ppt/slides/slide10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let your heart keep seeking, </a:t>
            </a:r>
          </a:p>
          <a:p>
            <a:r>
              <a:rPr lang="en-US" dirty="0"/>
              <a:t>Listen to his constant speaking, </a:t>
            </a:r>
          </a:p>
          <a:p>
            <a:r>
              <a:rPr lang="en-US" dirty="0"/>
              <a:t>Listen to the Spirit calling you. </a:t>
            </a:r>
          </a:p>
          <a:p>
            <a:r>
              <a:rPr lang="en-US" dirty="0"/>
              <a:t>Listen to his inspiration, </a:t>
            </a:r>
          </a:p>
          <a:p>
            <a:r>
              <a:rPr lang="en-US" dirty="0"/>
              <a:t>Listen to his invitation, </a:t>
            </a:r>
          </a:p>
          <a:p>
            <a:r>
              <a:rPr lang="en-US" dirty="0"/>
              <a:t>Listen to the Spirit calling you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175423"/>
      </p:ext>
    </p:extLst>
  </p:cSld>
  <p:clrMapOvr>
    <a:masterClrMapping/>
  </p:clrMapOvr>
</p:sld>
</file>

<file path=ppt/slides/slide10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251 - </a:t>
            </a:r>
            <a:r>
              <a:rPr lang="fi-FI" sz="4400" dirty="0"/>
              <a:t>Listen, listen, listen every one: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Listen, listen, listen every one: </a:t>
            </a:r>
          </a:p>
          <a:p>
            <a:r>
              <a:rPr lang="en-US" dirty="0"/>
              <a:t>God is here for you and He is here for me.</a:t>
            </a:r>
          </a:p>
          <a:p>
            <a:r>
              <a:rPr lang="en-US" dirty="0"/>
              <a:t>Listen, listen, listen, can’t you hear?</a:t>
            </a:r>
          </a:p>
          <a:p>
            <a:r>
              <a:rPr lang="en-US" dirty="0"/>
              <a:t>His love is here to stay. His word is ever new.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424028"/>
      </p:ext>
    </p:extLst>
  </p:cSld>
  <p:clrMapOvr>
    <a:masterClrMapping/>
  </p:clrMapOvr>
</p:sld>
</file>

<file path=ppt/slides/slide10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to the well-spring of deepest love &amp; joy </a:t>
            </a:r>
          </a:p>
          <a:p>
            <a:r>
              <a:rPr lang="en-US" dirty="0"/>
              <a:t>That comes from here within my soul, </a:t>
            </a:r>
          </a:p>
          <a:p>
            <a:r>
              <a:rPr lang="en-US" dirty="0"/>
              <a:t>Listen, can’t you hear? </a:t>
            </a:r>
          </a:p>
          <a:p>
            <a:r>
              <a:rPr lang="en-US" dirty="0"/>
              <a:t>Listen, listen, listen every one, </a:t>
            </a:r>
          </a:p>
          <a:p>
            <a:r>
              <a:rPr lang="en-US" dirty="0"/>
              <a:t>God is here for you and He is here for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445706"/>
      </p:ext>
    </p:extLst>
  </p:cSld>
  <p:clrMapOvr>
    <a:masterClrMapping/>
  </p:clrMapOvr>
</p:sld>
</file>

<file path=ppt/slides/slide10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Peace, be still, be silent and </a:t>
            </a:r>
          </a:p>
          <a:p>
            <a:r>
              <a:rPr lang="en-US" dirty="0"/>
              <a:t>You’ll hear the whispered roar. </a:t>
            </a:r>
          </a:p>
          <a:p>
            <a:r>
              <a:rPr lang="en-US" dirty="0"/>
              <a:t>And if you cannot hear, </a:t>
            </a:r>
          </a:p>
          <a:p>
            <a:r>
              <a:rPr lang="en-US" dirty="0"/>
              <a:t>I will tell you once more: </a:t>
            </a:r>
          </a:p>
          <a:p>
            <a:r>
              <a:rPr lang="en-US" dirty="0"/>
              <a:t>Listen, listen, listen every one, </a:t>
            </a:r>
          </a:p>
          <a:p>
            <a:r>
              <a:rPr lang="en-US" dirty="0"/>
              <a:t>God is here for you and He is here for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235373"/>
      </p:ext>
    </p:extLst>
  </p:cSld>
  <p:clrMapOvr>
    <a:masterClrMapping/>
  </p:clrMapOvr>
</p:sld>
</file>

<file path=ppt/slides/slide10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Listen, O my people, </a:t>
            </a:r>
          </a:p>
          <a:p>
            <a:r>
              <a:rPr lang="en-US" dirty="0"/>
              <a:t>All you children of the world </a:t>
            </a:r>
          </a:p>
          <a:p>
            <a:r>
              <a:rPr lang="en-US" dirty="0"/>
              <a:t>Listen to our God as He whispers in your ear.</a:t>
            </a:r>
          </a:p>
          <a:p>
            <a:r>
              <a:rPr lang="en-US" dirty="0"/>
              <a:t>Listen, listen, listen every one, </a:t>
            </a:r>
          </a:p>
          <a:p>
            <a:r>
              <a:rPr lang="en-US" dirty="0"/>
              <a:t>God is here for you and He is here for 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217829"/>
      </p:ext>
    </p:extLst>
  </p:cSld>
  <p:clrMapOvr>
    <a:masterClrMapping/>
  </p:clrMapOvr>
</p:sld>
</file>

<file path=ppt/slides/slide10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6" y="511907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252 - Listen to your people, linked now hand in hand.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58688"/>
            <a:ext cx="11753537" cy="51598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Listen to your people, </a:t>
            </a:r>
          </a:p>
          <a:p>
            <a:r>
              <a:rPr lang="en-US" dirty="0"/>
              <a:t>linked now hand in hand. </a:t>
            </a:r>
          </a:p>
          <a:p>
            <a:r>
              <a:rPr lang="en-US" dirty="0"/>
              <a:t>Gathered at your Table, </a:t>
            </a:r>
          </a:p>
          <a:p>
            <a:r>
              <a:rPr lang="en-US" dirty="0"/>
              <a:t>secure in love we stand. </a:t>
            </a:r>
          </a:p>
          <a:p>
            <a:r>
              <a:rPr lang="en-US" dirty="0"/>
              <a:t>As seekers of your kingdom, we unite to pray: </a:t>
            </a:r>
          </a:p>
          <a:p>
            <a:r>
              <a:rPr lang="en-US" dirty="0"/>
              <a:t>Jesus, </a:t>
            </a:r>
            <a:r>
              <a:rPr lang="en-US" dirty="0" err="1"/>
              <a:t>Saviour</a:t>
            </a:r>
            <a:r>
              <a:rPr lang="en-US" dirty="0"/>
              <a:t>, guide us, for you are the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101382"/>
      </p:ext>
    </p:extLst>
  </p:cSld>
  <p:clrMapOvr>
    <a:masterClrMapping/>
  </p:clrMapOvr>
</p:sld>
</file>

<file path=ppt/slides/slide10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 tongues we speak, Lord, </a:t>
            </a:r>
          </a:p>
          <a:p>
            <a:r>
              <a:rPr lang="en-US" dirty="0"/>
              <a:t>in our ancient land </a:t>
            </a:r>
          </a:p>
          <a:p>
            <a:r>
              <a:rPr lang="en-US" dirty="0"/>
              <a:t>Yet with hearts united </a:t>
            </a:r>
          </a:p>
          <a:p>
            <a:r>
              <a:rPr lang="en-US" dirty="0"/>
              <a:t>and joined in love’s demand. </a:t>
            </a:r>
          </a:p>
          <a:p>
            <a:r>
              <a:rPr lang="en-US" dirty="0"/>
              <a:t>O Christ, our hope in darkness, </a:t>
            </a:r>
          </a:p>
          <a:p>
            <a:r>
              <a:rPr lang="en-US" dirty="0"/>
              <a:t>calling age and youth: </a:t>
            </a:r>
          </a:p>
          <a:p>
            <a:r>
              <a:rPr lang="en-US" dirty="0"/>
              <a:t>Jesus be our Teacher, for you are the Truth.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379504"/>
      </p:ext>
    </p:extLst>
  </p:cSld>
  <p:clrMapOvr>
    <a:masterClrMapping/>
  </p:clrMapOvr>
</p:sld>
</file>

<file path=ppt/slides/slide10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 your Church renewal </a:t>
            </a:r>
          </a:p>
          <a:p>
            <a:r>
              <a:rPr lang="en-US" dirty="0"/>
              <a:t>through this century, </a:t>
            </a:r>
          </a:p>
          <a:p>
            <a:r>
              <a:rPr lang="en-US" dirty="0"/>
              <a:t>Give us lasting peace, Lord, and inner liberty. </a:t>
            </a:r>
          </a:p>
          <a:p>
            <a:r>
              <a:rPr lang="en-US" dirty="0"/>
              <a:t>O see our world so weary, </a:t>
            </a:r>
          </a:p>
          <a:p>
            <a:r>
              <a:rPr lang="en-US" dirty="0"/>
              <a:t>torn by endless strife: </a:t>
            </a:r>
          </a:p>
          <a:p>
            <a:r>
              <a:rPr lang="en-US" dirty="0"/>
              <a:t>Jesus be our Healer, for you are the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357983"/>
      </p:ext>
    </p:extLst>
  </p:cSld>
  <p:clrMapOvr>
    <a:masterClrMapping/>
  </p:clrMapOvr>
</p:sld>
</file>

<file path=ppt/slides/slide10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253 - Long time ago in Bethlehem,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time ago in Bethlehem,  </a:t>
            </a:r>
          </a:p>
          <a:p>
            <a:r>
              <a:rPr lang="en-US" dirty="0"/>
              <a:t>In a manger, poor and small, </a:t>
            </a:r>
          </a:p>
          <a:p>
            <a:r>
              <a:rPr lang="en-US" dirty="0"/>
              <a:t>Mary’s Boy child Jesus Christ, </a:t>
            </a:r>
          </a:p>
          <a:p>
            <a:r>
              <a:rPr lang="en-US" dirty="0"/>
              <a:t>Was born to die for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273952"/>
      </p:ext>
    </p:extLst>
  </p:cSld>
  <p:clrMapOvr>
    <a:masterClrMapping/>
  </p:clrMapOvr>
</p:sld>
</file>

<file path=ppt/slides/slide10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Hark, now hear the angels sing, </a:t>
            </a:r>
          </a:p>
          <a:p>
            <a:r>
              <a:rPr lang="en-US" dirty="0"/>
              <a:t>a new king’s born today, </a:t>
            </a:r>
          </a:p>
          <a:p>
            <a:r>
              <a:rPr lang="en-US" dirty="0"/>
              <a:t>That we may live for ever more, </a:t>
            </a:r>
          </a:p>
          <a:p>
            <a:r>
              <a:rPr lang="en-US" dirty="0"/>
              <a:t>because of Christmas day. </a:t>
            </a:r>
          </a:p>
          <a:p>
            <a:r>
              <a:rPr lang="en-US" dirty="0"/>
              <a:t>Trumpets sound and angels sing, </a:t>
            </a:r>
          </a:p>
          <a:p>
            <a:r>
              <a:rPr lang="en-US" dirty="0"/>
              <a:t>listen to what they say, </a:t>
            </a:r>
          </a:p>
          <a:p>
            <a:r>
              <a:rPr lang="en-US" dirty="0"/>
              <a:t>And we will live forever more, </a:t>
            </a:r>
          </a:p>
          <a:p>
            <a:r>
              <a:rPr lang="en-US" dirty="0"/>
              <a:t>because of Christmas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177402"/>
      </p:ext>
    </p:extLst>
  </p:cSld>
  <p:clrMapOvr>
    <a:masterClrMapping/>
  </p:clrMapOvr>
</p:sld>
</file>

<file path=ppt/slides/slide10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shepherds watch their flocks by night,</a:t>
            </a:r>
          </a:p>
          <a:p>
            <a:r>
              <a:rPr lang="en-US" dirty="0"/>
              <a:t>They see a bright new star, </a:t>
            </a:r>
          </a:p>
          <a:p>
            <a:r>
              <a:rPr lang="en-US" dirty="0"/>
              <a:t>They hear a choir of Angels sing, </a:t>
            </a:r>
          </a:p>
          <a:p>
            <a:r>
              <a:rPr lang="en-US" dirty="0"/>
              <a:t>Music seems to come from above.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206160"/>
      </p:ext>
    </p:extLst>
  </p:cSld>
  <p:clrMapOvr>
    <a:masterClrMapping/>
  </p:clrMapOvr>
</p:sld>
</file>

<file path=ppt/slides/slide10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Hark, now hear the angels sing, </a:t>
            </a:r>
          </a:p>
          <a:p>
            <a:r>
              <a:rPr lang="en-US" dirty="0"/>
              <a:t>a new king’s born today, </a:t>
            </a:r>
          </a:p>
          <a:p>
            <a:r>
              <a:rPr lang="en-US" dirty="0"/>
              <a:t>That we may live for ever more, </a:t>
            </a:r>
          </a:p>
          <a:p>
            <a:r>
              <a:rPr lang="en-US" dirty="0"/>
              <a:t>because of Christmas day. </a:t>
            </a:r>
          </a:p>
          <a:p>
            <a:r>
              <a:rPr lang="en-US" dirty="0"/>
              <a:t>Trumpets sound and angels sing, </a:t>
            </a:r>
          </a:p>
          <a:p>
            <a:r>
              <a:rPr lang="en-US" dirty="0"/>
              <a:t>listen to what they say, </a:t>
            </a:r>
          </a:p>
          <a:p>
            <a:r>
              <a:rPr lang="en-US" dirty="0"/>
              <a:t>And we will live forever more, </a:t>
            </a:r>
          </a:p>
          <a:p>
            <a:r>
              <a:rPr lang="en-US" dirty="0"/>
              <a:t>because of Christmas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656202"/>
      </p:ext>
    </p:extLst>
  </p:cSld>
  <p:clrMapOvr>
    <a:masterClrMapping/>
  </p:clrMapOvr>
</p:sld>
</file>

<file path=ppt/slides/slide10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Joseph and his wife Mary, </a:t>
            </a:r>
          </a:p>
          <a:p>
            <a:r>
              <a:rPr lang="en-US" dirty="0"/>
              <a:t>Came to Bethlehem that night, </a:t>
            </a:r>
          </a:p>
          <a:p>
            <a:r>
              <a:rPr lang="en-US" dirty="0"/>
              <a:t>They see no place to lay the child, </a:t>
            </a:r>
          </a:p>
          <a:p>
            <a:r>
              <a:rPr lang="en-US" dirty="0"/>
              <a:t>Not a single room was in sight.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892002"/>
      </p:ext>
    </p:extLst>
  </p:cSld>
  <p:clrMapOvr>
    <a:masterClrMapping/>
  </p:clrMapOvr>
</p:sld>
</file>

<file path=ppt/slides/slide10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Hark, now hear the angels sing, </a:t>
            </a:r>
          </a:p>
          <a:p>
            <a:r>
              <a:rPr lang="en-US" dirty="0"/>
              <a:t>a new king’s born today, </a:t>
            </a:r>
          </a:p>
          <a:p>
            <a:r>
              <a:rPr lang="en-US" dirty="0"/>
              <a:t>That we may live for ever more, </a:t>
            </a:r>
          </a:p>
          <a:p>
            <a:r>
              <a:rPr lang="en-US" dirty="0"/>
              <a:t>because of Christmas day. </a:t>
            </a:r>
          </a:p>
          <a:p>
            <a:r>
              <a:rPr lang="en-US" dirty="0"/>
              <a:t>Trumpets sound and angels sing, </a:t>
            </a:r>
          </a:p>
          <a:p>
            <a:r>
              <a:rPr lang="en-US" dirty="0"/>
              <a:t>listen to what they say, </a:t>
            </a:r>
          </a:p>
          <a:p>
            <a:r>
              <a:rPr lang="en-US" dirty="0"/>
              <a:t>And we will live forever more, </a:t>
            </a:r>
          </a:p>
          <a:p>
            <a:r>
              <a:rPr lang="en-US" dirty="0"/>
              <a:t>because of Christmas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671211"/>
      </p:ext>
    </p:extLst>
  </p:cSld>
  <p:clrMapOvr>
    <a:masterClrMapping/>
  </p:clrMapOvr>
</p:sld>
</file>

<file path=ppt/slides/slide10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254 - Lord accept this bread and wine;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 accept this bread and wine;  </a:t>
            </a:r>
          </a:p>
          <a:p>
            <a:r>
              <a:rPr lang="en-US" dirty="0"/>
              <a:t>Take our hearts and make them </a:t>
            </a:r>
            <a:r>
              <a:rPr lang="en-US" dirty="0" err="1"/>
              <a:t>thine</a:t>
            </a:r>
            <a:r>
              <a:rPr lang="en-US" dirty="0"/>
              <a:t>, </a:t>
            </a:r>
          </a:p>
          <a:p>
            <a:r>
              <a:rPr lang="en-US" dirty="0"/>
              <a:t>Take our work and our anxiety,</a:t>
            </a:r>
          </a:p>
          <a:p>
            <a:r>
              <a:rPr lang="en-US" dirty="0"/>
              <a:t>Give us life and liberty.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823115"/>
      </p:ext>
    </p:extLst>
  </p:cSld>
  <p:clrMapOvr>
    <a:masterClrMapping/>
  </p:clrMapOvr>
</p:sld>
</file>

<file path=ppt/slides/slide10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this bread into your body </a:t>
            </a:r>
          </a:p>
          <a:p>
            <a:r>
              <a:rPr lang="en-US" dirty="0"/>
              <a:t>And this wine into your blood; 	</a:t>
            </a:r>
          </a:p>
          <a:p>
            <a:r>
              <a:rPr lang="en-US" dirty="0"/>
              <a:t>Change our lives, make us united, Lord, </a:t>
            </a:r>
          </a:p>
          <a:p>
            <a:r>
              <a:rPr lang="en-US" dirty="0"/>
              <a:t>To spread the love of Christ,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002865"/>
      </p:ext>
    </p:extLst>
  </p:cSld>
  <p:clrMapOvr>
    <a:masterClrMapping/>
  </p:clrMapOvr>
</p:sld>
</file>

<file path=ppt/slides/slide10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26850"/>
            <a:ext cx="10678886" cy="561202"/>
          </a:xfrm>
        </p:spPr>
        <p:txBody>
          <a:bodyPr>
            <a:noAutofit/>
          </a:bodyPr>
          <a:lstStyle/>
          <a:p>
            <a:r>
              <a:rPr lang="en-US" sz="4400" dirty="0"/>
              <a:t>255 - Lord Jesus Christ, to whom shall we go?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 Jesus Christ, to whom shall we go? </a:t>
            </a:r>
          </a:p>
          <a:p>
            <a:r>
              <a:rPr lang="en-US" dirty="0"/>
              <a:t>You have the message of eternal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1099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047228"/>
      </p:ext>
    </p:extLst>
  </p:cSld>
  <p:clrMapOvr>
    <a:masterClrMapping/>
  </p:clrMapOvr>
</p:sld>
</file>

<file path=ppt/slides/slide1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law of God is perfect, </a:t>
            </a:r>
          </a:p>
          <a:p>
            <a:r>
              <a:rPr lang="en-US" dirty="0"/>
              <a:t>it revives our inner being</a:t>
            </a:r>
          </a:p>
          <a:p>
            <a:r>
              <a:rPr lang="en-US" dirty="0"/>
              <a:t>His rule is to be trusted, </a:t>
            </a:r>
          </a:p>
          <a:p>
            <a:r>
              <a:rPr lang="en-US" dirty="0"/>
              <a:t>it gives wisdom to the poor</a:t>
            </a:r>
          </a:p>
          <a:p>
            <a:r>
              <a:rPr lang="en-US" dirty="0"/>
              <a:t>His precepts all are right, </a:t>
            </a:r>
          </a:p>
          <a:p>
            <a:r>
              <a:rPr lang="en-US" dirty="0"/>
              <a:t>they make the heart delighted</a:t>
            </a:r>
          </a:p>
          <a:p>
            <a:r>
              <a:rPr lang="en-US" dirty="0"/>
              <a:t>His statues all are clear, </a:t>
            </a:r>
          </a:p>
          <a:p>
            <a:r>
              <a:rPr lang="en-US" dirty="0"/>
              <a:t>they give our eyes new light.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060904"/>
      </p:ext>
    </p:extLst>
  </p:cSld>
  <p:clrMapOvr>
    <a:masterClrMapping/>
  </p:clrMapOvr>
</p:sld>
</file>

<file path=ppt/slides/slide1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fear of God is holy, it eternally abides</a:t>
            </a:r>
          </a:p>
          <a:p>
            <a:r>
              <a:rPr lang="en-US" dirty="0"/>
              <a:t>His precepts and decrees are true </a:t>
            </a:r>
          </a:p>
          <a:p>
            <a:r>
              <a:rPr lang="en-US" dirty="0"/>
              <a:t>and all of them just.</a:t>
            </a:r>
          </a:p>
          <a:p>
            <a:r>
              <a:rPr lang="en-US" dirty="0"/>
              <a:t>A treasure worth much more </a:t>
            </a:r>
          </a:p>
          <a:p>
            <a:r>
              <a:rPr lang="en-US" dirty="0"/>
              <a:t>than purest gold from Ophir</a:t>
            </a:r>
          </a:p>
          <a:p>
            <a:r>
              <a:rPr lang="en-US" dirty="0"/>
              <a:t>Yes, sweeter is his law </a:t>
            </a:r>
          </a:p>
          <a:p>
            <a:r>
              <a:rPr lang="en-US" dirty="0"/>
              <a:t>than honey from the comb.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42040"/>
      </p:ext>
    </p:extLst>
  </p:cSld>
  <p:clrMapOvr>
    <a:masterClrMapping/>
  </p:clrMapOvr>
</p:sld>
</file>

<file path=ppt/slides/slide1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256 - Lord, make me like you,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me like you, </a:t>
            </a:r>
          </a:p>
          <a:p>
            <a:r>
              <a:rPr lang="en-US" dirty="0"/>
              <a:t>Please, make me like you. </a:t>
            </a:r>
          </a:p>
          <a:p>
            <a:r>
              <a:rPr lang="en-US" dirty="0"/>
              <a:t>You are a servant, make me one too. </a:t>
            </a:r>
          </a:p>
          <a:p>
            <a:r>
              <a:rPr lang="en-US" dirty="0"/>
              <a:t>O Lord, </a:t>
            </a:r>
          </a:p>
          <a:p>
            <a:r>
              <a:rPr lang="en-US" dirty="0"/>
              <a:t>won’t you give me your strength every day </a:t>
            </a:r>
          </a:p>
          <a:p>
            <a:r>
              <a:rPr lang="en-US" dirty="0"/>
              <a:t>To build a community, to follow your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678667"/>
      </p:ext>
    </p:extLst>
  </p:cSld>
  <p:clrMapOvr>
    <a:masterClrMapping/>
  </p:clrMapOvr>
</p:sld>
</file>

<file path=ppt/slides/slide1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Whoever among you desires to be great, </a:t>
            </a:r>
          </a:p>
          <a:p>
            <a:r>
              <a:rPr lang="en-US" dirty="0"/>
              <a:t>Must be the servant of all. </a:t>
            </a:r>
          </a:p>
          <a:p>
            <a:r>
              <a:rPr lang="en-US" dirty="0"/>
              <a:t>For even the Son of man came to serve </a:t>
            </a:r>
          </a:p>
          <a:p>
            <a:r>
              <a:rPr lang="en-US" dirty="0"/>
              <a:t>And give his life for the world.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743979"/>
      </p:ext>
    </p:extLst>
  </p:cSld>
  <p:clrMapOvr>
    <a:masterClrMapping/>
  </p:clrMapOvr>
</p:sld>
</file>

<file path=ppt/slides/slide1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me like you, </a:t>
            </a:r>
          </a:p>
          <a:p>
            <a:r>
              <a:rPr lang="en-US" dirty="0"/>
              <a:t>Please, make me like you. </a:t>
            </a:r>
          </a:p>
          <a:p>
            <a:r>
              <a:rPr lang="en-US" dirty="0"/>
              <a:t>You are a servant, make me one too. </a:t>
            </a:r>
          </a:p>
          <a:p>
            <a:r>
              <a:rPr lang="en-US" dirty="0"/>
              <a:t>O Lord, </a:t>
            </a:r>
          </a:p>
          <a:p>
            <a:r>
              <a:rPr lang="en-US" dirty="0"/>
              <a:t>won’t you give me your strength every day </a:t>
            </a:r>
          </a:p>
          <a:p>
            <a:r>
              <a:rPr lang="en-US" dirty="0"/>
              <a:t>To build a community, to follow your way.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929483"/>
      </p:ext>
    </p:extLst>
  </p:cSld>
  <p:clrMapOvr>
    <a:masterClrMapping/>
  </p:clrMapOvr>
</p:sld>
</file>

<file path=ppt/slides/slide1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call me your Master and Lord, so I am.   </a:t>
            </a:r>
          </a:p>
          <a:p>
            <a:r>
              <a:rPr lang="en-US" dirty="0"/>
              <a:t>See, I have washed your feet</a:t>
            </a:r>
          </a:p>
          <a:p>
            <a:r>
              <a:rPr lang="en-US" dirty="0"/>
              <a:t>To set an example for all of you </a:t>
            </a:r>
          </a:p>
          <a:p>
            <a:r>
              <a:rPr lang="en-US" dirty="0"/>
              <a:t>Of service and of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232636"/>
      </p:ext>
    </p:extLst>
  </p:cSld>
  <p:clrMapOvr>
    <a:masterClrMapping/>
  </p:clrMapOvr>
</p:sld>
</file>

<file path=ppt/slides/slide1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me like you, </a:t>
            </a:r>
          </a:p>
          <a:p>
            <a:r>
              <a:rPr lang="en-US" dirty="0"/>
              <a:t>Please, make me like you. </a:t>
            </a:r>
          </a:p>
          <a:p>
            <a:r>
              <a:rPr lang="en-US" dirty="0"/>
              <a:t>You are a servant, make me one too. </a:t>
            </a:r>
          </a:p>
          <a:p>
            <a:r>
              <a:rPr lang="en-US" dirty="0"/>
              <a:t>O Lord, </a:t>
            </a:r>
          </a:p>
          <a:p>
            <a:r>
              <a:rPr lang="en-US" dirty="0"/>
              <a:t>won’t you give me your strength every day </a:t>
            </a:r>
          </a:p>
          <a:p>
            <a:r>
              <a:rPr lang="en-US" dirty="0"/>
              <a:t>To build a community, to follow your way.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551320"/>
      </p:ext>
    </p:extLst>
  </p:cSld>
  <p:clrMapOvr>
    <a:masterClrMapping/>
  </p:clrMapOvr>
</p:sld>
</file>

<file path=ppt/slides/slide1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Spirit anoints me and calls me by name </a:t>
            </a:r>
          </a:p>
          <a:p>
            <a:r>
              <a:rPr lang="en-US" dirty="0"/>
              <a:t>To bring Good News to the poor, </a:t>
            </a:r>
          </a:p>
          <a:p>
            <a:r>
              <a:rPr lang="en-US" dirty="0"/>
              <a:t>Release to the captives and sight to the blind, </a:t>
            </a:r>
          </a:p>
          <a:p>
            <a:r>
              <a:rPr lang="en-US" dirty="0"/>
              <a:t>To set the prisoners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500691"/>
      </p:ext>
    </p:extLst>
  </p:cSld>
  <p:clrMapOvr>
    <a:masterClrMapping/>
  </p:clrMapOvr>
</p:sld>
</file>

<file path=ppt/slides/slide1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me like you, </a:t>
            </a:r>
          </a:p>
          <a:p>
            <a:r>
              <a:rPr lang="en-US" dirty="0"/>
              <a:t>Please, make me like you. </a:t>
            </a:r>
          </a:p>
          <a:p>
            <a:r>
              <a:rPr lang="en-US" dirty="0"/>
              <a:t>You are a servant, make me one too. </a:t>
            </a:r>
          </a:p>
          <a:p>
            <a:r>
              <a:rPr lang="en-US" dirty="0"/>
              <a:t>O Lord, </a:t>
            </a:r>
          </a:p>
          <a:p>
            <a:r>
              <a:rPr lang="en-US" dirty="0"/>
              <a:t>won’t you give me your strength every day </a:t>
            </a:r>
          </a:p>
          <a:p>
            <a:r>
              <a:rPr lang="en-US" dirty="0"/>
              <a:t>To build a community, to follow your way.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37561"/>
      </p:ext>
    </p:extLst>
  </p:cSld>
  <p:clrMapOvr>
    <a:masterClrMapping/>
  </p:clrMapOvr>
</p:sld>
</file>

<file path=ppt/slides/slide1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257 - Lord, we touch you to-day,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touch you to-day, </a:t>
            </a:r>
          </a:p>
          <a:p>
            <a:r>
              <a:rPr lang="en-US" dirty="0"/>
              <a:t>Lord, we touch you to-day.</a:t>
            </a:r>
          </a:p>
          <a:p>
            <a:r>
              <a:rPr lang="en-US" dirty="0"/>
              <a:t>This bread is your flesh, </a:t>
            </a:r>
          </a:p>
          <a:p>
            <a:r>
              <a:rPr lang="en-US" dirty="0"/>
              <a:t>this wine is your blood. </a:t>
            </a:r>
          </a:p>
          <a:p>
            <a:r>
              <a:rPr lang="en-US" dirty="0"/>
              <a:t>Lord, we touch you to-day.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260593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dying we live and in weeping rejoice. </a:t>
            </a:r>
          </a:p>
          <a:p>
            <a:r>
              <a:rPr lang="en-US" dirty="0"/>
              <a:t>Your presence turns darkness to light! </a:t>
            </a:r>
          </a:p>
          <a:p>
            <a:r>
              <a:rPr lang="en-US" dirty="0"/>
              <a:t>To live is to grow every moment in truth, </a:t>
            </a:r>
          </a:p>
          <a:p>
            <a:r>
              <a:rPr lang="en-US" dirty="0"/>
              <a:t>In faith and in hope and in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555829"/>
      </p:ext>
    </p:extLst>
  </p:cSld>
  <p:clrMapOvr>
    <a:masterClrMapping/>
  </p:clrMapOvr>
</p:sld>
</file>

<file path=ppt/slides/slide1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give you our hearts, </a:t>
            </a:r>
          </a:p>
          <a:p>
            <a:r>
              <a:rPr lang="en-US" dirty="0"/>
              <a:t>Lord, we give you our hearts. </a:t>
            </a:r>
          </a:p>
          <a:p>
            <a:r>
              <a:rPr lang="en-US" dirty="0"/>
              <a:t>You give us your life, your covenant love;</a:t>
            </a:r>
          </a:p>
          <a:p>
            <a:r>
              <a:rPr lang="en-US" dirty="0"/>
              <a:t>Lord, we give you our hearts.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493099"/>
      </p:ext>
    </p:extLst>
  </p:cSld>
  <p:clrMapOvr>
    <a:masterClrMapping/>
  </p:clrMapOvr>
</p:sld>
</file>

<file path=ppt/slides/slide1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dying we live and in weeping rejoice. </a:t>
            </a:r>
          </a:p>
          <a:p>
            <a:r>
              <a:rPr lang="en-US" dirty="0"/>
              <a:t>Your presence turns darkness to light! </a:t>
            </a:r>
          </a:p>
          <a:p>
            <a:r>
              <a:rPr lang="en-US" dirty="0"/>
              <a:t>To live is to grow every moment in truth, </a:t>
            </a:r>
          </a:p>
          <a:p>
            <a:r>
              <a:rPr lang="en-US" dirty="0"/>
              <a:t>In faith and in hope and in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11869"/>
      </p:ext>
    </p:extLst>
  </p:cSld>
  <p:clrMapOvr>
    <a:masterClrMapping/>
  </p:clrMapOvr>
</p:sld>
</file>

<file path=ppt/slides/slide1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lean on your love, </a:t>
            </a:r>
          </a:p>
          <a:p>
            <a:r>
              <a:rPr lang="en-US" dirty="0"/>
              <a:t>Lord, we lean on your love.</a:t>
            </a:r>
          </a:p>
          <a:p>
            <a:r>
              <a:rPr lang="en-US" dirty="0"/>
              <a:t>For though we are weak, </a:t>
            </a:r>
          </a:p>
          <a:p>
            <a:r>
              <a:rPr lang="en-US" dirty="0"/>
              <a:t>in you we are strong:</a:t>
            </a:r>
          </a:p>
          <a:p>
            <a:r>
              <a:rPr lang="en-US" dirty="0"/>
              <a:t>Lord, we lean on your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188392"/>
      </p:ext>
    </p:extLst>
  </p:cSld>
  <p:clrMapOvr>
    <a:masterClrMapping/>
  </p:clrMapOvr>
</p:sld>
</file>

<file path=ppt/slides/slide1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dying we live and in weeping rejoice. </a:t>
            </a:r>
          </a:p>
          <a:p>
            <a:r>
              <a:rPr lang="en-US" dirty="0"/>
              <a:t>Your presence turns darkness to light! </a:t>
            </a:r>
          </a:p>
          <a:p>
            <a:r>
              <a:rPr lang="en-US" dirty="0"/>
              <a:t>To live is to grow every moment in truth, </a:t>
            </a:r>
          </a:p>
          <a:p>
            <a:r>
              <a:rPr lang="en-US" dirty="0"/>
              <a:t>In faith and in hope and in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626338"/>
      </p:ext>
    </p:extLst>
  </p:cSld>
  <p:clrMapOvr>
    <a:masterClrMapping/>
  </p:clrMapOvr>
</p:sld>
</file>

<file path=ppt/slides/slide1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258 - Lord, you are my everything,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are my everything,  </a:t>
            </a:r>
          </a:p>
          <a:p>
            <a:r>
              <a:rPr lang="en-US" dirty="0"/>
              <a:t>Lord, you are my friend,</a:t>
            </a:r>
          </a:p>
          <a:p>
            <a:r>
              <a:rPr lang="en-US" dirty="0"/>
              <a:t>In this Bread you promise me</a:t>
            </a:r>
          </a:p>
          <a:p>
            <a:r>
              <a:rPr lang="en-US" dirty="0"/>
              <a:t>Life that has no 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000720"/>
      </p:ext>
    </p:extLst>
  </p:cSld>
  <p:clrMapOvr>
    <a:masterClrMapping/>
  </p:clrMapOvr>
</p:sld>
</file>

<file path=ppt/slides/slide1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my strength, my Bread of life, </a:t>
            </a:r>
          </a:p>
          <a:p>
            <a:r>
              <a:rPr lang="en-US" dirty="0"/>
              <a:t>Hold me in your sway. </a:t>
            </a:r>
          </a:p>
          <a:p>
            <a:r>
              <a:rPr lang="en-US" dirty="0"/>
              <a:t>Fill me with your presence, Lord, </a:t>
            </a:r>
          </a:p>
          <a:p>
            <a:r>
              <a:rPr lang="en-US" dirty="0"/>
              <a:t>Guide me on my 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975014"/>
      </p:ext>
    </p:extLst>
  </p:cSld>
  <p:clrMapOvr>
    <a:masterClrMapping/>
  </p:clrMapOvr>
</p:sld>
</file>

<file path=ppt/slides/slide1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are my everything,  </a:t>
            </a:r>
          </a:p>
          <a:p>
            <a:r>
              <a:rPr lang="en-US" dirty="0"/>
              <a:t>Lord, you are my friend,</a:t>
            </a:r>
          </a:p>
          <a:p>
            <a:r>
              <a:rPr lang="en-US" dirty="0"/>
              <a:t>In this Bread you promise me</a:t>
            </a:r>
          </a:p>
          <a:p>
            <a:r>
              <a:rPr lang="en-US" dirty="0"/>
              <a:t>Life that has no end.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144836"/>
      </p:ext>
    </p:extLst>
  </p:cSld>
  <p:clrMapOvr>
    <a:masterClrMapping/>
  </p:clrMapOvr>
</p:sld>
</file>

<file path=ppt/slides/slide1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my Way, my Truth, my Life, </a:t>
            </a:r>
          </a:p>
          <a:p>
            <a:r>
              <a:rPr lang="en-US" dirty="0"/>
              <a:t>Show me how to live. </a:t>
            </a:r>
          </a:p>
          <a:p>
            <a:r>
              <a:rPr lang="en-US" dirty="0"/>
              <a:t>Clear the storms that cloud my path:</a:t>
            </a:r>
          </a:p>
          <a:p>
            <a:r>
              <a:rPr lang="en-US" dirty="0"/>
              <a:t>Teach me to forgive.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57432"/>
      </p:ext>
    </p:extLst>
  </p:cSld>
  <p:clrMapOvr>
    <a:masterClrMapping/>
  </p:clrMapOvr>
</p:sld>
</file>

<file path=ppt/slides/slide1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are my everything,  </a:t>
            </a:r>
          </a:p>
          <a:p>
            <a:r>
              <a:rPr lang="en-US" dirty="0"/>
              <a:t>Lord, you are my friend,</a:t>
            </a:r>
          </a:p>
          <a:p>
            <a:r>
              <a:rPr lang="en-US" dirty="0"/>
              <a:t>In this Bread you promise me</a:t>
            </a:r>
          </a:p>
          <a:p>
            <a:r>
              <a:rPr lang="en-US" dirty="0"/>
              <a:t>Life that has no end.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625693"/>
      </p:ext>
    </p:extLst>
  </p:cSld>
  <p:clrMapOvr>
    <a:masterClrMapping/>
  </p:clrMapOvr>
</p:sld>
</file>

<file path=ppt/slides/slide1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my Joy, my Love, my Heart,</a:t>
            </a:r>
          </a:p>
          <a:p>
            <a:r>
              <a:rPr lang="en-US" dirty="0"/>
              <a:t>Come to me and stay. </a:t>
            </a:r>
          </a:p>
          <a:p>
            <a:r>
              <a:rPr lang="en-US" dirty="0"/>
              <a:t>Speak your tender words of peace</a:t>
            </a:r>
          </a:p>
          <a:p>
            <a:r>
              <a:rPr lang="en-US" dirty="0"/>
              <a:t>To my heart today.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908507"/>
      </p:ext>
    </p:extLst>
  </p:cSld>
  <p:clrMapOvr>
    <a:masterClrMapping/>
  </p:clrMapOvr>
</p:sld>
</file>

<file path=ppt/slides/slide1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are my everything,  </a:t>
            </a:r>
          </a:p>
          <a:p>
            <a:r>
              <a:rPr lang="en-US" dirty="0"/>
              <a:t>Lord, you are my friend,</a:t>
            </a:r>
          </a:p>
          <a:p>
            <a:r>
              <a:rPr lang="en-US" dirty="0"/>
              <a:t>In this Bread you promise me</a:t>
            </a:r>
          </a:p>
          <a:p>
            <a:r>
              <a:rPr lang="en-US" dirty="0"/>
              <a:t>Life that has no end.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043773"/>
      </p:ext>
    </p:extLst>
  </p:cSld>
  <p:clrMapOvr>
    <a:masterClrMapping/>
  </p:clrMapOvr>
</p:sld>
</file>

<file path=ppt/slides/slide1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259 - Lord, you have touched my heart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Lord, you have touched my heart </a:t>
            </a:r>
          </a:p>
          <a:p>
            <a:r>
              <a:rPr lang="en-US" dirty="0"/>
              <a:t>and left me speechless</a:t>
            </a:r>
          </a:p>
          <a:p>
            <a:r>
              <a:rPr lang="en-US" dirty="0"/>
              <a:t>		Silence is all I need to sing your praise. </a:t>
            </a:r>
          </a:p>
          <a:p>
            <a:endParaRPr lang="en-US" sz="1800" dirty="0"/>
          </a:p>
          <a:p>
            <a:r>
              <a:rPr lang="en-US" dirty="0"/>
              <a:t>Ant 2: Show us, O Lord, </a:t>
            </a:r>
          </a:p>
          <a:p>
            <a:r>
              <a:rPr lang="en-US" dirty="0"/>
              <a:t>the path that leads to life</a:t>
            </a:r>
            <a:endParaRPr lang="en-IN" dirty="0"/>
          </a:p>
          <a:p>
            <a:endParaRPr lang="en-US" sz="1900" dirty="0"/>
          </a:p>
          <a:p>
            <a:r>
              <a:rPr lang="en-US" dirty="0"/>
              <a:t>Ant 3: Lord, keep me safe, I take refuge in you.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029002"/>
      </p:ext>
    </p:extLst>
  </p:cSld>
  <p:clrMapOvr>
    <a:masterClrMapping/>
  </p:clrMapOvr>
</p:sld>
</file>

<file path=ppt/slides/slide1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it is you who are my cup and portion. </a:t>
            </a:r>
          </a:p>
          <a:p>
            <a:r>
              <a:rPr lang="en-US" dirty="0"/>
              <a:t>Lord, it is you, yourself, who are my prize.</a:t>
            </a:r>
          </a:p>
          <a:p>
            <a:r>
              <a:rPr lang="en-US" dirty="0"/>
              <a:t>Lord, you have touched my heart </a:t>
            </a:r>
          </a:p>
          <a:p>
            <a:r>
              <a:rPr lang="en-US" dirty="0"/>
              <a:t>and left me speechless</a:t>
            </a:r>
          </a:p>
          <a:p>
            <a:r>
              <a:rPr lang="en-US" dirty="0"/>
              <a:t>		Silence is all I need to sing your praise.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84626"/>
      </p:ext>
    </p:extLst>
  </p:cSld>
  <p:clrMapOvr>
    <a:masterClrMapping/>
  </p:clrMapOvr>
</p:sld>
</file>

<file path=ppt/slides/slide1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I will bless the Lord who gives me counsel.</a:t>
            </a:r>
          </a:p>
          <a:p>
            <a:r>
              <a:rPr lang="en-US" dirty="0"/>
              <a:t>And who directs my heart </a:t>
            </a:r>
          </a:p>
          <a:p>
            <a:r>
              <a:rPr lang="en-US" dirty="0"/>
              <a:t>all through the night.</a:t>
            </a:r>
          </a:p>
          <a:p>
            <a:r>
              <a:rPr lang="en-US" dirty="0"/>
              <a:t>Lord, you have touched my heart </a:t>
            </a:r>
          </a:p>
          <a:p>
            <a:r>
              <a:rPr lang="en-US" dirty="0"/>
              <a:t>and left me speechless</a:t>
            </a:r>
          </a:p>
          <a:p>
            <a:r>
              <a:rPr lang="en-US" dirty="0"/>
              <a:t>		Silence is all I need to sing your praise.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082343"/>
      </p:ext>
    </p:extLst>
  </p:cSld>
  <p:clrMapOvr>
    <a:masterClrMapping/>
  </p:clrMapOvr>
</p:sld>
</file>

<file path=ppt/slides/slide1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so my heart is glad, my soul rejoices. </a:t>
            </a:r>
          </a:p>
          <a:p>
            <a:r>
              <a:rPr lang="en-US" dirty="0"/>
              <a:t>Even my body shall in safety rest.</a:t>
            </a:r>
          </a:p>
          <a:p>
            <a:r>
              <a:rPr lang="en-US" dirty="0"/>
              <a:t>Lord, you have touched my heart </a:t>
            </a:r>
          </a:p>
          <a:p>
            <a:r>
              <a:rPr lang="en-US" dirty="0"/>
              <a:t>and left me speechless</a:t>
            </a:r>
          </a:p>
          <a:p>
            <a:r>
              <a:rPr lang="en-US" dirty="0"/>
              <a:t>		Silence is all I need to sing your praise. </a:t>
            </a:r>
          </a:p>
          <a:p>
            <a:endParaRPr lang="en-US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422938"/>
      </p:ext>
    </p:extLst>
  </p:cSld>
  <p:clrMapOvr>
    <a:masterClrMapping/>
  </p:clrMapOvr>
</p:sld>
</file>

<file path=ppt/slides/slide1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presence </a:t>
            </a:r>
          </a:p>
          <a:p>
            <a:r>
              <a:rPr lang="en-US" dirty="0"/>
              <a:t>makes my life on earth a heaven. </a:t>
            </a:r>
          </a:p>
          <a:p>
            <a:r>
              <a:rPr lang="en-US" dirty="0"/>
              <a:t>Your steadfast love and care fill me with joy</a:t>
            </a:r>
          </a:p>
          <a:p>
            <a:r>
              <a:rPr lang="en-US" dirty="0"/>
              <a:t>Lord, you have touched my heart </a:t>
            </a:r>
          </a:p>
          <a:p>
            <a:r>
              <a:rPr lang="en-US" dirty="0"/>
              <a:t>and left me speechless</a:t>
            </a:r>
          </a:p>
          <a:p>
            <a:r>
              <a:rPr lang="en-US" dirty="0"/>
              <a:t>		Silence is all I need to sing your praise.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32470"/>
      </p:ext>
    </p:extLst>
  </p:cSld>
  <p:clrMapOvr>
    <a:masterClrMapping/>
  </p:clrMapOvr>
</p:sld>
</file>

<file path=ppt/slides/slide1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22" y="53607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260 - Lose yourself in me and you will find yourself,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2" y="1652453"/>
            <a:ext cx="11753537" cy="3616234"/>
          </a:xfrm>
        </p:spPr>
        <p:txBody>
          <a:bodyPr/>
          <a:lstStyle/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Lose yourself in me and you will find new life. </a:t>
            </a:r>
          </a:p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And you will live, yes, you will live in my love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438193"/>
      </p:ext>
    </p:extLst>
  </p:cSld>
  <p:clrMapOvr>
    <a:masterClrMapping/>
  </p:clrMapOvr>
</p:sld>
</file>

<file path=ppt/slides/slide1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Unless a grain of wheat falls into the ground, </a:t>
            </a:r>
          </a:p>
          <a:p>
            <a:r>
              <a:rPr lang="en-US" dirty="0"/>
              <a:t>It still remains but a grain of wheat.</a:t>
            </a:r>
          </a:p>
          <a:p>
            <a:r>
              <a:rPr lang="en-US" dirty="0"/>
              <a:t>But if it falls and dies, then it bears much fruit, </a:t>
            </a:r>
          </a:p>
          <a:p>
            <a:r>
              <a:rPr lang="en-US" dirty="0"/>
              <a:t>So it is with those who lose themselves in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108553"/>
      </p:ext>
    </p:extLst>
  </p:cSld>
  <p:clrMapOvr>
    <a:masterClrMapping/>
  </p:clrMapOvr>
</p:sld>
</file>

<file path=ppt/slides/slide1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Lose yourself in me and you will find new life. </a:t>
            </a:r>
          </a:p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And you will live, yes, you will live in my love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164181"/>
      </p:ext>
    </p:extLst>
  </p:cSld>
  <p:clrMapOvr>
    <a:masterClrMapping/>
  </p:clrMapOvr>
</p:sld>
</file>

<file path=ppt/slides/slide1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foxes have their dens, </a:t>
            </a:r>
          </a:p>
          <a:p>
            <a:r>
              <a:rPr lang="en-US" dirty="0"/>
              <a:t>birds a little nest,</a:t>
            </a:r>
          </a:p>
          <a:p>
            <a:r>
              <a:rPr lang="en-US" dirty="0"/>
              <a:t>The Son of man no place to rest.</a:t>
            </a:r>
          </a:p>
          <a:p>
            <a:r>
              <a:rPr lang="en-US" dirty="0"/>
              <a:t>Whoever loves his life </a:t>
            </a:r>
          </a:p>
          <a:p>
            <a:r>
              <a:rPr lang="en-US" dirty="0"/>
              <a:t>or strives the world to gain,</a:t>
            </a:r>
          </a:p>
          <a:p>
            <a:r>
              <a:rPr lang="en-US" dirty="0"/>
              <a:t>Will only find that life was lived in vain.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426472"/>
      </p:ext>
    </p:extLst>
  </p:cSld>
  <p:clrMapOvr>
    <a:masterClrMapping/>
  </p:clrMapOvr>
</p:sld>
</file>

<file path=ppt/slides/slide1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Lose yourself in me and you will find new life. </a:t>
            </a:r>
          </a:p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And you will live, yes, you will live in my love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455276"/>
      </p:ext>
    </p:extLst>
  </p:cSld>
  <p:clrMapOvr>
    <a:masterClrMapping/>
  </p:clrMapOvr>
</p:sld>
</file>

<file path=ppt/slides/slide1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have died with Him, </a:t>
            </a:r>
          </a:p>
          <a:p>
            <a:r>
              <a:rPr lang="en-US" dirty="0"/>
              <a:t>we shall live with Him.</a:t>
            </a:r>
          </a:p>
          <a:p>
            <a:r>
              <a:rPr lang="en-US" dirty="0"/>
              <a:t>If we endure, we’ll reign with Him.</a:t>
            </a:r>
          </a:p>
          <a:p>
            <a:r>
              <a:rPr lang="en-US" dirty="0"/>
              <a:t>Though faithless we may be, </a:t>
            </a:r>
          </a:p>
          <a:p>
            <a:r>
              <a:rPr lang="en-US" dirty="0"/>
              <a:t>faithful He’ll remain,</a:t>
            </a:r>
          </a:p>
          <a:p>
            <a:r>
              <a:rPr lang="en-US" dirty="0"/>
              <a:t>For how can Christ be false unto Himself?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207862"/>
      </p:ext>
    </p:extLst>
  </p:cSld>
  <p:clrMapOvr>
    <a:masterClrMapping/>
  </p:clrMapOvr>
</p:sld>
</file>

<file path=ppt/slides/slide1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Lose yourself in me and you will find new life. </a:t>
            </a:r>
          </a:p>
          <a:p>
            <a:r>
              <a:rPr lang="en-US" dirty="0"/>
              <a:t>Lose yourself in me and you will find yourself, </a:t>
            </a:r>
          </a:p>
          <a:p>
            <a:r>
              <a:rPr lang="en-US" dirty="0"/>
              <a:t>And you will live, yes, you will live in my love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935913"/>
      </p:ext>
    </p:extLst>
  </p:cSld>
  <p:clrMapOvr>
    <a:masterClrMapping/>
  </p:clrMapOvr>
</p:sld>
</file>

<file path=ppt/slides/slide1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261 - Loving Father, God so faithful and true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Loving Father, God so faithful and true, </a:t>
            </a:r>
          </a:p>
          <a:p>
            <a:r>
              <a:rPr lang="en-US" dirty="0"/>
              <a:t>Loving Father, God so faithful and true.</a:t>
            </a:r>
          </a:p>
          <a:p>
            <a:r>
              <a:rPr lang="en-US" dirty="0"/>
              <a:t>We praise you, adore you, we bow down before you, </a:t>
            </a:r>
          </a:p>
          <a:p>
            <a:r>
              <a:rPr lang="en-US" dirty="0"/>
              <a:t>Loving Father, God so faithful and true.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883593"/>
      </p:ext>
    </p:extLst>
  </p:cSld>
  <p:clrMapOvr>
    <a:masterClrMapping/>
  </p:clrMapOvr>
</p:sld>
</file>

<file path=ppt/slides/slide1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Incarnate, Son of Mary you are,</a:t>
            </a:r>
          </a:p>
          <a:p>
            <a:r>
              <a:rPr lang="en-US" dirty="0"/>
              <a:t>Word Incarnate, Son of Mary you are. </a:t>
            </a:r>
          </a:p>
          <a:p>
            <a:r>
              <a:rPr lang="en-US" dirty="0"/>
              <a:t>You died, Lord, to save us, </a:t>
            </a:r>
          </a:p>
          <a:p>
            <a:r>
              <a:rPr lang="en-US" dirty="0"/>
              <a:t>your life-blood you gave us.</a:t>
            </a:r>
          </a:p>
          <a:p>
            <a:r>
              <a:rPr lang="en-US" dirty="0"/>
              <a:t>Word Incarnate, Son of Mary you 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724451"/>
      </p:ext>
    </p:extLst>
  </p:cSld>
  <p:clrMapOvr>
    <a:masterClrMapping/>
  </p:clrMapOvr>
</p:sld>
</file>

<file path=ppt/slides/slide1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Holy Spirit, what a comfort you are,</a:t>
            </a:r>
          </a:p>
          <a:p>
            <a:r>
              <a:rPr lang="en-US" dirty="0"/>
              <a:t>Holy Spirit, what a comfort you are.</a:t>
            </a:r>
          </a:p>
          <a:p>
            <a:r>
              <a:rPr lang="en-US" dirty="0"/>
              <a:t>You lead us and guide us, </a:t>
            </a:r>
          </a:p>
          <a:p>
            <a:r>
              <a:rPr lang="en-US" dirty="0"/>
              <a:t>you live deep inside us.</a:t>
            </a:r>
          </a:p>
          <a:p>
            <a:r>
              <a:rPr lang="en-US" dirty="0"/>
              <a:t>Holy Spirit, what a comfort you 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767557"/>
      </p:ext>
    </p:extLst>
  </p:cSld>
  <p:clrMapOvr>
    <a:masterClrMapping/>
  </p:clrMapOvr>
</p:sld>
</file>

<file path=ppt/slides/slide1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262 - Maiden mother, meek and mild,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Maiden mother, meek and mild,  </a:t>
            </a:r>
          </a:p>
          <a:p>
            <a:r>
              <a:rPr lang="en-US" dirty="0"/>
              <a:t>Take, Oh take me, for Thy child, </a:t>
            </a:r>
          </a:p>
          <a:p>
            <a:r>
              <a:rPr lang="en-US" dirty="0"/>
              <a:t>All my life, Oh, let it be, </a:t>
            </a:r>
          </a:p>
          <a:p>
            <a:r>
              <a:rPr lang="en-US" dirty="0"/>
              <a:t>My best joy to think of Thee.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998068"/>
      </p:ext>
    </p:extLst>
  </p:cSld>
  <p:clrMapOvr>
    <a:masterClrMapping/>
  </p:clrMapOvr>
</p:sld>
</file>

<file path=ppt/slides/slide1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my eyes are closed in sleep, </a:t>
            </a:r>
          </a:p>
          <a:p>
            <a:r>
              <a:rPr lang="en-US" dirty="0"/>
              <a:t>Through the night my slumbers keep, </a:t>
            </a:r>
          </a:p>
          <a:p>
            <a:r>
              <a:rPr lang="en-US" dirty="0"/>
              <a:t>Make my latest thought to be, </a:t>
            </a:r>
          </a:p>
          <a:p>
            <a:r>
              <a:rPr lang="en-US" dirty="0"/>
              <a:t>How to love Thy Son and Thee.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025316"/>
      </p:ext>
    </p:extLst>
  </p:cSld>
  <p:clrMapOvr>
    <a:masterClrMapping/>
  </p:clrMapOvr>
</p:sld>
</file>

<file path=ppt/slides/slide1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Teach me when the sunbeam bright, </a:t>
            </a:r>
          </a:p>
          <a:p>
            <a:r>
              <a:rPr lang="en-US" dirty="0"/>
              <a:t>Calls me with its golden light, </a:t>
            </a:r>
          </a:p>
          <a:p>
            <a:r>
              <a:rPr lang="en-US" dirty="0"/>
              <a:t>How my waking thoughts may be, </a:t>
            </a:r>
          </a:p>
          <a:p>
            <a:r>
              <a:rPr lang="en-US" dirty="0"/>
              <a:t>Turned to Jesus and to Thee.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006630"/>
      </p:ext>
    </p:extLst>
  </p:cSld>
  <p:clrMapOvr>
    <a:masterClrMapping/>
  </p:clrMapOvr>
</p:sld>
</file>

<file path=ppt/slides/slide1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my eyes are closed in sleep, </a:t>
            </a:r>
          </a:p>
          <a:p>
            <a:r>
              <a:rPr lang="en-US" dirty="0"/>
              <a:t>Through the night my slumbers keep, </a:t>
            </a:r>
          </a:p>
          <a:p>
            <a:r>
              <a:rPr lang="en-US" dirty="0"/>
              <a:t>Make my latest thought to be, </a:t>
            </a:r>
          </a:p>
          <a:p>
            <a:r>
              <a:rPr lang="en-US" dirty="0"/>
              <a:t>How to love Thy Son and Thee.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207889"/>
      </p:ext>
    </p:extLst>
  </p:cSld>
  <p:clrMapOvr>
    <a:masterClrMapping/>
  </p:clrMapOvr>
</p:sld>
</file>

<file path=ppt/slides/slide1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263 - Make me a channel of your peace,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channel of your peace, </a:t>
            </a:r>
          </a:p>
          <a:p>
            <a:r>
              <a:rPr lang="en-US" dirty="0"/>
              <a:t>Where there is hatred, let me bring your love,</a:t>
            </a:r>
          </a:p>
          <a:p>
            <a:r>
              <a:rPr lang="en-US" dirty="0"/>
              <a:t>Where there is injury, your pardon, Lord,</a:t>
            </a:r>
          </a:p>
          <a:p>
            <a:r>
              <a:rPr lang="en-US" dirty="0"/>
              <a:t>And where there’s doubt, true faith in you.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129428"/>
      </p:ext>
    </p:extLst>
  </p:cSld>
  <p:clrMapOvr>
    <a:masterClrMapping/>
  </p:clrMapOvr>
</p:sld>
</file>

<file path=ppt/slides/slide1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Master, grant that I may never seek </a:t>
            </a:r>
          </a:p>
          <a:p>
            <a:r>
              <a:rPr lang="en-US" dirty="0"/>
              <a:t>So much to be consoled as to console,</a:t>
            </a:r>
          </a:p>
          <a:p>
            <a:r>
              <a:rPr lang="en-US" dirty="0"/>
              <a:t>To be understood as to understand,</a:t>
            </a:r>
          </a:p>
          <a:p>
            <a:r>
              <a:rPr lang="en-US" dirty="0"/>
              <a:t>To be loved as to love with all my soul.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415100"/>
      </p:ext>
    </p:extLst>
  </p:cSld>
  <p:clrMapOvr>
    <a:masterClrMapping/>
  </p:clrMapOvr>
</p:sld>
</file>

<file path=ppt/slides/slide1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channel of your peace,</a:t>
            </a:r>
          </a:p>
          <a:p>
            <a:r>
              <a:rPr lang="en-US" dirty="0"/>
              <a:t>Where there’s despair in life, </a:t>
            </a:r>
          </a:p>
          <a:p>
            <a:r>
              <a:rPr lang="en-US" dirty="0"/>
              <a:t>let me bring hope, </a:t>
            </a:r>
          </a:p>
          <a:p>
            <a:r>
              <a:rPr lang="en-US" dirty="0"/>
              <a:t>Where there is darkness, only light.</a:t>
            </a:r>
          </a:p>
          <a:p>
            <a:r>
              <a:rPr lang="en-US" dirty="0"/>
              <a:t>And where there’s sadness, ever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900543"/>
      </p:ext>
    </p:extLst>
  </p:cSld>
  <p:clrMapOvr>
    <a:masterClrMapping/>
  </p:clrMapOvr>
</p:sld>
</file>

<file path=ppt/slides/slide1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Master, grant that I may never seek </a:t>
            </a:r>
          </a:p>
          <a:p>
            <a:r>
              <a:rPr lang="en-US" dirty="0"/>
              <a:t>So much to be consoled as to console,</a:t>
            </a:r>
          </a:p>
          <a:p>
            <a:r>
              <a:rPr lang="en-US" dirty="0"/>
              <a:t>To be understood as to understand,</a:t>
            </a:r>
          </a:p>
          <a:p>
            <a:r>
              <a:rPr lang="en-US" dirty="0"/>
              <a:t>To be loved as to love with all my soul.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296372"/>
      </p:ext>
    </p:extLst>
  </p:cSld>
  <p:clrMapOvr>
    <a:masterClrMapping/>
  </p:clrMapOvr>
</p:sld>
</file>

<file path=ppt/slides/slide1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channel of your peace.</a:t>
            </a:r>
          </a:p>
          <a:p>
            <a:r>
              <a:rPr lang="en-US" dirty="0"/>
              <a:t>It is in pardoning that we are pardoned, </a:t>
            </a:r>
          </a:p>
          <a:p>
            <a:r>
              <a:rPr lang="en-US" dirty="0"/>
              <a:t>In giving to each one that we receive, </a:t>
            </a:r>
          </a:p>
          <a:p>
            <a:r>
              <a:rPr lang="en-US" dirty="0"/>
              <a:t>And in dying that we’re born to eternal life.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755459"/>
      </p:ext>
    </p:extLst>
  </p:cSld>
  <p:clrMapOvr>
    <a:masterClrMapping/>
  </p:clrMapOvr>
</p:sld>
</file>

<file path=ppt/slides/slide1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Master, grant that I may never seek </a:t>
            </a:r>
          </a:p>
          <a:p>
            <a:r>
              <a:rPr lang="en-US" dirty="0"/>
              <a:t>So much to be consoled as to console,</a:t>
            </a:r>
          </a:p>
          <a:p>
            <a:r>
              <a:rPr lang="en-US" dirty="0"/>
              <a:t>To be understood as to understand,</a:t>
            </a:r>
          </a:p>
          <a:p>
            <a:r>
              <a:rPr lang="en-US" dirty="0"/>
              <a:t>To be loved as to love with all my soul.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309063"/>
      </p:ext>
    </p:extLst>
  </p:cSld>
  <p:clrMapOvr>
    <a:masterClrMapping/>
  </p:clrMapOvr>
</p:sld>
</file>

<file path=ppt/slides/slide1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264 - Make me a servant, humble and meek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servant, humble and meek.  </a:t>
            </a:r>
          </a:p>
          <a:p>
            <a:r>
              <a:rPr lang="en-US" dirty="0"/>
              <a:t>Lord, let me lift up those who are weak, </a:t>
            </a:r>
          </a:p>
          <a:p>
            <a:r>
              <a:rPr lang="en-US" dirty="0"/>
              <a:t>And may the prayer of my heart always be: </a:t>
            </a:r>
          </a:p>
          <a:p>
            <a:r>
              <a:rPr lang="en-US" dirty="0"/>
              <a:t>Make me a servant, - 2</a:t>
            </a:r>
          </a:p>
          <a:p>
            <a:r>
              <a:rPr lang="en-US" dirty="0"/>
              <a:t>Make me a servant today!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614231"/>
      </p:ext>
    </p:extLst>
  </p:cSld>
  <p:clrMapOvr>
    <a:masterClrMapping/>
  </p:clrMapOvr>
</p:sld>
</file>

<file path=ppt/slides/slide1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though you were in the form of God, </a:t>
            </a:r>
          </a:p>
          <a:p>
            <a:r>
              <a:rPr lang="en-US" dirty="0"/>
              <a:t>You took the form of a slave.</a:t>
            </a:r>
          </a:p>
          <a:p>
            <a:r>
              <a:rPr lang="en-US" dirty="0"/>
              <a:t>You accepted death even on a cross, </a:t>
            </a:r>
          </a:p>
          <a:p>
            <a:r>
              <a:rPr lang="en-US" dirty="0"/>
              <a:t>So God exalted your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5062356"/>
      </p:ext>
    </p:extLst>
  </p:cSld>
  <p:clrMapOvr>
    <a:masterClrMapping/>
  </p:clrMapOvr>
</p:sld>
</file>

<file path=ppt/slides/slide1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servant, humble and meek.  </a:t>
            </a:r>
          </a:p>
          <a:p>
            <a:r>
              <a:rPr lang="en-US" dirty="0"/>
              <a:t>Lord, let me lift up those who are weak, </a:t>
            </a:r>
          </a:p>
          <a:p>
            <a:r>
              <a:rPr lang="en-US" dirty="0"/>
              <a:t>And may the prayer of my heart always be: </a:t>
            </a:r>
          </a:p>
          <a:p>
            <a:r>
              <a:rPr lang="en-US" dirty="0"/>
              <a:t>Make me a servant, - 2</a:t>
            </a:r>
          </a:p>
          <a:p>
            <a:r>
              <a:rPr lang="en-US" dirty="0"/>
              <a:t>Make me a servant today!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109362"/>
      </p:ext>
    </p:extLst>
  </p:cSld>
  <p:clrMapOvr>
    <a:masterClrMapping/>
  </p:clrMapOvr>
</p:sld>
</file>

<file path=ppt/slides/slide1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Ere you formed me in my mother’s womb, </a:t>
            </a:r>
          </a:p>
          <a:p>
            <a:r>
              <a:rPr lang="en-US" dirty="0"/>
              <a:t>You called me by my name.</a:t>
            </a:r>
          </a:p>
          <a:p>
            <a:r>
              <a:rPr lang="en-US" dirty="0"/>
              <a:t>And you touched my mouth </a:t>
            </a:r>
          </a:p>
          <a:p>
            <a:r>
              <a:rPr lang="en-US" dirty="0"/>
              <a:t>and appointed me </a:t>
            </a:r>
          </a:p>
          <a:p>
            <a:r>
              <a:rPr lang="en-US" dirty="0"/>
              <a:t>A prophet to the world.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26937"/>
      </p:ext>
    </p:extLst>
  </p:cSld>
  <p:clrMapOvr>
    <a:masterClrMapping/>
  </p:clrMapOvr>
</p:sld>
</file>

<file path=ppt/slides/slide1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servant, humble and meek.  </a:t>
            </a:r>
          </a:p>
          <a:p>
            <a:r>
              <a:rPr lang="en-US" dirty="0"/>
              <a:t>Lord, let me lift up those who are weak, </a:t>
            </a:r>
          </a:p>
          <a:p>
            <a:r>
              <a:rPr lang="en-US" dirty="0"/>
              <a:t>And may the prayer of my heart always be: </a:t>
            </a:r>
          </a:p>
          <a:p>
            <a:r>
              <a:rPr lang="en-US" dirty="0"/>
              <a:t>Make me a servant, - 2</a:t>
            </a:r>
          </a:p>
          <a:p>
            <a:r>
              <a:rPr lang="en-US" dirty="0"/>
              <a:t>Make me a servant today!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803939"/>
      </p:ext>
    </p:extLst>
  </p:cSld>
  <p:clrMapOvr>
    <a:masterClrMapping/>
  </p:clrMapOvr>
</p:sld>
</file>

<file path=ppt/slides/slide1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I heal the sick and the crippled bind, </a:t>
            </a:r>
          </a:p>
          <a:p>
            <a:r>
              <a:rPr lang="en-US" dirty="0"/>
              <a:t>Bring back the sheep that stray. </a:t>
            </a:r>
          </a:p>
          <a:p>
            <a:r>
              <a:rPr lang="en-US" dirty="0"/>
              <a:t>May I seek the lost and the weak make strong, </a:t>
            </a:r>
          </a:p>
          <a:p>
            <a:r>
              <a:rPr lang="en-US" dirty="0"/>
              <a:t>With justice feed the poor.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13393"/>
      </p:ext>
    </p:extLst>
  </p:cSld>
  <p:clrMapOvr>
    <a:masterClrMapping/>
  </p:clrMapOvr>
</p:sld>
</file>

<file path=ppt/slides/slide1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 servant, humble and meek.  </a:t>
            </a:r>
          </a:p>
          <a:p>
            <a:r>
              <a:rPr lang="en-US" dirty="0"/>
              <a:t>Lord, let me lift up those who are weak, </a:t>
            </a:r>
          </a:p>
          <a:p>
            <a:r>
              <a:rPr lang="en-US" dirty="0"/>
              <a:t>And may the prayer of my heart always be: </a:t>
            </a:r>
          </a:p>
          <a:p>
            <a:r>
              <a:rPr lang="en-US" dirty="0"/>
              <a:t>Make me a servant, - 2</a:t>
            </a:r>
          </a:p>
          <a:p>
            <a:r>
              <a:rPr lang="en-US" dirty="0"/>
              <a:t>Make me a servant today!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227394"/>
      </p:ext>
    </p:extLst>
  </p:cSld>
  <p:clrMapOvr>
    <a:masterClrMapping/>
  </p:clrMapOvr>
</p:sld>
</file>

<file path=ppt/slides/slide1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4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265 - Make me an instrument of your peace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an instrument of your peace:  </a:t>
            </a:r>
          </a:p>
          <a:p>
            <a:r>
              <a:rPr lang="en-US" dirty="0"/>
              <a:t>Where there is hatred, let me bring love. </a:t>
            </a:r>
          </a:p>
          <a:p>
            <a:r>
              <a:rPr lang="en-US" dirty="0"/>
              <a:t>Where there is injury, your pardon, Lord, </a:t>
            </a:r>
          </a:p>
          <a:p>
            <a:r>
              <a:rPr lang="en-US" dirty="0"/>
              <a:t>And where there’s doubt, true faith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624555"/>
      </p:ext>
    </p:extLst>
  </p:cSld>
  <p:clrMapOvr>
    <a:masterClrMapping/>
  </p:clrMapOvr>
</p:sld>
</file>

<file path=ppt/slides/slide1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an instrument of your peace: </a:t>
            </a:r>
          </a:p>
          <a:p>
            <a:r>
              <a:rPr lang="en-US" dirty="0"/>
              <a:t>Where there’s discouragement, </a:t>
            </a:r>
          </a:p>
          <a:p>
            <a:r>
              <a:rPr lang="en-US" dirty="0"/>
              <a:t>let me bring hope. </a:t>
            </a:r>
          </a:p>
          <a:p>
            <a:r>
              <a:rPr lang="en-US" dirty="0"/>
              <a:t>Where there is darkness, </a:t>
            </a:r>
          </a:p>
          <a:p>
            <a:r>
              <a:rPr lang="en-US" dirty="0"/>
              <a:t>let me bring your light, </a:t>
            </a:r>
          </a:p>
          <a:p>
            <a:r>
              <a:rPr lang="en-US" dirty="0"/>
              <a:t>And where there’s sadness, let me bring joy.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36159"/>
      </p:ext>
    </p:extLst>
  </p:cSld>
  <p:clrMapOvr>
    <a:masterClrMapping/>
  </p:clrMapOvr>
</p:sld>
</file>

<file path=ppt/slides/slide1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me an instrument of your peace:</a:t>
            </a:r>
          </a:p>
          <a:p>
            <a:r>
              <a:rPr lang="en-US" dirty="0"/>
              <a:t>It is in pardoning that we are pardoned,</a:t>
            </a:r>
          </a:p>
          <a:p>
            <a:r>
              <a:rPr lang="en-US" dirty="0"/>
              <a:t>It is in giving that we do receive,</a:t>
            </a:r>
          </a:p>
          <a:p>
            <a:r>
              <a:rPr lang="en-US" dirty="0"/>
              <a:t>And it’s in dying, that we’re born to life.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381498"/>
      </p:ext>
    </p:extLst>
  </p:cSld>
  <p:clrMapOvr>
    <a:masterClrMapping/>
  </p:clrMapOvr>
</p:sld>
</file>

<file path=ppt/slides/slide1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1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266 - Make melody, melody, melody </a:t>
            </a:r>
            <a:br>
              <a:rPr lang="en-US" dirty="0"/>
            </a:br>
            <a:r>
              <a:rPr lang="en-US" dirty="0"/>
              <a:t>unto the Lord.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95993"/>
            <a:ext cx="11753537" cy="4258491"/>
          </a:xfrm>
        </p:spPr>
        <p:txBody>
          <a:bodyPr/>
          <a:lstStyle/>
          <a:p>
            <a:r>
              <a:rPr lang="en-US" dirty="0"/>
              <a:t>Make melody, melody, melody unto the Lord. </a:t>
            </a:r>
          </a:p>
          <a:p>
            <a:r>
              <a:rPr lang="en-US" dirty="0"/>
              <a:t>Make melody, melody unto the Lord.</a:t>
            </a:r>
          </a:p>
          <a:p>
            <a:r>
              <a:rPr lang="en-US" dirty="0"/>
              <a:t>Sing him a song with all your heart.</a:t>
            </a:r>
          </a:p>
          <a:p>
            <a:r>
              <a:rPr lang="en-US" dirty="0"/>
              <a:t>Sing him a song with all your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362952"/>
      </p:ext>
    </p:extLst>
  </p:cSld>
  <p:clrMapOvr>
    <a:masterClrMapping/>
  </p:clrMapOvr>
</p:sld>
</file>

<file path=ppt/slides/slide1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him a song with all your heart. - 2</a:t>
            </a:r>
          </a:p>
          <a:p>
            <a:r>
              <a:rPr lang="en-US" dirty="0"/>
              <a:t>Always give thanks in Jesus’ name. - 2</a:t>
            </a:r>
          </a:p>
          <a:p>
            <a:r>
              <a:rPr lang="en-US" dirty="0"/>
              <a:t>Make known his deeds, tell of his works. - 2</a:t>
            </a:r>
          </a:p>
          <a:p>
            <a:r>
              <a:rPr lang="en-US" dirty="0"/>
              <a:t>Let all the earth call on his name.  - 2</a:t>
            </a:r>
          </a:p>
          <a:p>
            <a:r>
              <a:rPr lang="en-US" dirty="0"/>
              <a:t>Ring out your joy, lift up your hearts.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453392"/>
      </p:ext>
    </p:extLst>
  </p:cSld>
  <p:clrMapOvr>
    <a:masterClrMapping/>
  </p:clrMapOvr>
</p:sld>
</file>

<file path=ppt/slides/slide1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267 - </a:t>
            </a:r>
            <a:r>
              <a:rPr lang="en-US" sz="4400" dirty="0" err="1"/>
              <a:t>Maranatha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Maranatha, Maranatha, Maranatha </a:t>
            </a:r>
          </a:p>
          <a:p>
            <a:r>
              <a:rPr lang="it-IT" dirty="0"/>
              <a:t>Come, Lord Jesus, come!</a:t>
            </a:r>
          </a:p>
          <a:p>
            <a:endParaRPr lang="en-IN" sz="2000" dirty="0"/>
          </a:p>
          <a:p>
            <a:r>
              <a:rPr lang="en-US" dirty="0"/>
              <a:t>Like a sea without a shore, </a:t>
            </a:r>
          </a:p>
          <a:p>
            <a:r>
              <a:rPr lang="en-US" dirty="0"/>
              <a:t>love divine is boundless.</a:t>
            </a:r>
          </a:p>
          <a:p>
            <a:r>
              <a:rPr lang="en-US" dirty="0"/>
              <a:t>Time is now and evermore </a:t>
            </a:r>
          </a:p>
          <a:p>
            <a:r>
              <a:rPr lang="en-US" dirty="0"/>
              <a:t>and his love surrounds 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91075"/>
      </p:ext>
    </p:extLst>
  </p:cSld>
  <p:clrMapOvr>
    <a:masterClrMapping/>
  </p:clrMapOvr>
</p:sld>
</file>

<file path=ppt/slides/slide1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that mankind could be free </a:t>
            </a:r>
          </a:p>
          <a:p>
            <a:r>
              <a:rPr lang="en-US" dirty="0"/>
              <a:t>He appeared among us.</a:t>
            </a:r>
          </a:p>
          <a:p>
            <a:r>
              <a:rPr lang="en-US" dirty="0"/>
              <a:t>Blest are those who have not seen, </a:t>
            </a:r>
          </a:p>
          <a:p>
            <a:r>
              <a:rPr lang="en-US" dirty="0"/>
              <a:t>yet believe his promise.</a:t>
            </a:r>
          </a:p>
          <a:p>
            <a:r>
              <a:rPr lang="it-IT" dirty="0"/>
              <a:t>Maranatha, Maranatha, Maranatha </a:t>
            </a:r>
          </a:p>
          <a:p>
            <a:r>
              <a:rPr lang="it-IT" dirty="0"/>
              <a:t>Come, Lord Jesus, come!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312909"/>
      </p:ext>
    </p:extLst>
  </p:cSld>
  <p:clrMapOvr>
    <a:masterClrMapping/>
  </p:clrMapOvr>
</p:sld>
</file>

<file path=ppt/slides/slide1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our visions, </a:t>
            </a:r>
          </a:p>
          <a:p>
            <a:r>
              <a:rPr lang="en-US" dirty="0"/>
              <a:t>all our dreams are but ghostly shadows </a:t>
            </a:r>
          </a:p>
          <a:p>
            <a:r>
              <a:rPr lang="en-US" dirty="0"/>
              <a:t>Of the radiant clarity waiting at life’s close.</a:t>
            </a:r>
          </a:p>
          <a:p>
            <a:r>
              <a:rPr lang="it-IT" dirty="0"/>
              <a:t>Maranatha, Maranatha, Maranatha </a:t>
            </a:r>
          </a:p>
          <a:p>
            <a:r>
              <a:rPr lang="it-IT" dirty="0"/>
              <a:t>Come, Lord Jesus, come!</a:t>
            </a:r>
          </a:p>
          <a:p>
            <a:endParaRPr lang="en-US" dirty="0"/>
          </a:p>
          <a:p>
            <a:endParaRPr lang="en-US" sz="22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483672"/>
      </p:ext>
    </p:extLst>
  </p:cSld>
  <p:clrMapOvr>
    <a:masterClrMapping/>
  </p:clrMapOvr>
</p:sld>
</file>

<file path=ppt/slides/slide1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Death, where is your victory? </a:t>
            </a:r>
          </a:p>
          <a:p>
            <a:r>
              <a:rPr lang="en-US" dirty="0"/>
              <a:t>Death, where is your sting? </a:t>
            </a:r>
          </a:p>
          <a:p>
            <a:r>
              <a:rPr lang="en-US" dirty="0"/>
              <a:t>Closer than the air we breathe is our risen King</a:t>
            </a:r>
          </a:p>
          <a:p>
            <a:r>
              <a:rPr lang="it-IT" dirty="0"/>
              <a:t>Maranatha, Maranatha, Maranatha </a:t>
            </a:r>
          </a:p>
          <a:p>
            <a:r>
              <a:rPr lang="it-IT" dirty="0"/>
              <a:t>Come, Lord Jesus, come!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794148"/>
      </p:ext>
    </p:extLst>
  </p:cSld>
  <p:clrMapOvr>
    <a:masterClrMapping/>
  </p:clrMapOvr>
</p:sld>
</file>

<file path=ppt/slides/slide1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268 - Mary from thy sacred image,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 from thy sacred image,  </a:t>
            </a:r>
          </a:p>
          <a:p>
            <a:r>
              <a:rPr lang="en-US" dirty="0"/>
              <a:t>With those eyes so sadly sweet, </a:t>
            </a:r>
          </a:p>
          <a:p>
            <a:r>
              <a:rPr lang="en-US" dirty="0"/>
              <a:t>Mother of Perpetual </a:t>
            </a:r>
            <a:r>
              <a:rPr lang="en-US" dirty="0" err="1"/>
              <a:t>Succour</a:t>
            </a:r>
            <a:r>
              <a:rPr lang="en-US" dirty="0"/>
              <a:t>! </a:t>
            </a:r>
          </a:p>
          <a:p>
            <a:r>
              <a:rPr lang="en-US" dirty="0"/>
              <a:t>See us kneeling at Thy feet.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234839"/>
      </p:ext>
    </p:extLst>
  </p:cSld>
  <p:clrMapOvr>
    <a:masterClrMapping/>
  </p:clrMapOvr>
</p:sld>
</file>

<file path=ppt/slides/slide1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Thy arms Thy child thou </a:t>
            </a:r>
            <a:r>
              <a:rPr lang="en-US" dirty="0" err="1"/>
              <a:t>bearest</a:t>
            </a:r>
            <a:r>
              <a:rPr lang="en-US" dirty="0"/>
              <a:t>, </a:t>
            </a:r>
          </a:p>
          <a:p>
            <a:r>
              <a:rPr lang="en-US" dirty="0"/>
              <a:t>Source of all Thy joy and woe, </a:t>
            </a:r>
          </a:p>
          <a:p>
            <a:r>
              <a:rPr lang="en-US" dirty="0"/>
              <a:t>What Thy bliss, how deep Thy sorrow, </a:t>
            </a:r>
          </a:p>
          <a:p>
            <a:r>
              <a:rPr lang="en-US" dirty="0"/>
              <a:t>Mother, Thou alone canst know.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612234"/>
      </p:ext>
    </p:extLst>
  </p:cSld>
  <p:clrMapOvr>
    <a:masterClrMapping/>
  </p:clrMapOvr>
</p:sld>
</file>

<file path=ppt/slides/slide1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32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269 - May the God of Israel join you  in one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the God of Israel join you  in one; </a:t>
            </a:r>
          </a:p>
          <a:p>
            <a:r>
              <a:rPr lang="en-US" dirty="0"/>
              <a:t>In joy and in sorrow, the Lord is your way.</a:t>
            </a:r>
          </a:p>
          <a:p>
            <a:endParaRPr lang="en-IN" sz="2000" dirty="0"/>
          </a:p>
          <a:p>
            <a:r>
              <a:rPr lang="en-US" dirty="0"/>
              <a:t>Blessed those who fear the Lord, </a:t>
            </a:r>
          </a:p>
          <a:p>
            <a:r>
              <a:rPr lang="en-US" dirty="0"/>
              <a:t>who seek his path, </a:t>
            </a:r>
          </a:p>
          <a:p>
            <a:r>
              <a:rPr lang="en-US" dirty="0"/>
              <a:t>For they shall find </a:t>
            </a:r>
            <a:r>
              <a:rPr lang="en-US" dirty="0" err="1"/>
              <a:t>favour</a:t>
            </a:r>
            <a:r>
              <a:rPr lang="en-US" dirty="0"/>
              <a:t> in his sight.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823831"/>
      </p:ext>
    </p:extLst>
  </p:cSld>
  <p:clrMapOvr>
    <a:masterClrMapping/>
  </p:clrMapOvr>
</p:sld>
</file>

<file path=ppt/slides/slide1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Blessed be the toil of hands, </a:t>
            </a:r>
          </a:p>
          <a:p>
            <a:r>
              <a:rPr lang="en-US" dirty="0"/>
              <a:t>they shall bear fruit; </a:t>
            </a:r>
          </a:p>
          <a:p>
            <a:r>
              <a:rPr lang="en-US" dirty="0"/>
              <a:t>In joy and in gladness shall you work.</a:t>
            </a:r>
          </a:p>
          <a:p>
            <a:endParaRPr lang="en-IN" sz="2000" dirty="0"/>
          </a:p>
          <a:p>
            <a:r>
              <a:rPr lang="en-US" dirty="0"/>
              <a:t>With good fortune in your home </a:t>
            </a:r>
          </a:p>
          <a:p>
            <a:r>
              <a:rPr lang="en-US" dirty="0"/>
              <a:t>shall you be blest; </a:t>
            </a:r>
          </a:p>
          <a:p>
            <a:r>
              <a:rPr lang="en-US" dirty="0"/>
              <a:t>Your wife shall be like a fruitful </a:t>
            </a:r>
            <a:r>
              <a:rPr lang="en-US" dirty="0" err="1"/>
              <a:t>vinet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674118"/>
      </p:ext>
    </p:extLst>
  </p:cSld>
  <p:clrMapOvr>
    <a:masterClrMapping/>
  </p:clrMapOvr>
</p:sld>
</file>

<file path=ppt/slides/slide1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Blessed shall your children be </a:t>
            </a:r>
          </a:p>
          <a:p>
            <a:r>
              <a:rPr lang="en-US" dirty="0"/>
              <a:t>around your board; </a:t>
            </a:r>
          </a:p>
          <a:p>
            <a:r>
              <a:rPr lang="en-US" dirty="0"/>
              <a:t>Like strong olive branches shall they stand</a:t>
            </a:r>
          </a:p>
          <a:p>
            <a:endParaRPr lang="en-IN" sz="2000" dirty="0"/>
          </a:p>
          <a:p>
            <a:r>
              <a:rPr lang="en-US" dirty="0"/>
              <a:t>Blest indeed shall be the ones </a:t>
            </a:r>
          </a:p>
          <a:p>
            <a:r>
              <a:rPr lang="en-US" dirty="0"/>
              <a:t>who serve the Lord; </a:t>
            </a:r>
          </a:p>
          <a:p>
            <a:r>
              <a:rPr lang="en-US" dirty="0"/>
              <a:t>For they shall prevail throughout their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371565"/>
      </p:ext>
    </p:extLst>
  </p:cSld>
  <p:clrMapOvr>
    <a:masterClrMapping/>
  </p:clrMapOvr>
</p:sld>
</file>

<file path=ppt/slides/slide1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May the Lord who dwells </a:t>
            </a:r>
          </a:p>
          <a:p>
            <a:r>
              <a:rPr lang="en-US" dirty="0"/>
              <a:t>on high give joy to you; </a:t>
            </a:r>
          </a:p>
          <a:p>
            <a:r>
              <a:rPr lang="en-US" dirty="0"/>
              <a:t>And may he protect you all your life.</a:t>
            </a:r>
          </a:p>
          <a:p>
            <a:endParaRPr lang="en-US" sz="2000" dirty="0"/>
          </a:p>
          <a:p>
            <a:r>
              <a:rPr lang="en-US" dirty="0"/>
              <a:t>May the sight of many children </a:t>
            </a:r>
          </a:p>
          <a:p>
            <a:r>
              <a:rPr lang="en-US" dirty="0"/>
              <a:t>delight your heart; </a:t>
            </a:r>
          </a:p>
          <a:p>
            <a:r>
              <a:rPr lang="en-US" dirty="0"/>
              <a:t>May God grant his peace to Israel.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020089"/>
      </p:ext>
    </p:extLst>
  </p:cSld>
  <p:clrMapOvr>
    <a:masterClrMapping/>
  </p:clrMapOvr>
</p:sld>
</file>

<file path=ppt/slides/slide1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2" y="305077"/>
            <a:ext cx="109728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270 - May the Lord bless &amp; keep us in his love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84370"/>
            <a:ext cx="11753537" cy="4715691"/>
          </a:xfrm>
        </p:spPr>
        <p:txBody>
          <a:bodyPr/>
          <a:lstStyle/>
          <a:p>
            <a:r>
              <a:rPr lang="en-US" dirty="0"/>
              <a:t>May the Lord bless and keep us in his love, </a:t>
            </a:r>
          </a:p>
          <a:p>
            <a:r>
              <a:rPr lang="en-US" dirty="0"/>
              <a:t>May the Lord make his face to shine on us.</a:t>
            </a:r>
          </a:p>
          <a:p>
            <a:r>
              <a:rPr lang="en-US" dirty="0"/>
              <a:t>May he be gracious to us, </a:t>
            </a:r>
          </a:p>
          <a:p>
            <a:r>
              <a:rPr lang="en-US" dirty="0"/>
              <a:t>lift his countenance upon us;</a:t>
            </a:r>
          </a:p>
          <a:p>
            <a:r>
              <a:rPr lang="en-US" dirty="0"/>
              <a:t>May God deign to give us all his peace and joy.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428976"/>
      </p:ext>
    </p:extLst>
  </p:cSld>
  <p:clrMapOvr>
    <a:masterClrMapping/>
  </p:clrMapOvr>
</p:sld>
</file>

<file path=ppt/slides/slide1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the Lord bless and keep us in his love,</a:t>
            </a:r>
          </a:p>
          <a:p>
            <a:r>
              <a:rPr lang="en-US" dirty="0"/>
              <a:t>May the Lord make his face to shine on us.</a:t>
            </a:r>
          </a:p>
          <a:p>
            <a:r>
              <a:rPr lang="en-US" dirty="0"/>
              <a:t>May he be gracious to us, </a:t>
            </a:r>
          </a:p>
          <a:p>
            <a:r>
              <a:rPr lang="en-US" dirty="0"/>
              <a:t>lift his countenance upon us;</a:t>
            </a:r>
          </a:p>
          <a:p>
            <a:r>
              <a:rPr lang="en-US" dirty="0"/>
              <a:t>May God deign to give us all his peace.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663656"/>
      </p:ext>
    </p:extLst>
  </p:cSld>
  <p:clrMapOvr>
    <a:masterClrMapping/>
  </p:clrMapOvr>
</p:sld>
</file>

<file path=ppt/slides/slide1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271 - May the peace of the Lord be with you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the peace of the Lord be with you, </a:t>
            </a:r>
          </a:p>
          <a:p>
            <a:r>
              <a:rPr lang="en-US" dirty="0"/>
              <a:t>With your friends and your family too.</a:t>
            </a:r>
          </a:p>
          <a:p>
            <a:r>
              <a:rPr lang="en-US" dirty="0"/>
              <a:t>Let it be, let it grow and everywhere you go,</a:t>
            </a:r>
          </a:p>
          <a:p>
            <a:r>
              <a:rPr lang="en-US" dirty="0"/>
              <a:t>May the peace of the Lord follow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870109"/>
      </p:ext>
    </p:extLst>
  </p:cSld>
  <p:clrMapOvr>
    <a:masterClrMapping/>
  </p:clrMapOvr>
</p:sld>
</file>

<file path=ppt/slides/slide1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794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272 - Mercy Lord, we have sinned, </a:t>
            </a:r>
            <a:br>
              <a:rPr lang="en-US" dirty="0"/>
            </a:br>
            <a:r>
              <a:rPr lang="en-US" dirty="0"/>
              <a:t>listen to our plea,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93966"/>
            <a:ext cx="11753537" cy="4432663"/>
          </a:xfrm>
        </p:spPr>
        <p:txBody>
          <a:bodyPr/>
          <a:lstStyle/>
          <a:p>
            <a:r>
              <a:rPr lang="en-US" dirty="0"/>
              <a:t>Mercy Lord, we have sinned, listen to our plea,</a:t>
            </a:r>
          </a:p>
          <a:p>
            <a:r>
              <a:rPr lang="en-US" dirty="0"/>
              <a:t>Mercy Lord, we have sinned, answer now our prayer.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730678"/>
      </p:ext>
    </p:extLst>
  </p:cSld>
  <p:clrMapOvr>
    <a:masterClrMapping/>
  </p:clrMapOvr>
</p:sld>
</file>

<file path=ppt/slides/slide1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have turned from the poor, </a:t>
            </a:r>
          </a:p>
          <a:p>
            <a:r>
              <a:rPr lang="en-US" dirty="0"/>
              <a:t>let the hungry die. </a:t>
            </a:r>
          </a:p>
          <a:p>
            <a:r>
              <a:rPr lang="en-US" dirty="0"/>
              <a:t>We neglect the oppressed, we ignore their cry. </a:t>
            </a:r>
          </a:p>
          <a:p>
            <a:r>
              <a:rPr lang="en-US" dirty="0"/>
              <a:t>Now’s the time, now’s the day, </a:t>
            </a:r>
          </a:p>
          <a:p>
            <a:r>
              <a:rPr lang="en-US" dirty="0"/>
              <a:t>turn back to your God, </a:t>
            </a:r>
          </a:p>
          <a:p>
            <a:r>
              <a:rPr lang="en-US" dirty="0"/>
              <a:t>Tear your hearts, cry to Him: </a:t>
            </a:r>
          </a:p>
          <a:p>
            <a:r>
              <a:rPr lang="en-US" dirty="0"/>
              <a:t>Spare your people, Lord!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27870"/>
      </p:ext>
    </p:extLst>
  </p:cSld>
  <p:clrMapOvr>
    <a:masterClrMapping/>
  </p:clrMapOvr>
</p:sld>
</file>

<file path=ppt/slides/slide1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Mercy Lord, we have sinned, listen to our plea,</a:t>
            </a:r>
          </a:p>
          <a:p>
            <a:r>
              <a:rPr lang="en-US" dirty="0"/>
              <a:t>Mercy Lord, we have sinned, answer now our prayer.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246973"/>
      </p:ext>
    </p:extLst>
  </p:cSld>
  <p:clrMapOvr>
    <a:masterClrMapping/>
  </p:clrMapOvr>
</p:sld>
</file>

<file path=ppt/slides/slide1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confess, we detest our disunity. </a:t>
            </a:r>
          </a:p>
          <a:p>
            <a:r>
              <a:rPr lang="en-US" dirty="0"/>
              <a:t>We have lived for ourselves, failed in charity.</a:t>
            </a:r>
          </a:p>
          <a:p>
            <a:r>
              <a:rPr lang="en-US" dirty="0"/>
              <a:t>Banish, Lord, </a:t>
            </a:r>
          </a:p>
          <a:p>
            <a:r>
              <a:rPr lang="en-US" dirty="0"/>
              <a:t>from our hearts bitterness and pain. </a:t>
            </a:r>
          </a:p>
          <a:p>
            <a:r>
              <a:rPr lang="en-US" dirty="0"/>
              <a:t>Cleanse us, Lord, heal our lives </a:t>
            </a:r>
          </a:p>
          <a:p>
            <a:r>
              <a:rPr lang="en-US" dirty="0"/>
              <a:t>with your Spirit’s flame.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644283"/>
      </p:ext>
    </p:extLst>
  </p:cSld>
  <p:clrMapOvr>
    <a:masterClrMapping/>
  </p:clrMapOvr>
</p:sld>
</file>

<file path=ppt/slides/slide1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Mercy Lord, we have sinned, listen to our plea,</a:t>
            </a:r>
          </a:p>
          <a:p>
            <a:r>
              <a:rPr lang="en-US" dirty="0"/>
              <a:t>Mercy Lord, we have sinned, answer now our prayer.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396764"/>
      </p:ext>
    </p:extLst>
  </p:cSld>
  <p:clrMapOvr>
    <a:masterClrMapping/>
  </p:clrMapOvr>
</p:sld>
</file>

<file path=ppt/slides/slide1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273 - Morning has broken like the first morning,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19794"/>
            <a:ext cx="11753537" cy="4334691"/>
          </a:xfrm>
        </p:spPr>
        <p:txBody>
          <a:bodyPr/>
          <a:lstStyle/>
          <a:p>
            <a:r>
              <a:rPr lang="en-US" dirty="0"/>
              <a:t>Morning has broken like the first morning, </a:t>
            </a:r>
          </a:p>
          <a:p>
            <a:r>
              <a:rPr lang="en-US" dirty="0"/>
              <a:t>Blackbird has spoken like the first bird.</a:t>
            </a:r>
          </a:p>
          <a:p>
            <a:r>
              <a:rPr lang="en-US" dirty="0"/>
              <a:t>Praise for the singing, praise for the morning,</a:t>
            </a:r>
          </a:p>
          <a:p>
            <a:r>
              <a:rPr lang="en-US" dirty="0"/>
              <a:t>Praise for them springing fresh from the 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756942"/>
      </p:ext>
    </p:extLst>
  </p:cSld>
  <p:clrMapOvr>
    <a:masterClrMapping/>
  </p:clrMapOvr>
</p:sld>
</file>

<file path=ppt/slides/slide1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Mine is the sunlight, mine is the morning,</a:t>
            </a:r>
          </a:p>
          <a:p>
            <a:r>
              <a:rPr lang="en-US" dirty="0"/>
              <a:t>Born of the one light Eden saw play!</a:t>
            </a:r>
          </a:p>
          <a:p>
            <a:r>
              <a:rPr lang="en-US" dirty="0"/>
              <a:t>Praise with elation,  praise every morning</a:t>
            </a:r>
          </a:p>
          <a:p>
            <a:r>
              <a:rPr lang="en-US" dirty="0"/>
              <a:t>God’s re-recreation of a new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739503"/>
      </p:ext>
    </p:extLst>
  </p:cSld>
  <p:clrMapOvr>
    <a:masterClrMapping/>
  </p:clrMapOvr>
</p:sld>
</file>

<file path=ppt/slides/slide1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274 - Mother dear, O pray for me,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Mother dear, O pray for me, </a:t>
            </a:r>
          </a:p>
          <a:p>
            <a:r>
              <a:rPr lang="en-US" dirty="0"/>
              <a:t>whilst far from heaven and thee, </a:t>
            </a:r>
          </a:p>
          <a:p>
            <a:r>
              <a:rPr lang="en-US" dirty="0"/>
              <a:t>I wander in a fragile bark, </a:t>
            </a:r>
          </a:p>
          <a:p>
            <a:r>
              <a:rPr lang="en-US" dirty="0"/>
              <a:t>over life’s tempestuous sea. </a:t>
            </a:r>
          </a:p>
          <a:p>
            <a:r>
              <a:rPr lang="en-US" dirty="0"/>
              <a:t>O Virgin Mother, from thy throne, </a:t>
            </a:r>
          </a:p>
          <a:p>
            <a:r>
              <a:rPr lang="en-US" dirty="0"/>
              <a:t>so bright in bliss above, </a:t>
            </a:r>
          </a:p>
          <a:p>
            <a:r>
              <a:rPr lang="en-US" dirty="0"/>
              <a:t>Protect thy child and cheer my path, </a:t>
            </a:r>
          </a:p>
          <a:p>
            <a:r>
              <a:rPr lang="en-US" dirty="0"/>
              <a:t>with thy sweet smile of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323254"/>
      </p:ext>
    </p:extLst>
  </p:cSld>
  <p:clrMapOvr>
    <a:masterClrMapping/>
  </p:clrMapOvr>
</p:sld>
</file>

<file path=ppt/slides/slide1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dear, Oh pray for me, </a:t>
            </a:r>
          </a:p>
          <a:p>
            <a:r>
              <a:rPr lang="en-US" dirty="0"/>
              <a:t>And never cease thy care, </a:t>
            </a:r>
          </a:p>
          <a:p>
            <a:r>
              <a:rPr lang="en-US" dirty="0"/>
              <a:t>Till in heaven eternally, </a:t>
            </a:r>
          </a:p>
          <a:p>
            <a:r>
              <a:rPr lang="en-US" dirty="0"/>
              <a:t>Thy love and bliss I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368604"/>
      </p:ext>
    </p:extLst>
  </p:cSld>
  <p:clrMapOvr>
    <a:masterClrMapping/>
  </p:clrMapOvr>
</p:sld>
</file>

<file path=ppt/slides/slide1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Mother dear, Oh pray for me, </a:t>
            </a:r>
          </a:p>
          <a:p>
            <a:r>
              <a:rPr lang="en-US" dirty="0"/>
              <a:t>should pleasure’s siren lay, </a:t>
            </a:r>
          </a:p>
          <a:p>
            <a:r>
              <a:rPr lang="en-US" dirty="0"/>
              <a:t>Ever tempt thy child to wander far, </a:t>
            </a:r>
          </a:p>
          <a:p>
            <a:r>
              <a:rPr lang="en-US" dirty="0"/>
              <a:t>from virtue’s path away. </a:t>
            </a:r>
          </a:p>
          <a:p>
            <a:r>
              <a:rPr lang="en-US" dirty="0"/>
              <a:t>When thorns beset life’s devious way, </a:t>
            </a:r>
          </a:p>
          <a:p>
            <a:r>
              <a:rPr lang="en-US" dirty="0"/>
              <a:t>and darkling waters flow, </a:t>
            </a:r>
          </a:p>
          <a:p>
            <a:r>
              <a:rPr lang="en-US" dirty="0"/>
              <a:t>Then Mary aid thy weeping child, </a:t>
            </a:r>
          </a:p>
          <a:p>
            <a:r>
              <a:rPr lang="en-US" dirty="0"/>
              <a:t>thyself a mother show.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17738"/>
      </p:ext>
    </p:extLst>
  </p:cSld>
  <p:clrMapOvr>
    <a:masterClrMapping/>
  </p:clrMapOvr>
</p:sld>
</file>

<file path=ppt/slides/slide1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dear, Oh pray for me, </a:t>
            </a:r>
          </a:p>
          <a:p>
            <a:r>
              <a:rPr lang="en-US" dirty="0"/>
              <a:t>And never cease thy care, </a:t>
            </a:r>
          </a:p>
          <a:p>
            <a:r>
              <a:rPr lang="en-US" dirty="0"/>
              <a:t>Till in heaven eternally, </a:t>
            </a:r>
          </a:p>
          <a:p>
            <a:r>
              <a:rPr lang="en-US" dirty="0"/>
              <a:t>Thy love and bliss I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435633"/>
      </p:ext>
    </p:extLst>
  </p:cSld>
  <p:clrMapOvr>
    <a:masterClrMapping/>
  </p:clrMapOvr>
</p:sld>
</file>

<file path=ppt/slides/slide1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275 - Mother dearest, mother fairest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dearest, mother fairest, </a:t>
            </a:r>
          </a:p>
          <a:p>
            <a:r>
              <a:rPr lang="en-US" dirty="0"/>
              <a:t>help of all who call on thee. </a:t>
            </a:r>
          </a:p>
          <a:p>
            <a:r>
              <a:rPr lang="en-US" dirty="0"/>
              <a:t>Virgin purest, brightest, rarest, </a:t>
            </a:r>
          </a:p>
          <a:p>
            <a:r>
              <a:rPr lang="en-US" dirty="0"/>
              <a:t>help us, help, we cry to thee.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316467"/>
      </p:ext>
    </p:extLst>
  </p:cSld>
  <p:clrMapOvr>
    <a:masterClrMapping/>
  </p:clrMapOvr>
</p:sld>
</file>

<file path=ppt/slides/slide1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us, help we pray, </a:t>
            </a:r>
          </a:p>
          <a:p>
            <a:r>
              <a:rPr lang="en-US" dirty="0"/>
              <a:t>Mary, help us, help we pray, </a:t>
            </a:r>
          </a:p>
          <a:p>
            <a:r>
              <a:rPr lang="en-US" dirty="0"/>
              <a:t>Help us in all care and sorrow, </a:t>
            </a:r>
          </a:p>
          <a:p>
            <a:r>
              <a:rPr lang="en-US" dirty="0"/>
              <a:t>Mary, help us, help we pray.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874406"/>
      </p:ext>
    </p:extLst>
  </p:cSld>
  <p:clrMapOvr>
    <a:masterClrMapping/>
  </p:clrMapOvr>
</p:sld>
</file>

<file path=ppt/slides/slide1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in pain and sorrow, </a:t>
            </a:r>
          </a:p>
          <a:p>
            <a:r>
              <a:rPr lang="en-US" dirty="0"/>
              <a:t>soothe those </a:t>
            </a:r>
            <a:r>
              <a:rPr lang="en-US" dirty="0" err="1"/>
              <a:t>rack’d</a:t>
            </a:r>
            <a:r>
              <a:rPr lang="en-US" dirty="0"/>
              <a:t> on bed of pain, </a:t>
            </a:r>
          </a:p>
          <a:p>
            <a:r>
              <a:rPr lang="en-US" dirty="0"/>
              <a:t>May the golden light of morrow, </a:t>
            </a:r>
          </a:p>
          <a:p>
            <a:r>
              <a:rPr lang="en-US" dirty="0"/>
              <a:t>bring them health and joy again.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174279"/>
      </p:ext>
    </p:extLst>
  </p:cSld>
  <p:clrMapOvr>
    <a:masterClrMapping/>
  </p:clrMapOvr>
</p:sld>
</file>

<file path=ppt/slides/slide1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us, help we pray, </a:t>
            </a:r>
          </a:p>
          <a:p>
            <a:r>
              <a:rPr lang="en-US" dirty="0"/>
              <a:t>Mary, help us, help we pray, </a:t>
            </a:r>
          </a:p>
          <a:p>
            <a:r>
              <a:rPr lang="en-US" dirty="0"/>
              <a:t>Help us in all care and sorrow, </a:t>
            </a:r>
          </a:p>
          <a:p>
            <a:r>
              <a:rPr lang="en-US" dirty="0"/>
              <a:t>Mary, help us, help we pray.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20203"/>
      </p:ext>
    </p:extLst>
  </p:cSld>
  <p:clrMapOvr>
    <a:masterClrMapping/>
  </p:clrMapOvr>
</p:sld>
</file>

<file path=ppt/slides/slide1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our priests, our sisters lowly, </a:t>
            </a:r>
          </a:p>
          <a:p>
            <a:r>
              <a:rPr lang="en-US" dirty="0"/>
              <a:t>help our Pope, long may he reign, </a:t>
            </a:r>
          </a:p>
          <a:p>
            <a:r>
              <a:rPr lang="en-US" dirty="0"/>
              <a:t>Pray that we who sing their praises, </a:t>
            </a:r>
          </a:p>
          <a:p>
            <a:r>
              <a:rPr lang="en-US" dirty="0"/>
              <a:t>may in </a:t>
            </a:r>
            <a:r>
              <a:rPr lang="en-US" dirty="0" err="1"/>
              <a:t>heav’n</a:t>
            </a:r>
            <a:r>
              <a:rPr lang="en-US" dirty="0"/>
              <a:t> all meet again.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007661"/>
      </p:ext>
    </p:extLst>
  </p:cSld>
  <p:clrMapOvr>
    <a:masterClrMapping/>
  </p:clrMapOvr>
</p:sld>
</file>

<file path=ppt/slides/slide1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us, help we pray, </a:t>
            </a:r>
          </a:p>
          <a:p>
            <a:r>
              <a:rPr lang="en-US" dirty="0"/>
              <a:t>Mary, help us, help we pray, </a:t>
            </a:r>
          </a:p>
          <a:p>
            <a:r>
              <a:rPr lang="en-US" dirty="0"/>
              <a:t>Help us in all care and sorrow, </a:t>
            </a:r>
          </a:p>
          <a:p>
            <a:r>
              <a:rPr lang="en-US" dirty="0"/>
              <a:t>Mary, help us, help we pray.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61190"/>
      </p:ext>
    </p:extLst>
  </p:cSld>
  <p:clrMapOvr>
    <a:masterClrMapping/>
  </p:clrMapOvr>
</p:sld>
</file>

<file path=ppt/slides/slide1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the absent loved ones, </a:t>
            </a:r>
          </a:p>
          <a:p>
            <a:r>
              <a:rPr lang="en-US" dirty="0"/>
              <a:t>how we miss their presence here, </a:t>
            </a:r>
          </a:p>
          <a:p>
            <a:r>
              <a:rPr lang="en-US" dirty="0"/>
              <a:t>May the hand of Thy protection, </a:t>
            </a:r>
          </a:p>
          <a:p>
            <a:r>
              <a:rPr lang="en-US" dirty="0"/>
              <a:t>guard and guide them far and near.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305905"/>
      </p:ext>
    </p:extLst>
  </p:cSld>
  <p:clrMapOvr>
    <a:masterClrMapping/>
  </p:clrMapOvr>
</p:sld>
</file>

<file path=ppt/slides/slide1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Mary, help us, help we pray, </a:t>
            </a:r>
          </a:p>
          <a:p>
            <a:r>
              <a:rPr lang="en-US" dirty="0"/>
              <a:t>Mary, help us, help we pray, </a:t>
            </a:r>
          </a:p>
          <a:p>
            <a:r>
              <a:rPr lang="en-US" dirty="0"/>
              <a:t>Help us in all care and sorrow, </a:t>
            </a:r>
          </a:p>
          <a:p>
            <a:r>
              <a:rPr lang="en-US" dirty="0"/>
              <a:t>Mary, help us, help we pray.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639263"/>
      </p:ext>
    </p:extLst>
  </p:cSld>
  <p:clrMapOvr>
    <a:masterClrMapping/>
  </p:clrMapOvr>
</p:sld>
</file>

<file path=ppt/slides/slide1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8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276 - Mother of God, plead with your Son,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of God, plead with your Son,</a:t>
            </a:r>
          </a:p>
          <a:p>
            <a:r>
              <a:rPr lang="en-US" dirty="0"/>
              <a:t>Pray for us sinners, Mary most pure.</a:t>
            </a:r>
          </a:p>
          <a:p>
            <a:endParaRPr lang="en-IN" dirty="0"/>
          </a:p>
          <a:p>
            <a:r>
              <a:rPr lang="en-US" dirty="0"/>
              <a:t>May God pour cleansing streams over us, </a:t>
            </a:r>
          </a:p>
          <a:p>
            <a:r>
              <a:rPr lang="en-US" dirty="0"/>
              <a:t>Washing our souls from every stain.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857334"/>
      </p:ext>
    </p:extLst>
  </p:cSld>
  <p:clrMapOvr>
    <a:masterClrMapping/>
  </p:clrMapOvr>
</p:sld>
</file>

<file path=ppt/slides/slide1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of God, plead with your Son,</a:t>
            </a:r>
          </a:p>
          <a:p>
            <a:r>
              <a:rPr lang="en-US" dirty="0"/>
              <a:t>Pray for us sinners, Mary most pure.</a:t>
            </a:r>
          </a:p>
          <a:p>
            <a:endParaRPr lang="en-US" dirty="0"/>
          </a:p>
          <a:p>
            <a:r>
              <a:rPr lang="en-US" dirty="0"/>
              <a:t>May he remove our stony hearts, </a:t>
            </a:r>
          </a:p>
          <a:p>
            <a:r>
              <a:rPr lang="en-US" dirty="0"/>
              <a:t>Give us a heart of flesh in its stead.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61013"/>
      </p:ext>
    </p:extLst>
  </p:cSld>
  <p:clrMapOvr>
    <a:masterClrMapping/>
  </p:clrMapOvr>
</p:sld>
</file>

<file path=ppt/slides/slide1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of God, plead with your Son,</a:t>
            </a:r>
          </a:p>
          <a:p>
            <a:r>
              <a:rPr lang="en-US" dirty="0"/>
              <a:t>Pray for us sinners, Mary most pure.</a:t>
            </a:r>
          </a:p>
          <a:p>
            <a:endParaRPr lang="en-US" dirty="0"/>
          </a:p>
          <a:p>
            <a:r>
              <a:rPr lang="en-US" dirty="0"/>
              <a:t>May he incline our minds to his voice, </a:t>
            </a:r>
          </a:p>
          <a:p>
            <a:r>
              <a:rPr lang="en-US" dirty="0"/>
              <a:t>That we may bend our hearts to his will.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066245"/>
      </p:ext>
    </p:extLst>
  </p:cSld>
  <p:clrMapOvr>
    <a:masterClrMapping/>
  </p:clrMapOvr>
</p:sld>
</file>

<file path=ppt/slides/slide1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of God, plead with your Son,</a:t>
            </a:r>
          </a:p>
          <a:p>
            <a:r>
              <a:rPr lang="en-US" dirty="0"/>
              <a:t>Pray for us sinners, Mary most pure.</a:t>
            </a:r>
          </a:p>
          <a:p>
            <a:endParaRPr lang="en-US" dirty="0"/>
          </a:p>
          <a:p>
            <a:r>
              <a:rPr lang="en-US" dirty="0"/>
              <a:t>May he renew the strength of the weak </a:t>
            </a:r>
          </a:p>
          <a:p>
            <a:r>
              <a:rPr lang="en-US" dirty="0"/>
              <a:t>And be the hope of wavering wills.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334492"/>
      </p:ext>
    </p:extLst>
  </p:cSld>
  <p:clrMapOvr>
    <a:masterClrMapping/>
  </p:clrMapOvr>
</p:sld>
</file>

<file path=ppt/slides/slide1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Mother of God, plead with your Son,</a:t>
            </a:r>
          </a:p>
          <a:p>
            <a:r>
              <a:rPr lang="en-US" dirty="0"/>
              <a:t>Pray for us sinners, Mary most pure.</a:t>
            </a:r>
          </a:p>
          <a:p>
            <a:endParaRPr lang="en-US" dirty="0"/>
          </a:p>
          <a:p>
            <a:r>
              <a:rPr lang="en-US" dirty="0"/>
              <a:t>That he may wipe away every tear </a:t>
            </a:r>
          </a:p>
          <a:p>
            <a:r>
              <a:rPr lang="en-US" dirty="0"/>
              <a:t>And make his light to shine on our face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037931"/>
      </p:ext>
    </p:extLst>
  </p:cSld>
  <p:clrMapOvr>
    <a:masterClrMapping/>
  </p:clrMapOvr>
</p:sld>
</file>

<file path=ppt/slides/slide1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277 - My beloved is mine and I am his,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beloved is mine and I am his,</a:t>
            </a:r>
          </a:p>
          <a:p>
            <a:r>
              <a:rPr lang="en-US" dirty="0"/>
              <a:t>See he pastures his flock among the flowers.</a:t>
            </a:r>
          </a:p>
          <a:p>
            <a:r>
              <a:rPr lang="en-US" dirty="0"/>
              <a:t>Let me see your face, let me hear your voice </a:t>
            </a:r>
          </a:p>
          <a:p>
            <a:r>
              <a:rPr lang="en-US" dirty="0"/>
              <a:t>As I sit in the shade of your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361"/>
      </p:ext>
    </p:extLst>
  </p:cSld>
  <p:clrMapOvr>
    <a:masterClrMapping/>
  </p:clrMapOvr>
</p:sld>
</file>

<file path=ppt/slides/slide1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2" y="1097280"/>
            <a:ext cx="12014791" cy="5548069"/>
          </a:xfrm>
        </p:spPr>
        <p:txBody>
          <a:bodyPr/>
          <a:lstStyle/>
          <a:p>
            <a:r>
              <a:rPr lang="en-US" dirty="0"/>
              <a:t>My beloved comes leaping over the mountains, </a:t>
            </a:r>
          </a:p>
          <a:p>
            <a:r>
              <a:rPr lang="en-US" dirty="0"/>
              <a:t>My beloved comes bounding over the hills.</a:t>
            </a:r>
          </a:p>
          <a:p>
            <a:r>
              <a:rPr lang="en-US" dirty="0"/>
              <a:t>Winter is over and the rains have gone:</a:t>
            </a:r>
          </a:p>
          <a:p>
            <a:r>
              <a:rPr lang="en-US" dirty="0"/>
              <a:t>Flowers have appeared upon the earth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914868"/>
      </p:ext>
    </p:extLst>
  </p:cSld>
  <p:clrMapOvr>
    <a:masterClrMapping/>
  </p:clrMapOvr>
</p:sld>
</file>

<file path=ppt/slides/slide1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comely, my love, and beautiful, </a:t>
            </a:r>
          </a:p>
          <a:p>
            <a:r>
              <a:rPr lang="en-US" dirty="0"/>
              <a:t>You are fair and there is no flaw in you!</a:t>
            </a:r>
          </a:p>
          <a:p>
            <a:r>
              <a:rPr lang="en-US" dirty="0"/>
              <a:t>You have ravished my heart </a:t>
            </a:r>
          </a:p>
          <a:p>
            <a:r>
              <a:rPr lang="en-US" dirty="0"/>
              <a:t>With a glance of your eyes,</a:t>
            </a:r>
          </a:p>
          <a:p>
            <a:r>
              <a:rPr lang="en-US" dirty="0"/>
              <a:t>How much better your love than wine.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36548"/>
      </p:ext>
    </p:extLst>
  </p:cSld>
  <p:clrMapOvr>
    <a:masterClrMapping/>
  </p:clrMapOvr>
</p:sld>
</file>

<file path=ppt/slides/slide1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me be as a seal upon your arm,</a:t>
            </a:r>
          </a:p>
          <a:p>
            <a:r>
              <a:rPr lang="en-US" dirty="0"/>
              <a:t>Set me there as a seal upon your heart!</a:t>
            </a:r>
          </a:p>
          <a:p>
            <a:r>
              <a:rPr lang="en-US" dirty="0"/>
              <a:t>Though the waters should flood, </a:t>
            </a:r>
          </a:p>
          <a:p>
            <a:r>
              <a:rPr lang="en-US" dirty="0"/>
              <a:t>Love can never be quenched </a:t>
            </a:r>
          </a:p>
          <a:p>
            <a:r>
              <a:rPr lang="en-US" dirty="0"/>
              <a:t>How much stronger than death your love!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1199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18165"/>
      </p:ext>
    </p:extLst>
  </p:cSld>
  <p:clrMapOvr>
    <a:masterClrMapping/>
  </p:clrMapOvr>
</p:sld>
</file>

<file path=ppt/slides/slide1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278 - My heart’s like a flute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2" y="1097280"/>
            <a:ext cx="11988285" cy="5548069"/>
          </a:xfrm>
        </p:spPr>
        <p:txBody>
          <a:bodyPr/>
          <a:lstStyle/>
          <a:p>
            <a:r>
              <a:rPr lang="en-US" dirty="0"/>
              <a:t>My heart’s like a flute and I want to play all day.</a:t>
            </a:r>
          </a:p>
          <a:p>
            <a:r>
              <a:rPr lang="en-US" dirty="0"/>
              <a:t>Jesus Christ is my music master. </a:t>
            </a:r>
          </a:p>
          <a:p>
            <a:r>
              <a:rPr lang="en-US" dirty="0"/>
              <a:t>Deep from my heart flows a simple melody: </a:t>
            </a:r>
          </a:p>
          <a:p>
            <a:r>
              <a:rPr lang="en-US" dirty="0"/>
              <a:t>Great is his love, love without end!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625046"/>
      </p:ext>
    </p:extLst>
  </p:cSld>
  <p:clrMapOvr>
    <a:masterClrMapping/>
  </p:clrMapOvr>
</p:sld>
</file>

<file path=ppt/slides/slide1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I met the Lord on the way: </a:t>
            </a:r>
          </a:p>
          <a:p>
            <a:r>
              <a:rPr lang="en-US" dirty="0"/>
              <a:t>Deep was his gaze, kind was his smile, </a:t>
            </a:r>
          </a:p>
          <a:p>
            <a:r>
              <a:rPr lang="en-US" dirty="0"/>
              <a:t>True were his words, gentle his touch.</a:t>
            </a:r>
          </a:p>
          <a:p>
            <a:r>
              <a:rPr lang="en-US" dirty="0"/>
              <a:t>He brought me peace and freedom.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434750"/>
      </p:ext>
    </p:extLst>
  </p:cSld>
  <p:clrMapOvr>
    <a:masterClrMapping/>
  </p:clrMapOvr>
</p:sld>
</file>

<file path=ppt/slides/slide1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heart’s like a flute and I want to play all day.</a:t>
            </a:r>
          </a:p>
          <a:p>
            <a:r>
              <a:rPr lang="en-US" dirty="0"/>
              <a:t>Jesus Christ is my music master. </a:t>
            </a:r>
          </a:p>
          <a:p>
            <a:r>
              <a:rPr lang="en-US" dirty="0"/>
              <a:t>Deep from my heart flows a simple melody: </a:t>
            </a:r>
          </a:p>
          <a:p>
            <a:r>
              <a:rPr lang="en-US" dirty="0"/>
              <a:t>Great is his love, love without end! - 2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319255"/>
      </p:ext>
    </p:extLst>
  </p:cSld>
  <p:clrMapOvr>
    <a:masterClrMapping/>
  </p:clrMapOvr>
</p:sld>
</file>

<file path=ppt/slides/slide1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He’s my shepherd, He is my guide. </a:t>
            </a:r>
          </a:p>
          <a:p>
            <a:r>
              <a:rPr lang="en-US" dirty="0"/>
              <a:t>Dark be the night, Christ is my light.</a:t>
            </a:r>
          </a:p>
          <a:p>
            <a:r>
              <a:rPr lang="en-US" dirty="0"/>
              <a:t>Nothing I fear, Jesus is near:</a:t>
            </a:r>
          </a:p>
          <a:p>
            <a:r>
              <a:rPr lang="en-US" dirty="0"/>
              <a:t>He leads me to the Kingdom.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311631"/>
      </p:ext>
    </p:extLst>
  </p:cSld>
  <p:clrMapOvr>
    <a:masterClrMapping/>
  </p:clrMapOvr>
</p:sld>
</file>

<file path=ppt/slides/slide1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heart’s like a flute and I want to play all day.</a:t>
            </a:r>
          </a:p>
          <a:p>
            <a:r>
              <a:rPr lang="en-US" dirty="0"/>
              <a:t>Jesus Christ is my music master. </a:t>
            </a:r>
          </a:p>
          <a:p>
            <a:r>
              <a:rPr lang="en-US" dirty="0"/>
              <a:t>Deep from my heart flows a simple melody: </a:t>
            </a:r>
          </a:p>
          <a:p>
            <a:r>
              <a:rPr lang="en-US" dirty="0"/>
              <a:t>Great is his love, love without end! - 2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089396"/>
      </p:ext>
    </p:extLst>
  </p:cSld>
  <p:clrMapOvr>
    <a:masterClrMapping/>
  </p:clrMapOvr>
</p:sld>
</file>

<file path=ppt/slides/slide1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Towards the land of promise we walk, </a:t>
            </a:r>
          </a:p>
          <a:p>
            <a:r>
              <a:rPr lang="en-US" dirty="0"/>
              <a:t>There to find peace, there to find joy, </a:t>
            </a:r>
          </a:p>
          <a:p>
            <a:r>
              <a:rPr lang="en-US" dirty="0"/>
              <a:t>There to find love: God has prepared 	</a:t>
            </a:r>
          </a:p>
          <a:p>
            <a:r>
              <a:rPr lang="en-US" dirty="0"/>
              <a:t>A banquet for his people.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523067"/>
      </p:ext>
    </p:extLst>
  </p:cSld>
  <p:clrMapOvr>
    <a:masterClrMapping/>
  </p:clrMapOvr>
</p:sld>
</file>

<file path=ppt/slides/slide1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heart’s like a flute and I want to play all day.</a:t>
            </a:r>
          </a:p>
          <a:p>
            <a:r>
              <a:rPr lang="en-US" dirty="0"/>
              <a:t>Jesus Christ is my music master. </a:t>
            </a:r>
          </a:p>
          <a:p>
            <a:r>
              <a:rPr lang="en-US" dirty="0"/>
              <a:t>Deep from my heart flows a simple melody: </a:t>
            </a:r>
          </a:p>
          <a:p>
            <a:r>
              <a:rPr lang="en-US" dirty="0"/>
              <a:t>Great is his love, love without end! - 2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793663"/>
      </p:ext>
    </p:extLst>
  </p:cSld>
  <p:clrMapOvr>
    <a:masterClrMapping/>
  </p:clrMapOvr>
</p:sld>
</file>

<file path=ppt/slides/slide1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1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279 - My peace I leave with you, </a:t>
            </a:r>
            <a:br>
              <a:rPr lang="en-US" dirty="0"/>
            </a:br>
            <a:r>
              <a:rPr lang="en-US" dirty="0"/>
              <a:t>my peace I give,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74222"/>
            <a:ext cx="11753537" cy="4737463"/>
          </a:xfrm>
        </p:spPr>
        <p:txBody>
          <a:bodyPr/>
          <a:lstStyle/>
          <a:p>
            <a:r>
              <a:rPr lang="en-US" dirty="0"/>
              <a:t>My peace I leave with you, my peace I give,</a:t>
            </a:r>
          </a:p>
          <a:p>
            <a:r>
              <a:rPr lang="en-US" dirty="0"/>
              <a:t>Peace that the world can’t bring, I give to you.</a:t>
            </a:r>
          </a:p>
          <a:p>
            <a:endParaRPr lang="en-IN" sz="2000" dirty="0"/>
          </a:p>
          <a:p>
            <a:r>
              <a:rPr lang="en-US" dirty="0"/>
              <a:t>You must abide in me and I in you,</a:t>
            </a:r>
          </a:p>
          <a:p>
            <a:r>
              <a:rPr lang="en-US" dirty="0"/>
              <a:t>For if we live apart, you can’t bear fruit.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477150"/>
      </p:ext>
    </p:extLst>
  </p:cSld>
  <p:clrMapOvr>
    <a:masterClrMapping/>
  </p:clrMapOvr>
</p:sld>
</file>

<file path=ppt/slides/slide1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 not your hearts be sad, nor be afraid:</a:t>
            </a:r>
          </a:p>
          <a:p>
            <a:r>
              <a:rPr lang="en-US" dirty="0"/>
              <a:t>The light is with you now, walk in the light.</a:t>
            </a:r>
          </a:p>
          <a:p>
            <a:endParaRPr lang="en-IN" sz="2200" dirty="0"/>
          </a:p>
          <a:p>
            <a:r>
              <a:rPr lang="en-US" dirty="0"/>
              <a:t>Now if a grain of wheat falls to the earth,</a:t>
            </a:r>
          </a:p>
          <a:p>
            <a:r>
              <a:rPr lang="en-US" dirty="0"/>
              <a:t>It would spring up again and bear new life.</a:t>
            </a:r>
          </a:p>
          <a:p>
            <a:endParaRPr lang="en-US" sz="2200" dirty="0"/>
          </a:p>
          <a:p>
            <a:r>
              <a:rPr lang="en-US" dirty="0"/>
              <a:t>And when the Spirit comes, he’ll strengthen you;</a:t>
            </a:r>
          </a:p>
          <a:p>
            <a:r>
              <a:rPr lang="en-US" dirty="0"/>
              <a:t>You’ll be my witnesses through all the earth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366677"/>
      </p:ext>
    </p:extLst>
  </p:cSld>
  <p:clrMapOvr>
    <a:masterClrMapping/>
  </p:clrMapOvr>
</p:sld>
</file>

<file path=ppt/slides/slide1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280 - My people what have I done to you?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people what have I done to you?</a:t>
            </a:r>
          </a:p>
          <a:p>
            <a:r>
              <a:rPr lang="en-US" dirty="0"/>
              <a:t>How have I offended you? Answer me!</a:t>
            </a:r>
          </a:p>
          <a:p>
            <a:endParaRPr lang="en-IN" sz="2000" dirty="0"/>
          </a:p>
          <a:p>
            <a:r>
              <a:rPr lang="en-US" dirty="0"/>
              <a:t>R 2:	Holy God, Mighty God, </a:t>
            </a:r>
          </a:p>
          <a:p>
            <a:r>
              <a:rPr lang="en-US" dirty="0"/>
              <a:t>	Holy Immortal </a:t>
            </a:r>
            <a:r>
              <a:rPr lang="en-US" dirty="0" err="1"/>
              <a:t>One,have</a:t>
            </a:r>
            <a:r>
              <a:rPr lang="en-US" dirty="0"/>
              <a:t> mercy.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844234"/>
      </p:ext>
    </p:extLst>
  </p:cSld>
  <p:clrMapOvr>
    <a:masterClrMapping/>
  </p:clrMapOvr>
</p:sld>
</file>

<file path=ppt/slides/slide1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I who brought you out </a:t>
            </a:r>
          </a:p>
          <a:p>
            <a:r>
              <a:rPr lang="en-US" dirty="0"/>
              <a:t>of the land of Egypt,</a:t>
            </a:r>
          </a:p>
          <a:p>
            <a:r>
              <a:rPr lang="en-US" dirty="0"/>
              <a:t>And you have prepared a cross </a:t>
            </a:r>
          </a:p>
          <a:p>
            <a:r>
              <a:rPr lang="en-US" dirty="0"/>
              <a:t>for your </a:t>
            </a:r>
            <a:r>
              <a:rPr lang="en-US" dirty="0" err="1"/>
              <a:t>Saviour</a:t>
            </a:r>
            <a:r>
              <a:rPr lang="en-US" dirty="0"/>
              <a:t>.</a:t>
            </a:r>
          </a:p>
          <a:p>
            <a:r>
              <a:rPr lang="en-US" dirty="0"/>
              <a:t>My people what have I done to you?</a:t>
            </a:r>
          </a:p>
          <a:p>
            <a:r>
              <a:rPr lang="en-US" dirty="0"/>
              <a:t>How have I offended you? Answer 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357426"/>
      </p:ext>
    </p:extLst>
  </p:cSld>
  <p:clrMapOvr>
    <a:masterClrMapping/>
  </p:clrMapOvr>
</p:sld>
</file>

<file path=ppt/slides/slide1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I  who opened the sea before you,</a:t>
            </a:r>
          </a:p>
          <a:p>
            <a:r>
              <a:rPr lang="en-US" dirty="0"/>
              <a:t>And with a spear, my side you have opened.</a:t>
            </a:r>
          </a:p>
          <a:p>
            <a:r>
              <a:rPr lang="en-US" dirty="0"/>
              <a:t>Holy God, Mighty God, </a:t>
            </a:r>
          </a:p>
          <a:p>
            <a:r>
              <a:rPr lang="en-US" dirty="0"/>
              <a:t>Holy Immortal One, have mercy.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423223"/>
      </p:ext>
    </p:extLst>
  </p:cSld>
  <p:clrMapOvr>
    <a:masterClrMapping/>
  </p:clrMapOvr>
</p:sld>
</file>

<file path=ppt/slides/slide1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more ought I have done for you than I have done? </a:t>
            </a:r>
          </a:p>
          <a:p>
            <a:r>
              <a:rPr lang="en-US" dirty="0"/>
              <a:t>I have planted you as my beautiful Vine </a:t>
            </a:r>
          </a:p>
          <a:p>
            <a:r>
              <a:rPr lang="en-US" dirty="0"/>
              <a:t>And you have become to me exceedingly bitter.</a:t>
            </a:r>
          </a:p>
          <a:p>
            <a:r>
              <a:rPr lang="en-US" dirty="0"/>
              <a:t>My people what have I done to you?</a:t>
            </a:r>
          </a:p>
          <a:p>
            <a:r>
              <a:rPr lang="en-US" dirty="0"/>
              <a:t>How have I offended you? Answer me!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328643"/>
      </p:ext>
    </p:extLst>
  </p:cSld>
  <p:clrMapOvr>
    <a:masterClrMapping/>
  </p:clrMapOvr>
</p:sld>
</file>

<file path=ppt/slides/slide1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I who drew water from the rock </a:t>
            </a:r>
          </a:p>
          <a:p>
            <a:r>
              <a:rPr lang="en-US" dirty="0"/>
              <a:t>for you to drink </a:t>
            </a:r>
          </a:p>
          <a:p>
            <a:r>
              <a:rPr lang="en-US" dirty="0"/>
              <a:t>And in my thirst you gave me vinegar. </a:t>
            </a:r>
          </a:p>
          <a:p>
            <a:r>
              <a:rPr lang="en-US" dirty="0"/>
              <a:t>Holy God, Mighty God, </a:t>
            </a:r>
          </a:p>
          <a:p>
            <a:r>
              <a:rPr lang="en-US" dirty="0"/>
              <a:t>Holy Immortal One, have mercy.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469865"/>
      </p:ext>
    </p:extLst>
  </p:cSld>
  <p:clrMapOvr>
    <a:masterClrMapping/>
  </p:clrMapOvr>
</p:sld>
</file>

<file path=ppt/slides/slide1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 I who gave you a royal scepter </a:t>
            </a:r>
          </a:p>
          <a:p>
            <a:r>
              <a:rPr lang="en-US" dirty="0"/>
              <a:t>And you have put on my head a crown of thorns. </a:t>
            </a:r>
          </a:p>
          <a:p>
            <a:r>
              <a:rPr lang="en-US" dirty="0"/>
              <a:t>My people what have I done to you?</a:t>
            </a:r>
          </a:p>
          <a:p>
            <a:r>
              <a:rPr lang="en-US" dirty="0"/>
              <a:t>How have I offended you? Answer me!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8952"/>
      </p:ext>
    </p:extLst>
  </p:cSld>
  <p:clrMapOvr>
    <a:masterClrMapping/>
  </p:clrMapOvr>
</p:sld>
</file>

<file path=ppt/slides/slide1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281 - My people what have I done to you?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people what have I done to you?</a:t>
            </a:r>
          </a:p>
          <a:p>
            <a:r>
              <a:rPr lang="en-US" dirty="0"/>
              <a:t>O how have I offended you? </a:t>
            </a:r>
          </a:p>
          <a:p>
            <a:r>
              <a:rPr lang="en-US" dirty="0"/>
              <a:t>I led you out of Egypt,</a:t>
            </a:r>
          </a:p>
          <a:p>
            <a:r>
              <a:rPr lang="en-US" dirty="0"/>
              <a:t>But you led your </a:t>
            </a:r>
            <a:r>
              <a:rPr lang="en-US" dirty="0" err="1"/>
              <a:t>Saviour</a:t>
            </a:r>
            <a:r>
              <a:rPr lang="en-US" dirty="0"/>
              <a:t> to the cross.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506166"/>
      </p:ext>
    </p:extLst>
  </p:cSld>
  <p:clrMapOvr>
    <a:masterClrMapping/>
  </p:clrMapOvr>
</p:sld>
</file>

<file path=ppt/slides/slide1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people what have I done to you?</a:t>
            </a:r>
          </a:p>
          <a:p>
            <a:r>
              <a:rPr lang="en-US" dirty="0"/>
              <a:t>O how have I offended you? </a:t>
            </a:r>
          </a:p>
          <a:p>
            <a:r>
              <a:rPr lang="en-US" dirty="0"/>
              <a:t>I planted you as my fairest vine,</a:t>
            </a:r>
          </a:p>
          <a:p>
            <a:r>
              <a:rPr lang="en-US" dirty="0"/>
              <a:t>But you gave me only your bitterness to drink.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71968"/>
      </p:ext>
    </p:extLst>
  </p:cSld>
  <p:clrMapOvr>
    <a:masterClrMapping/>
  </p:clrMapOvr>
</p:sld>
</file>

<file path=ppt/slides/slide1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people what have I done to you?</a:t>
            </a:r>
          </a:p>
          <a:p>
            <a:r>
              <a:rPr lang="en-US" dirty="0"/>
              <a:t>O how have I offended you? </a:t>
            </a:r>
          </a:p>
          <a:p>
            <a:r>
              <a:rPr lang="en-US" dirty="0"/>
              <a:t>I opened the sea before you,</a:t>
            </a:r>
          </a:p>
          <a:p>
            <a:r>
              <a:rPr lang="en-US" dirty="0"/>
              <a:t>You opened my side, my heart with a spear.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402816"/>
      </p:ext>
    </p:extLst>
  </p:cSld>
  <p:clrMapOvr>
    <a:masterClrMapping/>
  </p:clrMapOvr>
</p:sld>
</file>

<file path=ppt/slides/slide1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30" y="33773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282 - Nearer my God to thee, nearer to thee,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Nearer my God to thee, nearer to thee, </a:t>
            </a:r>
          </a:p>
          <a:p>
            <a:r>
              <a:rPr lang="en-US" dirty="0" err="1"/>
              <a:t>E’en</a:t>
            </a:r>
            <a:r>
              <a:rPr lang="en-US" dirty="0"/>
              <a:t> though it be a cross that </a:t>
            </a:r>
            <a:r>
              <a:rPr lang="en-US" dirty="0" err="1"/>
              <a:t>raiseth</a:t>
            </a:r>
            <a:r>
              <a:rPr lang="en-US" dirty="0"/>
              <a:t> me. </a:t>
            </a:r>
          </a:p>
          <a:p>
            <a:r>
              <a:rPr lang="en-US" dirty="0"/>
              <a:t>Still all my song shall be: </a:t>
            </a:r>
          </a:p>
          <a:p>
            <a:r>
              <a:rPr lang="en-US" dirty="0"/>
              <a:t>nearer my God to thee. </a:t>
            </a:r>
          </a:p>
          <a:p>
            <a:r>
              <a:rPr lang="en-US" dirty="0"/>
              <a:t>Nearer my God to thee, nearer to thee.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553940"/>
      </p:ext>
    </p:extLst>
  </p:cSld>
  <p:clrMapOvr>
    <a:masterClrMapping/>
  </p:clrMapOvr>
</p:sld>
</file>

<file path=ppt/slides/slide1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in thy Sacred Heart, let me abide, </a:t>
            </a:r>
          </a:p>
          <a:p>
            <a:r>
              <a:rPr lang="en-US" dirty="0"/>
              <a:t>Thou who hast bled for me, </a:t>
            </a:r>
          </a:p>
          <a:p>
            <a:r>
              <a:rPr lang="en-US" dirty="0"/>
              <a:t>sorrowed and died. </a:t>
            </a:r>
          </a:p>
          <a:p>
            <a:r>
              <a:rPr lang="en-US" dirty="0"/>
              <a:t>Sweet shall my weeping be, </a:t>
            </a:r>
          </a:p>
          <a:p>
            <a:r>
              <a:rPr lang="en-US" dirty="0"/>
              <a:t>grief surely leading me, </a:t>
            </a:r>
          </a:p>
          <a:p>
            <a:r>
              <a:rPr lang="en-US" dirty="0"/>
              <a:t>Nearer my God to thee, nearer to thee.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313512"/>
      </p:ext>
    </p:extLst>
  </p:cSld>
  <p:clrMapOvr>
    <a:masterClrMapping/>
  </p:clrMapOvr>
</p:sld>
</file>

<file path=ppt/slides/slide1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4" y="52279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283 - New life, new life, You came to bring us new life!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2098764"/>
            <a:ext cx="11753537" cy="4410891"/>
          </a:xfrm>
        </p:spPr>
        <p:txBody>
          <a:bodyPr/>
          <a:lstStyle/>
          <a:p>
            <a:r>
              <a:rPr lang="en-US" dirty="0"/>
              <a:t>New life, new life, </a:t>
            </a:r>
          </a:p>
          <a:p>
            <a:r>
              <a:rPr lang="en-US" dirty="0"/>
              <a:t>You came to bring us new life!</a:t>
            </a:r>
          </a:p>
          <a:p>
            <a:r>
              <a:rPr lang="en-US" dirty="0"/>
              <a:t>New life, new life, </a:t>
            </a:r>
          </a:p>
          <a:p>
            <a:r>
              <a:rPr lang="en-US" dirty="0"/>
              <a:t>we find such joy in your abundant life!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57244"/>
      </p:ext>
    </p:extLst>
  </p:cSld>
  <p:clrMapOvr>
    <a:masterClrMapping/>
  </p:clrMapOvr>
</p:sld>
</file>

<file path=ppt/slides/slide1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are the source of our great joy, </a:t>
            </a:r>
          </a:p>
          <a:p>
            <a:r>
              <a:rPr lang="en-US" dirty="0"/>
              <a:t>The fountain of all life.</a:t>
            </a:r>
          </a:p>
          <a:p>
            <a:r>
              <a:rPr lang="en-US" dirty="0"/>
              <a:t>You give us living water, </a:t>
            </a:r>
          </a:p>
          <a:p>
            <a:r>
              <a:rPr lang="en-US" dirty="0"/>
              <a:t>You bid us come and drink,</a:t>
            </a:r>
          </a:p>
          <a:p>
            <a:r>
              <a:rPr lang="en-US" dirty="0"/>
              <a:t>We come to you, we bless you, </a:t>
            </a:r>
          </a:p>
          <a:p>
            <a:r>
              <a:rPr lang="en-US" dirty="0"/>
              <a:t>Lord, we glorify your name,</a:t>
            </a:r>
          </a:p>
          <a:p>
            <a:r>
              <a:rPr lang="en-US" dirty="0"/>
              <a:t>We praise you, Lord, we worship you,</a:t>
            </a:r>
          </a:p>
          <a:p>
            <a:r>
              <a:rPr lang="en-US" dirty="0"/>
              <a:t>We thank you for your gift of new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957268"/>
      </p:ext>
    </p:extLst>
  </p:cSld>
  <p:clrMapOvr>
    <a:masterClrMapping/>
  </p:clrMapOvr>
</p:sld>
</file>

<file path=ppt/slides/slide1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life, new life, </a:t>
            </a:r>
          </a:p>
          <a:p>
            <a:r>
              <a:rPr lang="en-US" dirty="0"/>
              <a:t>You came to bring us new life!</a:t>
            </a:r>
          </a:p>
          <a:p>
            <a:r>
              <a:rPr lang="en-US" dirty="0"/>
              <a:t>New life, new life, </a:t>
            </a:r>
          </a:p>
          <a:p>
            <a:r>
              <a:rPr lang="en-US" dirty="0"/>
              <a:t>we find such joy in your abundant life!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198539"/>
      </p:ext>
    </p:extLst>
  </p:cSld>
  <p:clrMapOvr>
    <a:masterClrMapping/>
  </p:clrMapOvr>
</p:sld>
</file>

<file path=ppt/slides/slide1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are the source of our new life,</a:t>
            </a:r>
          </a:p>
          <a:p>
            <a:r>
              <a:rPr lang="en-US" dirty="0"/>
              <a:t>In your light we see light.</a:t>
            </a:r>
          </a:p>
          <a:p>
            <a:r>
              <a:rPr lang="en-US" dirty="0"/>
              <a:t>You show to us your goodness, </a:t>
            </a:r>
          </a:p>
          <a:p>
            <a:r>
              <a:rPr lang="en-US" dirty="0"/>
              <a:t>You bid us taste and see,</a:t>
            </a:r>
          </a:p>
          <a:p>
            <a:r>
              <a:rPr lang="en-US" dirty="0"/>
              <a:t>We come to you, we bless you, Lord,</a:t>
            </a:r>
          </a:p>
          <a:p>
            <a:r>
              <a:rPr lang="en-US" dirty="0"/>
              <a:t>We glorify your name,</a:t>
            </a:r>
          </a:p>
          <a:p>
            <a:r>
              <a:rPr lang="en-US" dirty="0"/>
              <a:t>We praise you, Lord, we worship you,</a:t>
            </a:r>
          </a:p>
          <a:p>
            <a:r>
              <a:rPr lang="en-US" dirty="0"/>
              <a:t>We thank you for your gift of new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251036"/>
      </p:ext>
    </p:extLst>
  </p:cSld>
  <p:clrMapOvr>
    <a:masterClrMapping/>
  </p:clrMapOvr>
</p:sld>
</file>

<file path=ppt/slides/slide1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life, new life, </a:t>
            </a:r>
          </a:p>
          <a:p>
            <a:r>
              <a:rPr lang="en-US" dirty="0"/>
              <a:t>You came to bring us new life!</a:t>
            </a:r>
          </a:p>
          <a:p>
            <a:r>
              <a:rPr lang="en-US" dirty="0"/>
              <a:t>New life, new life, </a:t>
            </a:r>
          </a:p>
          <a:p>
            <a:r>
              <a:rPr lang="en-US" dirty="0"/>
              <a:t>we find such joy in your abundant life!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813980"/>
      </p:ext>
    </p:extLst>
  </p:cSld>
  <p:clrMapOvr>
    <a:masterClrMapping/>
  </p:clrMapOvr>
</p:sld>
</file>

<file path=ppt/slides/slide1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284 - No one can give to me that peace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92" y="1097280"/>
            <a:ext cx="11988285" cy="5548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 one can give to me that peace</a:t>
            </a:r>
          </a:p>
          <a:p>
            <a:r>
              <a:rPr lang="en-US" dirty="0"/>
              <a:t>Which my risen Lord, my risen King can give. [2]</a:t>
            </a:r>
          </a:p>
          <a:p>
            <a:endParaRPr lang="en-IN" sz="2000" dirty="0"/>
          </a:p>
          <a:p>
            <a:r>
              <a:rPr lang="en-US" dirty="0"/>
              <a:t>When I look around and see all the things </a:t>
            </a:r>
          </a:p>
          <a:p>
            <a:r>
              <a:rPr lang="en-US" dirty="0"/>
              <a:t>that trouble me </a:t>
            </a:r>
          </a:p>
          <a:p>
            <a:r>
              <a:rPr lang="en-US" dirty="0"/>
              <a:t>And I seem to lose my peace in a world </a:t>
            </a:r>
          </a:p>
          <a:p>
            <a:r>
              <a:rPr lang="en-US" dirty="0"/>
              <a:t>that’s not at ease.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5089"/>
      </p:ext>
    </p:extLst>
  </p:cSld>
  <p:clrMapOvr>
    <a:masterClrMapping/>
  </p:clrMapOvr>
</p:sld>
</file>

<file path=ppt/slides/slide1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Says my risen Christ to me: </a:t>
            </a:r>
          </a:p>
          <a:p>
            <a:r>
              <a:rPr lang="en-US" sz="4400" dirty="0"/>
              <a:t>My true peace I give to thee, </a:t>
            </a:r>
          </a:p>
          <a:p>
            <a:r>
              <a:rPr lang="en-US" sz="4400" dirty="0"/>
              <a:t>But not as the world doth give is my peace that makes one live.</a:t>
            </a:r>
          </a:p>
          <a:p>
            <a:r>
              <a:rPr lang="en-US" sz="4400" dirty="0"/>
              <a:t>No one can give to me that peace</a:t>
            </a:r>
          </a:p>
          <a:p>
            <a:r>
              <a:rPr lang="en-US" sz="4400" dirty="0"/>
              <a:t>Which my risen Lord, my risen King can give. [2]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57276"/>
      </p:ext>
    </p:extLst>
  </p:cSld>
  <p:clrMapOvr>
    <a:masterClrMapping/>
  </p:clrMapOvr>
</p:sld>
</file>

<file path=ppt/slides/slide1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His true peace in me will stay </a:t>
            </a:r>
          </a:p>
          <a:p>
            <a:r>
              <a:rPr lang="en-US" sz="4400" dirty="0"/>
              <a:t>as I live from day to day,</a:t>
            </a:r>
          </a:p>
          <a:p>
            <a:r>
              <a:rPr lang="en-US" sz="4400" dirty="0"/>
              <a:t>And his joy will never end </a:t>
            </a:r>
          </a:p>
          <a:p>
            <a:r>
              <a:rPr lang="en-US" sz="4400" dirty="0"/>
              <a:t>and in heaven it will extend.</a:t>
            </a:r>
          </a:p>
          <a:p>
            <a:r>
              <a:rPr lang="en-US" sz="4400" dirty="0"/>
              <a:t>No one can give to me that peace</a:t>
            </a:r>
          </a:p>
          <a:p>
            <a:r>
              <a:rPr lang="en-US" sz="4400" dirty="0"/>
              <a:t>Which my risen Lord, my risen King can give. [2]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541336"/>
      </p:ext>
    </p:extLst>
  </p:cSld>
  <p:clrMapOvr>
    <a:masterClrMapping/>
  </p:clrMapOvr>
</p:sld>
</file>

<file path=ppt/slides/slide1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Christ has risen from the dead, </a:t>
            </a:r>
          </a:p>
          <a:p>
            <a:r>
              <a:rPr lang="en-US" sz="4400" dirty="0"/>
              <a:t>triumphed over sin and death.</a:t>
            </a:r>
          </a:p>
          <a:p>
            <a:r>
              <a:rPr lang="en-US" sz="4400" dirty="0"/>
              <a:t>And he’ll never die again but as Lord he’ll live and reign.</a:t>
            </a:r>
          </a:p>
          <a:p>
            <a:r>
              <a:rPr lang="en-US" sz="4400" dirty="0"/>
              <a:t>No one can give to me that peace</a:t>
            </a:r>
          </a:p>
          <a:p>
            <a:r>
              <a:rPr lang="en-US" sz="4400" dirty="0"/>
              <a:t>Which my risen Lord, my risen King can give. [2]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248897"/>
      </p:ext>
    </p:extLst>
  </p:cSld>
  <p:clrMapOvr>
    <a:masterClrMapping/>
  </p:clrMapOvr>
</p:sld>
</file>

<file path=ppt/slides/slide1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285 - No one can live as an island,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one can live as an island,</a:t>
            </a:r>
          </a:p>
          <a:p>
            <a:r>
              <a:rPr lang="en-US" dirty="0"/>
              <a:t>Journeying through life alone.</a:t>
            </a:r>
          </a:p>
          <a:p>
            <a:r>
              <a:rPr lang="en-US" dirty="0"/>
              <a:t>Since we’re most loved by a mother, </a:t>
            </a:r>
          </a:p>
          <a:p>
            <a:r>
              <a:rPr lang="en-US" dirty="0"/>
              <a:t>Jesus gave us his 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822515"/>
      </p:ext>
    </p:extLst>
  </p:cSld>
  <p:clrMapOvr>
    <a:masterClrMapping/>
  </p:clrMapOvr>
</p:sld>
</file>

<file path=ppt/slides/slide1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with us, Mary, along the way. </a:t>
            </a:r>
          </a:p>
          <a:p>
            <a:r>
              <a:rPr lang="en-US" dirty="0"/>
              <a:t>Guide every step we take. </a:t>
            </a:r>
          </a:p>
          <a:p>
            <a:r>
              <a:rPr lang="en-US" dirty="0"/>
              <a:t>Lead us to Jesus, your loving Son. </a:t>
            </a:r>
          </a:p>
          <a:p>
            <a:r>
              <a:rPr lang="en-US" dirty="0"/>
              <a:t>Come with us, Mary,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945173"/>
      </p:ext>
    </p:extLst>
  </p:cSld>
  <p:clrMapOvr>
    <a:masterClrMapping/>
  </p:clrMapOvr>
</p:sld>
</file>

<file path=ppt/slides/slide1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Jesus met with rejection, </a:t>
            </a:r>
          </a:p>
          <a:p>
            <a:r>
              <a:rPr lang="en-US" dirty="0"/>
              <a:t>Mary stood by the cross. </a:t>
            </a:r>
          </a:p>
          <a:p>
            <a:r>
              <a:rPr lang="en-US" dirty="0"/>
              <a:t>How can a mother desert her son? </a:t>
            </a:r>
          </a:p>
          <a:p>
            <a:r>
              <a:rPr lang="en-US" dirty="0"/>
              <a:t>She’ll also stand by 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65086"/>
      </p:ext>
    </p:extLst>
  </p:cSld>
  <p:clrMapOvr>
    <a:masterClrMapping/>
  </p:clrMapOvr>
</p:sld>
</file>

<file path=ppt/slides/slide1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with us, Mary, along the way. </a:t>
            </a:r>
          </a:p>
          <a:p>
            <a:r>
              <a:rPr lang="en-US" dirty="0"/>
              <a:t>Guide every step we take. </a:t>
            </a:r>
          </a:p>
          <a:p>
            <a:r>
              <a:rPr lang="en-US" dirty="0"/>
              <a:t>Lead us to Jesus, your loving Son. </a:t>
            </a:r>
          </a:p>
          <a:p>
            <a:r>
              <a:rPr lang="en-US" dirty="0"/>
              <a:t>Come with us, Mary,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607254"/>
      </p:ext>
    </p:extLst>
  </p:cSld>
  <p:clrMapOvr>
    <a:masterClrMapping/>
  </p:clrMapOvr>
</p:sld>
</file>

<file path=ppt/slides/slide1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us, O star of the ocean, </a:t>
            </a:r>
          </a:p>
          <a:p>
            <a:r>
              <a:rPr lang="en-US" dirty="0"/>
              <a:t>Be with us in our strife.</a:t>
            </a:r>
          </a:p>
          <a:p>
            <a:r>
              <a:rPr lang="en-US" dirty="0"/>
              <a:t>When we are faced with temptation, </a:t>
            </a:r>
          </a:p>
          <a:p>
            <a:r>
              <a:rPr lang="en-US" dirty="0"/>
              <a:t>Tossed by the storms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184533"/>
      </p:ext>
    </p:extLst>
  </p:cSld>
  <p:clrMapOvr>
    <a:masterClrMapping/>
  </p:clrMapOvr>
</p:sld>
</file>

<file path=ppt/slides/slide1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with us, Mary, along the way. </a:t>
            </a:r>
          </a:p>
          <a:p>
            <a:r>
              <a:rPr lang="en-US" dirty="0"/>
              <a:t>Guide every step we take. </a:t>
            </a:r>
          </a:p>
          <a:p>
            <a:r>
              <a:rPr lang="en-US" dirty="0"/>
              <a:t>Lead us to Jesus, your loving Son. </a:t>
            </a:r>
          </a:p>
          <a:p>
            <a:r>
              <a:rPr lang="en-US" dirty="0"/>
              <a:t>Come with us, Mary,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494984"/>
      </p:ext>
    </p:extLst>
  </p:cSld>
  <p:clrMapOvr>
    <a:masterClrMapping/>
  </p:clrMapOvr>
</p:sld>
</file>

<file path=ppt/slides/slide1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enough in life’s banquet, </a:t>
            </a:r>
          </a:p>
          <a:p>
            <a:r>
              <a:rPr lang="en-US" dirty="0"/>
              <a:t>We shall run short of wine. </a:t>
            </a:r>
          </a:p>
          <a:p>
            <a:r>
              <a:rPr lang="en-US" dirty="0"/>
              <a:t>Then as at Cana, request your Son </a:t>
            </a:r>
          </a:p>
          <a:p>
            <a:r>
              <a:rPr lang="en-US" dirty="0"/>
              <a:t>To make our life divine.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430431"/>
      </p:ext>
    </p:extLst>
  </p:cSld>
  <p:clrMapOvr>
    <a:masterClrMapping/>
  </p:clrMapOvr>
</p:sld>
</file>

<file path=ppt/slides/slide1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with us, Mary, along the way. </a:t>
            </a:r>
          </a:p>
          <a:p>
            <a:r>
              <a:rPr lang="en-US" dirty="0"/>
              <a:t>Guide every step we take. </a:t>
            </a:r>
          </a:p>
          <a:p>
            <a:r>
              <a:rPr lang="en-US" dirty="0"/>
              <a:t>Lead us to Jesus, your loving Son. </a:t>
            </a:r>
          </a:p>
          <a:p>
            <a:r>
              <a:rPr lang="en-US" dirty="0"/>
              <a:t>Come with us, Mary,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307814"/>
      </p:ext>
    </p:extLst>
  </p:cSld>
  <p:clrMapOvr>
    <a:masterClrMapping/>
  </p:clrMapOvr>
</p:sld>
</file>

<file path=ppt/slides/slide1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286 - Noble Knight, leader of a brave array,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Noble Knight, leader of a brave array, </a:t>
            </a:r>
          </a:p>
          <a:p>
            <a:r>
              <a:rPr lang="en-US" dirty="0"/>
              <a:t>Lead us on, O lead us on: </a:t>
            </a:r>
          </a:p>
          <a:p>
            <a:r>
              <a:rPr lang="en-US" dirty="0"/>
              <a:t>We will fight ‘</a:t>
            </a:r>
            <a:r>
              <a:rPr lang="en-US" dirty="0" err="1"/>
              <a:t>neath</a:t>
            </a:r>
            <a:r>
              <a:rPr lang="en-US" dirty="0"/>
              <a:t> thy sway, ‘</a:t>
            </a:r>
            <a:r>
              <a:rPr lang="en-US" dirty="0" err="1"/>
              <a:t>neath</a:t>
            </a:r>
            <a:r>
              <a:rPr lang="en-US" dirty="0"/>
              <a:t> thy sway. </a:t>
            </a:r>
          </a:p>
          <a:p>
            <a:r>
              <a:rPr lang="en-US" dirty="0"/>
              <a:t>What the foes gather near, </a:t>
            </a:r>
          </a:p>
          <a:p>
            <a:r>
              <a:rPr lang="en-US" dirty="0"/>
              <a:t>We don’t fear, we don’t fear </a:t>
            </a:r>
          </a:p>
          <a:p>
            <a:r>
              <a:rPr lang="en-US" dirty="0"/>
              <a:t>We’ll not shun, we’ll not quit this our noble career, </a:t>
            </a:r>
          </a:p>
          <a:p>
            <a:r>
              <a:rPr lang="en-US" dirty="0"/>
              <a:t>We will stand ever true till death to thee, </a:t>
            </a:r>
          </a:p>
          <a:p>
            <a:r>
              <a:rPr lang="en-US" dirty="0"/>
              <a:t>True to God, to faith and thee, true to thee.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121004"/>
      </p:ext>
    </p:extLst>
  </p:cSld>
  <p:clrMapOvr>
    <a:masterClrMapping/>
  </p:clrMapOvr>
</p:sld>
</file>

<file path=ppt/slides/slide1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 us on gallantly, ever on valiantly, </a:t>
            </a:r>
          </a:p>
          <a:p>
            <a:r>
              <a:rPr lang="en-US" dirty="0"/>
              <a:t>Neath thy banner to fight</a:t>
            </a:r>
          </a:p>
          <a:p>
            <a:r>
              <a:rPr lang="en-US" dirty="0"/>
              <a:t>For the Church and its right,</a:t>
            </a:r>
          </a:p>
          <a:p>
            <a:r>
              <a:rPr lang="en-US" dirty="0"/>
              <a:t>All for God’s own greater glory is our cry: battle cry!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649788"/>
      </p:ext>
    </p:extLst>
  </p:cSld>
  <p:clrMapOvr>
    <a:masterClrMapping/>
  </p:clrMapOvr>
</p:sld>
</file>

<file path=ppt/slides/slide1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for gain, nor in vain is our strife in this life </a:t>
            </a:r>
          </a:p>
          <a:p>
            <a:r>
              <a:rPr lang="en-US" dirty="0"/>
              <a:t>But for God who is our king all our hearts, </a:t>
            </a:r>
          </a:p>
          <a:p>
            <a:r>
              <a:rPr lang="en-US" dirty="0"/>
              <a:t>all to him: </a:t>
            </a:r>
          </a:p>
          <a:p>
            <a:r>
              <a:rPr lang="en-US" dirty="0"/>
              <a:t>Growing stronger and stronger </a:t>
            </a:r>
          </a:p>
          <a:p>
            <a:r>
              <a:rPr lang="en-US" dirty="0"/>
              <a:t>As fighting lasts longer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59710"/>
      </p:ext>
    </p:extLst>
  </p:cSld>
  <p:clrMapOvr>
    <a:masterClrMapping/>
  </p:clrMapOvr>
</p:sld>
</file>

<file path=ppt/slides/slide1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F5F0-FCA7-12B0-A166-71B27519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0DA8-854C-E6D4-0328-7325A86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CDA1-FD15-33B3-6FAE-A25A23D8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purer and purer to make heaven surer </a:t>
            </a:r>
          </a:p>
          <a:p>
            <a:r>
              <a:rPr lang="en-US" dirty="0"/>
              <a:t>With crosses and trials </a:t>
            </a:r>
          </a:p>
          <a:p>
            <a:r>
              <a:rPr lang="en-US" dirty="0"/>
              <a:t>and many denials we’ll stop </a:t>
            </a:r>
          </a:p>
          <a:p>
            <a:r>
              <a:rPr lang="en-US" dirty="0"/>
              <a:t>But to die true to our King </a:t>
            </a:r>
          </a:p>
          <a:p>
            <a:r>
              <a:rPr lang="en-US" dirty="0"/>
              <a:t>who doth reign on high. </a:t>
            </a:r>
          </a:p>
          <a:p>
            <a:r>
              <a:rPr lang="en-US" dirty="0"/>
              <a:t>Ignatius, lead us on till we die!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BBE72-5FCC-FBC3-871A-7F5B769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127290"/>
      </p:ext>
    </p:extLst>
  </p:cSld>
  <p:clrMapOvr>
    <a:masterClrMapping/>
  </p:clrMapOvr>
</p:sld>
</file>

<file path=ppt/slides/slide1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287 - O come all ye faithful,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 come all ye faithful,</a:t>
            </a:r>
          </a:p>
          <a:p>
            <a:r>
              <a:rPr lang="en-US" dirty="0"/>
              <a:t>Joyful and triumphant,</a:t>
            </a:r>
          </a:p>
          <a:p>
            <a:r>
              <a:rPr lang="en-US" dirty="0"/>
              <a:t>Come ye, O come ye, to Bethlehem;</a:t>
            </a:r>
          </a:p>
          <a:p>
            <a:r>
              <a:rPr lang="en-US" dirty="0"/>
              <a:t>Come and behold Him born the King of angels;</a:t>
            </a:r>
          </a:p>
          <a:p>
            <a:endParaRPr lang="en-IN" sz="2400" dirty="0"/>
          </a:p>
          <a:p>
            <a:r>
              <a:rPr lang="en-US" dirty="0"/>
              <a:t>O come, let us adore Him, - 3</a:t>
            </a:r>
          </a:p>
          <a:p>
            <a:r>
              <a:rPr lang="en-US" dirty="0"/>
              <a:t>Christ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567732"/>
      </p:ext>
    </p:extLst>
  </p:cSld>
  <p:clrMapOvr>
    <a:masterClrMapping/>
  </p:clrMapOvr>
</p:sld>
</file>

<file path=ppt/slides/slide1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Sing, choirs of angels, </a:t>
            </a:r>
          </a:p>
          <a:p>
            <a:r>
              <a:rPr lang="en-US" dirty="0"/>
              <a:t>Sing in exultation</a:t>
            </a:r>
          </a:p>
          <a:p>
            <a:r>
              <a:rPr lang="en-US" dirty="0"/>
              <a:t>Sing all ye citizens of heaven above</a:t>
            </a:r>
          </a:p>
          <a:p>
            <a:r>
              <a:rPr lang="en-US" dirty="0"/>
              <a:t>Glory to God, glory in the highest.</a:t>
            </a:r>
          </a:p>
          <a:p>
            <a:r>
              <a:rPr lang="en-US" dirty="0"/>
              <a:t>O come, let us adore Him, - 3</a:t>
            </a:r>
          </a:p>
          <a:p>
            <a:r>
              <a:rPr lang="en-US" dirty="0"/>
              <a:t>Christ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760146"/>
      </p:ext>
    </p:extLst>
  </p:cSld>
  <p:clrMapOvr>
    <a:masterClrMapping/>
  </p:clrMapOvr>
</p:sld>
</file>

<file path=ppt/slides/slide1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 Jesus, we greet thee, </a:t>
            </a:r>
          </a:p>
          <a:p>
            <a:r>
              <a:rPr lang="en-US" dirty="0"/>
              <a:t>Born this happy morning.</a:t>
            </a:r>
          </a:p>
          <a:p>
            <a:r>
              <a:rPr lang="en-US" dirty="0"/>
              <a:t>O </a:t>
            </a:r>
            <a:r>
              <a:rPr lang="en-US" dirty="0" err="1"/>
              <a:t>Saviour</a:t>
            </a:r>
            <a:r>
              <a:rPr lang="en-US" dirty="0"/>
              <a:t>, to thee be given glory and praise.</a:t>
            </a:r>
          </a:p>
          <a:p>
            <a:r>
              <a:rPr lang="en-US" dirty="0"/>
              <a:t>Word of the Father, now in flesh appearing!</a:t>
            </a:r>
          </a:p>
          <a:p>
            <a:r>
              <a:rPr lang="en-US" dirty="0"/>
              <a:t>O come, let us adore Him, - 3</a:t>
            </a:r>
          </a:p>
          <a:p>
            <a:r>
              <a:rPr lang="en-US" dirty="0"/>
              <a:t>Christ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905709"/>
      </p:ext>
    </p:extLst>
  </p:cSld>
  <p:clrMapOvr>
    <a:masterClrMapping/>
  </p:clrMapOvr>
</p:sld>
</file>

<file path=ppt/slides/slide1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288 - </a:t>
            </a:r>
            <a:r>
              <a:rPr lang="it-IT" sz="4400" dirty="0"/>
              <a:t>O come, O come Emmanuel,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 come, O come Emmanuel,</a:t>
            </a:r>
          </a:p>
          <a:p>
            <a:r>
              <a:rPr lang="en-US" dirty="0"/>
              <a:t>And ransom captive Israel,</a:t>
            </a:r>
          </a:p>
          <a:p>
            <a:r>
              <a:rPr lang="en-US" dirty="0"/>
              <a:t>That mourns in lonely exile here, </a:t>
            </a:r>
          </a:p>
          <a:p>
            <a:r>
              <a:rPr lang="en-US" dirty="0"/>
              <a:t>Until the Son of God appear.</a:t>
            </a:r>
          </a:p>
          <a:p>
            <a:endParaRPr lang="en-IN" sz="2400" dirty="0"/>
          </a:p>
          <a:p>
            <a:r>
              <a:rPr lang="en-US" dirty="0"/>
              <a:t>Rejoice! rejoice! Emmanuel</a:t>
            </a:r>
          </a:p>
          <a:p>
            <a:r>
              <a:rPr lang="en-US" dirty="0"/>
              <a:t>Shall come to thee, O Israel.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564387"/>
      </p:ext>
    </p:extLst>
  </p:cSld>
  <p:clrMapOvr>
    <a:masterClrMapping/>
  </p:clrMapOvr>
</p:sld>
</file>

<file path=ppt/slides/slide1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Come, Thou Wisdom, Son divine, </a:t>
            </a:r>
          </a:p>
          <a:p>
            <a:r>
              <a:rPr lang="en-US" dirty="0"/>
              <a:t>Our weakened wills to Thee incline! </a:t>
            </a:r>
          </a:p>
          <a:p>
            <a:r>
              <a:rPr lang="en-US" dirty="0"/>
              <a:t>And shed Thy light o’er life’s dark way, </a:t>
            </a:r>
          </a:p>
          <a:p>
            <a:r>
              <a:rPr lang="en-US" dirty="0"/>
              <a:t>Lest, lured by sin, we go astray. </a:t>
            </a:r>
          </a:p>
          <a:p>
            <a:r>
              <a:rPr lang="en-US" dirty="0"/>
              <a:t>Rejoice! rejoice! Emmanuel</a:t>
            </a:r>
          </a:p>
          <a:p>
            <a:r>
              <a:rPr lang="en-US" dirty="0"/>
              <a:t>Shall come to thee, O Israel.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561751"/>
      </p:ext>
    </p:extLst>
  </p:cSld>
  <p:clrMapOvr>
    <a:masterClrMapping/>
  </p:clrMapOvr>
</p:sld>
</file>

<file path=ppt/slides/slide1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Come, Thou Sprout of Jesse’s tree,</a:t>
            </a:r>
          </a:p>
          <a:p>
            <a:r>
              <a:rPr lang="en-US" dirty="0"/>
              <a:t>Free us from Satan’s tyranny!</a:t>
            </a:r>
          </a:p>
          <a:p>
            <a:r>
              <a:rPr lang="en-US" dirty="0"/>
              <a:t>From fires of hell Thy people save,</a:t>
            </a:r>
          </a:p>
          <a:p>
            <a:r>
              <a:rPr lang="en-US" dirty="0"/>
              <a:t>And give us victory over the grave.</a:t>
            </a:r>
          </a:p>
          <a:p>
            <a:r>
              <a:rPr lang="en-US" dirty="0"/>
              <a:t>Rejoice! rejoice! Emmanuel</a:t>
            </a:r>
          </a:p>
          <a:p>
            <a:r>
              <a:rPr lang="en-US" dirty="0"/>
              <a:t>Shall come to thee, O Israel.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195334"/>
      </p:ext>
    </p:extLst>
  </p:cSld>
  <p:clrMapOvr>
    <a:masterClrMapping/>
  </p:clrMapOvr>
</p:sld>
</file>

<file path=ppt/slides/slide1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come, Thou King of all the earth, </a:t>
            </a:r>
          </a:p>
          <a:p>
            <a:r>
              <a:rPr lang="en-US" dirty="0"/>
              <a:t>That we may share Thy wondrous birth!</a:t>
            </a:r>
          </a:p>
          <a:p>
            <a:r>
              <a:rPr lang="en-US" dirty="0"/>
              <a:t>Come, rule our hearts and mind and will, </a:t>
            </a:r>
          </a:p>
          <a:p>
            <a:r>
              <a:rPr lang="en-US" dirty="0"/>
              <a:t>That we Thy precepts may fulfil.</a:t>
            </a:r>
          </a:p>
          <a:p>
            <a:r>
              <a:rPr lang="en-US" dirty="0"/>
              <a:t>Rejoice! rejoice! Emmanuel</a:t>
            </a:r>
          </a:p>
          <a:p>
            <a:r>
              <a:rPr lang="en-US" dirty="0"/>
              <a:t>Shall come to thee, O Israel.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307234"/>
      </p:ext>
    </p:extLst>
  </p:cSld>
  <p:clrMapOvr>
    <a:masterClrMapping/>
  </p:clrMapOvr>
</p:sld>
</file>

<file path=ppt/slides/slide1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289 - O Cross, erected above the world,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Cross, erected above the world,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 [2]</a:t>
            </a:r>
          </a:p>
          <a:p>
            <a:r>
              <a:rPr lang="en-US" dirty="0"/>
              <a:t>Fount from which gushed the waters </a:t>
            </a:r>
          </a:p>
          <a:p>
            <a:r>
              <a:rPr lang="en-US" dirty="0"/>
              <a:t>Straight from the wound in his side, </a:t>
            </a:r>
          </a:p>
          <a:p>
            <a:r>
              <a:rPr lang="en-US" dirty="0"/>
              <a:t>Filling our lives with his gift of grace,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404692"/>
      </p:ext>
    </p:extLst>
  </p:cSld>
  <p:clrMapOvr>
    <a:masterClrMapping/>
  </p:clrMapOvr>
</p:sld>
</file>

<file path=ppt/slides/slide1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Cross, sublime and refulgent tree,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 [2]</a:t>
            </a:r>
          </a:p>
          <a:p>
            <a:r>
              <a:rPr lang="en-US" dirty="0"/>
              <a:t>Jesus, through thee, has saved us; </a:t>
            </a:r>
          </a:p>
          <a:p>
            <a:r>
              <a:rPr lang="en-US" dirty="0"/>
              <a:t>Great was the price that he paid. </a:t>
            </a:r>
          </a:p>
          <a:p>
            <a:r>
              <a:rPr lang="en-US" dirty="0"/>
              <a:t>Thou art the folly of love divine,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253808"/>
      </p:ext>
    </p:extLst>
  </p:cSld>
  <p:clrMapOvr>
    <a:masterClrMapping/>
  </p:clrMapOvr>
</p:sld>
</file>

<file path=ppt/slides/slide1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Cross, thou channel of grace divine,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 [2]</a:t>
            </a:r>
          </a:p>
          <a:p>
            <a:r>
              <a:rPr lang="en-US" dirty="0"/>
              <a:t>Tree on which death was conquered, </a:t>
            </a:r>
          </a:p>
          <a:p>
            <a:r>
              <a:rPr lang="en-US" dirty="0"/>
              <a:t>Thou the first altar of love, </a:t>
            </a:r>
          </a:p>
          <a:p>
            <a:r>
              <a:rPr lang="en-US" dirty="0"/>
              <a:t>Jesus the Lamb gave his life on thee, 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222929"/>
      </p:ext>
    </p:extLst>
  </p:cSld>
  <p:clrMapOvr>
    <a:masterClrMapping/>
  </p:clrMapOvr>
</p:sld>
</file>

<file path=ppt/slides/slide1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Cross, all honour and praise to thee,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 [2]</a:t>
            </a:r>
          </a:p>
          <a:p>
            <a:r>
              <a:rPr lang="en-US" dirty="0"/>
              <a:t>Thou art the sign of victory,</a:t>
            </a:r>
          </a:p>
          <a:p>
            <a:r>
              <a:rPr lang="en-US" dirty="0"/>
              <a:t>Sign of redemption and life:</a:t>
            </a:r>
          </a:p>
          <a:p>
            <a:r>
              <a:rPr lang="en-US" dirty="0"/>
              <a:t>Homage and glory belong to thee,</a:t>
            </a:r>
          </a:p>
          <a:p>
            <a:r>
              <a:rPr lang="en-US" dirty="0"/>
              <a:t>Cross of our </a:t>
            </a:r>
            <a:r>
              <a:rPr lang="en-US" dirty="0" err="1"/>
              <a:t>Saviour</a:t>
            </a:r>
            <a:r>
              <a:rPr lang="en-US" dirty="0"/>
              <a:t> King!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021159"/>
      </p:ext>
    </p:extLst>
  </p:cSld>
  <p:clrMapOvr>
    <a:masterClrMapping/>
  </p:clrMapOvr>
</p:sld>
</file>

<file path=ppt/slides/slide1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290 - O give thanks to the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give thanks to the Lord, call on his name,</a:t>
            </a:r>
          </a:p>
          <a:p>
            <a:r>
              <a:rPr lang="en-US" dirty="0"/>
              <a:t>Make known his deeds among the people.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331760"/>
      </p:ext>
    </p:extLst>
  </p:cSld>
  <p:clrMapOvr>
    <a:masterClrMapping/>
  </p:clrMapOvr>
</p:sld>
</file>

<file path=ppt/slides/slide1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to him, sing praises to him,</a:t>
            </a:r>
          </a:p>
          <a:p>
            <a:r>
              <a:rPr lang="en-US" dirty="0"/>
              <a:t>Tell of all his wonderful, wonderful works.</a:t>
            </a:r>
          </a:p>
          <a:p>
            <a:r>
              <a:rPr lang="en-US" dirty="0"/>
              <a:t>Sing to him, sing praises to him, </a:t>
            </a:r>
          </a:p>
          <a:p>
            <a:r>
              <a:rPr lang="en-US" dirty="0"/>
              <a:t>O give thanks to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904115"/>
      </p:ext>
    </p:extLst>
  </p:cSld>
  <p:clrMapOvr>
    <a:masterClrMapping/>
  </p:clrMapOvr>
</p:sld>
</file>

<file path=ppt/slides/slide1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in his holy name,</a:t>
            </a:r>
          </a:p>
          <a:p>
            <a:r>
              <a:rPr lang="en-US" dirty="0"/>
              <a:t>Let the hearts of those-who </a:t>
            </a:r>
          </a:p>
          <a:p>
            <a:r>
              <a:rPr lang="en-US" dirty="0"/>
              <a:t>seek the Lord rejoice.</a:t>
            </a:r>
          </a:p>
          <a:p>
            <a:r>
              <a:rPr lang="en-US" dirty="0"/>
              <a:t>Glory in his holy name, </a:t>
            </a:r>
          </a:p>
          <a:p>
            <a:r>
              <a:rPr lang="en-US" dirty="0"/>
              <a:t>O give thanks to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498975"/>
      </p:ext>
    </p:extLst>
  </p:cSld>
  <p:clrMapOvr>
    <a:masterClrMapping/>
  </p:clrMapOvr>
</p:sld>
</file>

<file path=ppt/slides/slide1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31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000" dirty="0"/>
              <a:t>291 - O give thanks to the Lord, for he is good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87140"/>
            <a:ext cx="11753537" cy="4770120"/>
          </a:xfrm>
        </p:spPr>
        <p:txBody>
          <a:bodyPr/>
          <a:lstStyle/>
          <a:p>
            <a:r>
              <a:rPr lang="en-US" dirty="0"/>
              <a:t>O give thanks to the Lord, for he is good, - 3</a:t>
            </a:r>
          </a:p>
          <a:p>
            <a:r>
              <a:rPr lang="en-US" dirty="0"/>
              <a:t>Yes, eternal is his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390173"/>
      </p:ext>
    </p:extLst>
  </p:cSld>
  <p:clrMapOvr>
    <a:masterClrMapping/>
  </p:clrMapOvr>
</p:sld>
</file>

<file path=ppt/slides/slide1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sing to my God never ceasing, </a:t>
            </a:r>
          </a:p>
          <a:p>
            <a:r>
              <a:rPr lang="en-US" dirty="0"/>
              <a:t>All my life, I will tell of his wonders: </a:t>
            </a:r>
          </a:p>
          <a:p>
            <a:r>
              <a:rPr lang="en-US" dirty="0"/>
              <a:t>He’s the maker of all earth and heaven, </a:t>
            </a:r>
          </a:p>
          <a:p>
            <a:r>
              <a:rPr lang="en-US" dirty="0"/>
              <a:t>Of the ocean, the seas and all they hold.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175729"/>
      </p:ext>
    </p:extLst>
  </p:cSld>
  <p:clrMapOvr>
    <a:masterClrMapping/>
  </p:clrMapOvr>
</p:sld>
</file>

<file path=ppt/slides/slide1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give thanks to the Lord, for he is good, - 3</a:t>
            </a:r>
          </a:p>
          <a:p>
            <a:r>
              <a:rPr lang="en-US" dirty="0"/>
              <a:t>Yes, eternal is his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881580"/>
      </p:ext>
    </p:extLst>
  </p:cSld>
  <p:clrMapOvr>
    <a:masterClrMapping/>
  </p:clrMapOvr>
</p:sld>
</file>

<file path=ppt/slides/slide1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Almighty is faithful for ever: </a:t>
            </a:r>
          </a:p>
          <a:p>
            <a:r>
              <a:rPr lang="en-US" dirty="0"/>
              <a:t>He is just to the poor and the outraged: </a:t>
            </a:r>
          </a:p>
          <a:p>
            <a:r>
              <a:rPr lang="en-US" dirty="0"/>
              <a:t>It is He who gives bread to the hungry </a:t>
            </a:r>
          </a:p>
          <a:p>
            <a:r>
              <a:rPr lang="en-US" dirty="0"/>
              <a:t>Who delivers the captives from their chains.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470892"/>
      </p:ext>
    </p:extLst>
  </p:cSld>
  <p:clrMapOvr>
    <a:masterClrMapping/>
  </p:clrMapOvr>
</p:sld>
</file>

<file path=ppt/slides/slide1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give thanks to the Lord, for he is good, - 3</a:t>
            </a:r>
          </a:p>
          <a:p>
            <a:r>
              <a:rPr lang="en-US" dirty="0"/>
              <a:t>Yes, eternal is his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757768"/>
      </p:ext>
    </p:extLst>
  </p:cSld>
  <p:clrMapOvr>
    <a:masterClrMapping/>
  </p:clrMapOvr>
</p:sld>
</file>

<file path=ppt/slides/slide1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gives sight to the blind in his mercy; </a:t>
            </a:r>
          </a:p>
          <a:p>
            <a:r>
              <a:rPr lang="en-US" dirty="0"/>
              <a:t>And he raises the lowly, the humble. </a:t>
            </a:r>
          </a:p>
          <a:p>
            <a:r>
              <a:rPr lang="en-US" dirty="0"/>
              <a:t>It is he who gives shelter to strangers, </a:t>
            </a:r>
          </a:p>
          <a:p>
            <a:r>
              <a:rPr lang="en-US" dirty="0"/>
              <a:t>Every orphan and widow he defends.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014696"/>
      </p:ext>
    </p:extLst>
  </p:cSld>
  <p:clrMapOvr>
    <a:masterClrMapping/>
  </p:clrMapOvr>
</p:sld>
</file>

<file path=ppt/slides/slide1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give thanks to the Lord, for he is good, - 3</a:t>
            </a:r>
          </a:p>
          <a:p>
            <a:r>
              <a:rPr lang="en-US" dirty="0"/>
              <a:t>Yes, eternal is his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357761"/>
      </p:ext>
    </p:extLst>
  </p:cSld>
  <p:clrMapOvr>
    <a:masterClrMapping/>
  </p:clrMapOvr>
</p:sld>
</file>

<file path=ppt/slides/slide1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just he is gracious and loving. </a:t>
            </a:r>
          </a:p>
          <a:p>
            <a:r>
              <a:rPr lang="en-US" dirty="0"/>
              <a:t>But the wicked he foils and they stumble. </a:t>
            </a:r>
          </a:p>
          <a:p>
            <a:r>
              <a:rPr lang="en-US" dirty="0"/>
              <a:t>Yes, the Lord reigns for ever and ever, </a:t>
            </a:r>
          </a:p>
          <a:p>
            <a:r>
              <a:rPr lang="en-US" dirty="0"/>
              <a:t>He is king over </a:t>
            </a:r>
            <a:r>
              <a:rPr lang="en-US" dirty="0" err="1"/>
              <a:t>Sion</a:t>
            </a:r>
            <a:r>
              <a:rPr lang="en-US" dirty="0"/>
              <a:t> without 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797777"/>
      </p:ext>
    </p:extLst>
  </p:cSld>
  <p:clrMapOvr>
    <a:masterClrMapping/>
  </p:clrMapOvr>
</p:sld>
</file>

<file path=ppt/slides/slide1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give thanks to the Lord, for he is good, - 3</a:t>
            </a:r>
          </a:p>
          <a:p>
            <a:r>
              <a:rPr lang="en-US" dirty="0"/>
              <a:t>Yes, eternal is his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393044"/>
      </p:ext>
    </p:extLst>
  </p:cSld>
  <p:clrMapOvr>
    <a:masterClrMapping/>
  </p:clrMapOvr>
</p:sld>
</file>

<file path=ppt/slides/slide1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365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292 - O God, my God, for you my soul is thirsting.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87138"/>
            <a:ext cx="11753537" cy="4835434"/>
          </a:xfrm>
        </p:spPr>
        <p:txBody>
          <a:bodyPr/>
          <a:lstStyle/>
          <a:p>
            <a:r>
              <a:rPr lang="en-US" dirty="0"/>
              <a:t>O God, you are my God, for you I long, </a:t>
            </a:r>
          </a:p>
          <a:p>
            <a:r>
              <a:rPr lang="en-US" dirty="0"/>
              <a:t>For you my soul is thirsting. </a:t>
            </a:r>
          </a:p>
          <a:p>
            <a:endParaRPr lang="en-US" sz="2400" dirty="0"/>
          </a:p>
          <a:p>
            <a:r>
              <a:rPr lang="en-US" dirty="0"/>
              <a:t>Like a dry weary land without water, </a:t>
            </a:r>
          </a:p>
          <a:p>
            <a:r>
              <a:rPr lang="en-US" dirty="0"/>
              <a:t>My body pines for you, O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274075"/>
      </p:ext>
    </p:extLst>
  </p:cSld>
  <p:clrMapOvr>
    <a:masterClrMapping/>
  </p:clrMapOvr>
</p:sld>
</file>

<file path=ppt/slides/slide1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God, you are my God, for you I long, </a:t>
            </a:r>
          </a:p>
          <a:p>
            <a:r>
              <a:rPr lang="en-US" dirty="0"/>
              <a:t>For you my soul is thirsting. </a:t>
            </a:r>
          </a:p>
          <a:p>
            <a:endParaRPr lang="en-US" dirty="0"/>
          </a:p>
          <a:p>
            <a:r>
              <a:rPr lang="en-US" dirty="0"/>
              <a:t>So I gaze on you in the sanctuary </a:t>
            </a:r>
          </a:p>
          <a:p>
            <a:r>
              <a:rPr lang="en-US" dirty="0"/>
              <a:t>To see your strength and your glory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204070"/>
      </p:ext>
    </p:extLst>
  </p:cSld>
  <p:clrMapOvr>
    <a:masterClrMapping/>
  </p:clrMapOvr>
</p:sld>
</file>

<file path=ppt/slides/slide1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God, you are my God, for you I long, </a:t>
            </a:r>
          </a:p>
          <a:p>
            <a:r>
              <a:rPr lang="en-US" dirty="0"/>
              <a:t>For you my soul is thirsting. </a:t>
            </a:r>
          </a:p>
          <a:p>
            <a:r>
              <a:rPr lang="en-US" dirty="0"/>
              <a:t>.</a:t>
            </a:r>
          </a:p>
          <a:p>
            <a:endParaRPr lang="en-US" sz="2400" dirty="0"/>
          </a:p>
          <a:p>
            <a:r>
              <a:rPr lang="en-US" dirty="0"/>
              <a:t>For your love is better than life itself, </a:t>
            </a:r>
          </a:p>
          <a:p>
            <a:r>
              <a:rPr lang="en-US" dirty="0"/>
              <a:t>My lips will loudly speak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72121"/>
      </p:ext>
    </p:extLst>
  </p:cSld>
  <p:clrMapOvr>
    <a:masterClrMapping/>
  </p:clrMapOvr>
</p:sld>
</file>

<file path=ppt/slides/slide1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253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293 - O holy night the stars are brightly shining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04108"/>
            <a:ext cx="11753537" cy="5548069"/>
          </a:xfrm>
        </p:spPr>
        <p:txBody>
          <a:bodyPr/>
          <a:lstStyle/>
          <a:p>
            <a:r>
              <a:rPr lang="en-US" dirty="0"/>
              <a:t>O holy night the stars are brightly shining,</a:t>
            </a:r>
          </a:p>
          <a:p>
            <a:r>
              <a:rPr lang="en-US" dirty="0"/>
              <a:t>It is the night of our dear </a:t>
            </a:r>
            <a:r>
              <a:rPr lang="en-US" dirty="0" err="1"/>
              <a:t>Saviour’s</a:t>
            </a:r>
            <a:r>
              <a:rPr lang="en-US" dirty="0"/>
              <a:t> birth. </a:t>
            </a:r>
          </a:p>
          <a:p>
            <a:r>
              <a:rPr lang="en-US" dirty="0"/>
              <a:t>Long lay the world in sin and error pining, </a:t>
            </a:r>
          </a:p>
          <a:p>
            <a:r>
              <a:rPr lang="en-US" dirty="0"/>
              <a:t>Till He appeared and the soul felt its worth. </a:t>
            </a:r>
          </a:p>
          <a:p>
            <a:r>
              <a:rPr lang="en-US" dirty="0"/>
              <a:t>A thrill of hope the weary world rejoices, </a:t>
            </a:r>
          </a:p>
          <a:p>
            <a:r>
              <a:rPr lang="en-US" dirty="0"/>
              <a:t>For yonder breaks a new and glorious morn.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667835"/>
      </p:ext>
    </p:extLst>
  </p:cSld>
  <p:clrMapOvr>
    <a:masterClrMapping/>
  </p:clrMapOvr>
</p:sld>
</file>

<file path=ppt/slides/slide1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Fall on your knees ,</a:t>
            </a:r>
          </a:p>
          <a:p>
            <a:r>
              <a:rPr lang="en-US" dirty="0"/>
              <a:t>O hear the angel voices!</a:t>
            </a:r>
          </a:p>
          <a:p>
            <a:r>
              <a:rPr lang="en-US" dirty="0"/>
              <a:t>O night divine, O night when Christ was born, </a:t>
            </a:r>
          </a:p>
          <a:p>
            <a:r>
              <a:rPr lang="en-US" dirty="0"/>
              <a:t>O night, O Holy night, O night divine.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296226"/>
      </p:ext>
    </p:extLst>
  </p:cSld>
  <p:clrMapOvr>
    <a:masterClrMapping/>
  </p:clrMapOvr>
</p:sld>
</file>

<file path=ppt/slides/slide1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294 - O, how good, how wonderful it is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O, how good, how wonderful it is</a:t>
            </a:r>
          </a:p>
          <a:p>
            <a:r>
              <a:rPr lang="en-US" dirty="0"/>
              <a:t>When brothers and sisters live as one.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004934"/>
      </p:ext>
    </p:extLst>
  </p:cSld>
  <p:clrMapOvr>
    <a:masterClrMapping/>
  </p:clrMapOvr>
</p:sld>
</file>

<file path=ppt/slides/slide1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as fragrant as pure oil,</a:t>
            </a:r>
          </a:p>
          <a:p>
            <a:r>
              <a:rPr lang="en-US" dirty="0"/>
              <a:t>The ointment of the Lord, </a:t>
            </a:r>
          </a:p>
          <a:p>
            <a:r>
              <a:rPr lang="en-US" dirty="0"/>
              <a:t>Flowing down as on Aaron of old,</a:t>
            </a:r>
          </a:p>
          <a:p>
            <a:r>
              <a:rPr lang="en-US" dirty="0"/>
              <a:t>Anointing every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322304"/>
      </p:ext>
    </p:extLst>
  </p:cSld>
  <p:clrMapOvr>
    <a:masterClrMapping/>
  </p:clrMapOvr>
</p:sld>
</file>

<file path=ppt/slides/slide1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O, how good, how wonderful it is</a:t>
            </a:r>
          </a:p>
          <a:p>
            <a:r>
              <a:rPr lang="en-US" dirty="0"/>
              <a:t>When brothers and sisters live as one.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192646"/>
      </p:ext>
    </p:extLst>
  </p:cSld>
  <p:clrMapOvr>
    <a:masterClrMapping/>
  </p:clrMapOvr>
</p:sld>
</file>

<file path=ppt/slides/slide1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as refreshing as the dew </a:t>
            </a:r>
          </a:p>
          <a:p>
            <a:r>
              <a:rPr lang="en-US" dirty="0"/>
              <a:t>Upon the mountain of the Lord, </a:t>
            </a:r>
          </a:p>
          <a:p>
            <a:r>
              <a:rPr lang="en-US" dirty="0"/>
              <a:t>For there the </a:t>
            </a:r>
            <a:r>
              <a:rPr lang="en-US" dirty="0" err="1"/>
              <a:t>favour</a:t>
            </a:r>
            <a:r>
              <a:rPr lang="en-US" dirty="0"/>
              <a:t> of the Lord remains, </a:t>
            </a:r>
          </a:p>
          <a:p>
            <a:r>
              <a:rPr lang="en-US" dirty="0"/>
              <a:t>The blessing of everlasting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846343"/>
      </p:ext>
    </p:extLst>
  </p:cSld>
  <p:clrMapOvr>
    <a:masterClrMapping/>
  </p:clrMapOvr>
</p:sld>
</file>

<file path=ppt/slides/slide1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O, how good, how wonderful it is</a:t>
            </a:r>
          </a:p>
          <a:p>
            <a:r>
              <a:rPr lang="en-US" dirty="0"/>
              <a:t>When brothers and sisters live as one.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56574"/>
      </p:ext>
    </p:extLst>
  </p:cSld>
  <p:clrMapOvr>
    <a:masterClrMapping/>
  </p:clrMapOvr>
</p:sld>
</file>

<file path=ppt/slides/slide1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295 - O let the Son of God enfold you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 let the Son of God enfold you </a:t>
            </a:r>
          </a:p>
          <a:p>
            <a:r>
              <a:rPr lang="en-US" dirty="0"/>
              <a:t>With his Spirit and his love, </a:t>
            </a:r>
          </a:p>
          <a:p>
            <a:r>
              <a:rPr lang="en-US" dirty="0"/>
              <a:t>Let him fill your heart and satisfy your soul. </a:t>
            </a:r>
          </a:p>
          <a:p>
            <a:r>
              <a:rPr lang="en-US" dirty="0"/>
              <a:t>O let him have the things that hold you,</a:t>
            </a:r>
          </a:p>
          <a:p>
            <a:r>
              <a:rPr lang="en-US" dirty="0"/>
              <a:t>And his Spirit like a dove </a:t>
            </a:r>
          </a:p>
          <a:p>
            <a:r>
              <a:rPr lang="en-US" dirty="0"/>
              <a:t>Will descend upon your life </a:t>
            </a:r>
          </a:p>
          <a:p>
            <a:r>
              <a:rPr lang="en-US" dirty="0"/>
              <a:t>and make you whole.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979612"/>
      </p:ext>
    </p:extLst>
  </p:cSld>
  <p:clrMapOvr>
    <a:masterClrMapping/>
  </p:clrMapOvr>
</p:sld>
</file>

<file path=ppt/slides/slide1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we thank you for your word of truth,</a:t>
            </a:r>
          </a:p>
          <a:p>
            <a:r>
              <a:rPr lang="en-US" dirty="0"/>
              <a:t>Jesus, we thank you for the bread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932600"/>
      </p:ext>
    </p:extLst>
  </p:cSld>
  <p:clrMapOvr>
    <a:masterClrMapping/>
  </p:clrMapOvr>
</p:sld>
</file>

<file path=ppt/slides/slide1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come and sing this song with gladness</a:t>
            </a:r>
          </a:p>
          <a:p>
            <a:r>
              <a:rPr lang="en-US" dirty="0"/>
              <a:t>As your hearts are filled with joy,</a:t>
            </a:r>
          </a:p>
          <a:p>
            <a:r>
              <a:rPr lang="en-US" dirty="0"/>
              <a:t>Lift your hands in brave surrender to his name.</a:t>
            </a:r>
          </a:p>
          <a:p>
            <a:r>
              <a:rPr lang="en-US" dirty="0"/>
              <a:t>O give Him all your tears and sadness,</a:t>
            </a:r>
          </a:p>
          <a:p>
            <a:r>
              <a:rPr lang="en-US" dirty="0"/>
              <a:t>Give Him all your years of pain,</a:t>
            </a:r>
          </a:p>
          <a:p>
            <a:r>
              <a:rPr lang="en-US" dirty="0"/>
              <a:t>And you’ll enter into life in Jesus’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571836"/>
      </p:ext>
    </p:extLst>
  </p:cSld>
  <p:clrMapOvr>
    <a:masterClrMapping/>
  </p:clrMapOvr>
</p:sld>
</file>

<file path=ppt/slides/slide1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we thank you for your word of truth,</a:t>
            </a:r>
          </a:p>
          <a:p>
            <a:r>
              <a:rPr lang="en-US" dirty="0"/>
              <a:t>Jesus, we thank you for the bread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780882"/>
      </p:ext>
    </p:extLst>
  </p:cSld>
  <p:clrMapOvr>
    <a:masterClrMapping/>
  </p:clrMapOvr>
</p:sld>
</file>

<file path=ppt/slides/slide1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296 - O little town of Bethlehem,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 little town of Bethlehem,</a:t>
            </a:r>
          </a:p>
          <a:p>
            <a:r>
              <a:rPr lang="en-US" dirty="0"/>
              <a:t>How still we see thee lie;</a:t>
            </a:r>
          </a:p>
          <a:p>
            <a:r>
              <a:rPr lang="en-US" dirty="0"/>
              <a:t>Above thy deep and dreamless sleep,</a:t>
            </a:r>
          </a:p>
          <a:p>
            <a:r>
              <a:rPr lang="en-US" dirty="0"/>
              <a:t>The silent stars go by.</a:t>
            </a:r>
          </a:p>
          <a:p>
            <a:r>
              <a:rPr lang="en-US" dirty="0"/>
              <a:t>Yet in thy dark streets </a:t>
            </a:r>
            <a:r>
              <a:rPr lang="en-US" dirty="0" err="1"/>
              <a:t>shineth</a:t>
            </a:r>
            <a:r>
              <a:rPr lang="en-US" dirty="0"/>
              <a:t> </a:t>
            </a:r>
          </a:p>
          <a:p>
            <a:r>
              <a:rPr lang="en-US" dirty="0"/>
              <a:t>The everlasting Light;</a:t>
            </a:r>
          </a:p>
          <a:p>
            <a:r>
              <a:rPr lang="en-US" dirty="0"/>
              <a:t>The hopes and fears of all the years </a:t>
            </a:r>
          </a:p>
          <a:p>
            <a:r>
              <a:rPr lang="en-US" dirty="0"/>
              <a:t>Are met in thee tonight.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335329"/>
      </p:ext>
    </p:extLst>
  </p:cSld>
  <p:clrMapOvr>
    <a:masterClrMapping/>
  </p:clrMapOvr>
</p:sld>
</file>

<file path=ppt/slides/slide1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 Christ is born of Mary </a:t>
            </a:r>
          </a:p>
          <a:p>
            <a:r>
              <a:rPr lang="en-US" dirty="0"/>
              <a:t>And gathered all above,</a:t>
            </a:r>
          </a:p>
          <a:p>
            <a:r>
              <a:rPr lang="en-US" dirty="0"/>
              <a:t>while mortals sleep, the angels keep </a:t>
            </a:r>
          </a:p>
          <a:p>
            <a:r>
              <a:rPr lang="en-US" dirty="0"/>
              <a:t>Their watch of wondering love.</a:t>
            </a:r>
          </a:p>
          <a:p>
            <a:r>
              <a:rPr lang="en-US" dirty="0"/>
              <a:t>O shining stars together </a:t>
            </a:r>
          </a:p>
          <a:p>
            <a:r>
              <a:rPr lang="en-US" dirty="0"/>
              <a:t>Proclaim the holy birth;</a:t>
            </a:r>
          </a:p>
          <a:p>
            <a:r>
              <a:rPr lang="en-US" dirty="0"/>
              <a:t>And praises sing to God the King </a:t>
            </a:r>
          </a:p>
          <a:p>
            <a:r>
              <a:rPr lang="en-US" dirty="0"/>
              <a:t>And peace to all on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776191"/>
      </p:ext>
    </p:extLst>
  </p:cSld>
  <p:clrMapOvr>
    <a:masterClrMapping/>
  </p:clrMapOvr>
</p:sld>
</file>

<file path=ppt/slides/slide1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 holy Child of Bethlehem, </a:t>
            </a:r>
          </a:p>
          <a:p>
            <a:r>
              <a:rPr lang="en-US" dirty="0"/>
              <a:t>Descend to us, we pray.</a:t>
            </a:r>
          </a:p>
          <a:p>
            <a:r>
              <a:rPr lang="en-US" dirty="0"/>
              <a:t>Cast out our sin and enter in, </a:t>
            </a:r>
          </a:p>
          <a:p>
            <a:r>
              <a:rPr lang="en-US" dirty="0"/>
              <a:t>Be born in us today.</a:t>
            </a:r>
          </a:p>
          <a:p>
            <a:r>
              <a:rPr lang="en-US" dirty="0"/>
              <a:t>We hear the Christmas angels, </a:t>
            </a:r>
          </a:p>
          <a:p>
            <a:r>
              <a:rPr lang="en-US" dirty="0"/>
              <a:t>The great glad tidings tell;</a:t>
            </a:r>
          </a:p>
          <a:p>
            <a:r>
              <a:rPr lang="en-US" dirty="0"/>
              <a:t>O come to us, abide with us, </a:t>
            </a:r>
          </a:p>
          <a:p>
            <a:r>
              <a:rPr lang="en-US" dirty="0"/>
              <a:t>O Lord, Emmanuel!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836304"/>
      </p:ext>
    </p:extLst>
  </p:cSld>
  <p:clrMapOvr>
    <a:masterClrMapping/>
  </p:clrMapOvr>
</p:sld>
</file>

<file path=ppt/slides/slide1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297 - O Lord, furnace of love,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furnace of love,</a:t>
            </a:r>
          </a:p>
          <a:p>
            <a:r>
              <a:rPr lang="en-US" dirty="0"/>
              <a:t>Set our hearts on fire with charity.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58419"/>
      </p:ext>
    </p:extLst>
  </p:cSld>
  <p:clrMapOvr>
    <a:masterClrMapping/>
  </p:clrMapOvr>
</p:sld>
</file>

<file path=ppt/slides/slide1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there is hatred, let’s sow his love.</a:t>
            </a:r>
          </a:p>
          <a:p>
            <a:r>
              <a:rPr lang="en-US" dirty="0"/>
              <a:t>Where there is injury, let us show pardon. </a:t>
            </a:r>
          </a:p>
          <a:p>
            <a:r>
              <a:rPr lang="en-US" dirty="0"/>
              <a:t>Where there is strife, let us bring his peace. </a:t>
            </a:r>
          </a:p>
          <a:p>
            <a:r>
              <a:rPr lang="en-US" dirty="0"/>
              <a:t>Where there is error, truth.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413088"/>
      </p:ext>
    </p:extLst>
  </p:cSld>
  <p:clrMapOvr>
    <a:masterClrMapping/>
  </p:clrMapOvr>
</p:sld>
</file>

<file path=ppt/slides/slide1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furnace of love,</a:t>
            </a:r>
          </a:p>
          <a:p>
            <a:r>
              <a:rPr lang="en-US" dirty="0"/>
              <a:t>Set our hearts on fire with charity.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326962"/>
      </p:ext>
    </p:extLst>
  </p:cSld>
  <p:clrMapOvr>
    <a:masterClrMapping/>
  </p:clrMapOvr>
</p:sld>
</file>

<file path=ppt/slides/slide1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there is doubt, let’s kindle faith.</a:t>
            </a:r>
          </a:p>
          <a:p>
            <a:r>
              <a:rPr lang="en-US" dirty="0"/>
              <a:t>Where there’s discouragement, </a:t>
            </a:r>
          </a:p>
          <a:p>
            <a:r>
              <a:rPr lang="en-US" dirty="0"/>
              <a:t>let’s bring assurance.</a:t>
            </a:r>
          </a:p>
          <a:p>
            <a:r>
              <a:rPr lang="en-US" dirty="0"/>
              <a:t>Where there is sadness, let’s awaken joy.</a:t>
            </a:r>
          </a:p>
          <a:p>
            <a:r>
              <a:rPr lang="en-US" dirty="0"/>
              <a:t>Where there is darkness, light.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969216"/>
      </p:ext>
    </p:extLst>
  </p:cSld>
  <p:clrMapOvr>
    <a:masterClrMapping/>
  </p:clrMapOvr>
</p:sld>
</file>

<file path=ppt/slides/slide1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furnace of love,</a:t>
            </a:r>
          </a:p>
          <a:p>
            <a:r>
              <a:rPr lang="en-US" dirty="0"/>
              <a:t>Set our hearts on fire with charity.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710019"/>
      </p:ext>
    </p:extLst>
  </p:cSld>
  <p:clrMapOvr>
    <a:masterClrMapping/>
  </p:clrMapOvr>
</p:sld>
</file>

<file path=ppt/slides/slide1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298 - O Lord, I’m not worthy,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I’m not worthy, </a:t>
            </a:r>
          </a:p>
          <a:p>
            <a:r>
              <a:rPr lang="en-US" dirty="0"/>
              <a:t>Yet you come to live in me.</a:t>
            </a:r>
          </a:p>
          <a:p>
            <a:r>
              <a:rPr lang="en-US" dirty="0"/>
              <a:t>So speak your word of comfort, </a:t>
            </a:r>
          </a:p>
          <a:p>
            <a:r>
              <a:rPr lang="en-US" dirty="0"/>
              <a:t>By your touch strengthen and heal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400204"/>
      </p:ext>
    </p:extLst>
  </p:cSld>
  <p:clrMapOvr>
    <a:masterClrMapping/>
  </p:clrMapOvr>
</p:sld>
</file>

<file path=ppt/slides/slide1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my body. </a:t>
            </a:r>
          </a:p>
          <a:p>
            <a:r>
              <a:rPr lang="en-US" dirty="0"/>
              <a:t>And drink my saving blood, </a:t>
            </a:r>
          </a:p>
          <a:p>
            <a:r>
              <a:rPr lang="en-US" dirty="0"/>
              <a:t>Poured out for your redemption: </a:t>
            </a:r>
          </a:p>
          <a:p>
            <a:r>
              <a:rPr lang="en-US" dirty="0"/>
              <a:t>a symbol of my love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23377"/>
      </p:ext>
    </p:extLst>
  </p:cSld>
  <p:clrMapOvr>
    <a:masterClrMapping/>
  </p:clrMapOvr>
</p:sld>
</file>

<file path=ppt/slides/slide1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I’m not worthy, </a:t>
            </a:r>
          </a:p>
          <a:p>
            <a:r>
              <a:rPr lang="en-US" dirty="0"/>
              <a:t>Yet you come to live in me.</a:t>
            </a:r>
          </a:p>
          <a:p>
            <a:r>
              <a:rPr lang="en-US" dirty="0"/>
              <a:t>So speak your word of comfort, </a:t>
            </a:r>
          </a:p>
          <a:p>
            <a:r>
              <a:rPr lang="en-US" dirty="0"/>
              <a:t>By your touch strengthen and heal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49603"/>
      </p:ext>
    </p:extLst>
  </p:cSld>
  <p:clrMapOvr>
    <a:masterClrMapping/>
  </p:clrMapOvr>
</p:sld>
</file>

<file path=ppt/slides/slide1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Called to be God’s new people, </a:t>
            </a:r>
          </a:p>
          <a:p>
            <a:r>
              <a:rPr lang="en-US" dirty="0"/>
              <a:t>made one in Christ the Lord, </a:t>
            </a:r>
          </a:p>
          <a:p>
            <a:r>
              <a:rPr lang="en-US" dirty="0"/>
              <a:t>Let us with hearts united bear witness </a:t>
            </a:r>
          </a:p>
          <a:p>
            <a:r>
              <a:rPr lang="en-US" dirty="0"/>
              <a:t>of your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98730"/>
      </p:ext>
    </p:extLst>
  </p:cSld>
  <p:clrMapOvr>
    <a:masterClrMapping/>
  </p:clrMapOvr>
</p:sld>
</file>

<file path=ppt/slides/slide1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I’m not worthy, </a:t>
            </a:r>
          </a:p>
          <a:p>
            <a:r>
              <a:rPr lang="en-US" dirty="0"/>
              <a:t>Yet you come to live in me.</a:t>
            </a:r>
          </a:p>
          <a:p>
            <a:r>
              <a:rPr lang="en-US" dirty="0"/>
              <a:t>So speak your word of comfort, </a:t>
            </a:r>
          </a:p>
          <a:p>
            <a:r>
              <a:rPr lang="en-US" dirty="0"/>
              <a:t>By your touch strengthen and heal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246370"/>
      </p:ext>
    </p:extLst>
  </p:cSld>
  <p:clrMapOvr>
    <a:masterClrMapping/>
  </p:clrMapOvr>
</p:sld>
</file>

<file path=ppt/slides/slide1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Onward through life we journey, </a:t>
            </a:r>
          </a:p>
          <a:p>
            <a:r>
              <a:rPr lang="en-US" dirty="0"/>
              <a:t>as seekers of the truth, </a:t>
            </a:r>
          </a:p>
          <a:p>
            <a:r>
              <a:rPr lang="en-US" dirty="0"/>
              <a:t>Building each day a new world of justice, peace and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38066"/>
      </p:ext>
    </p:extLst>
  </p:cSld>
  <p:clrMapOvr>
    <a:masterClrMapping/>
  </p:clrMapOvr>
</p:sld>
</file>

<file path=ppt/slides/slide1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I’m not worthy, </a:t>
            </a:r>
          </a:p>
          <a:p>
            <a:r>
              <a:rPr lang="en-US" dirty="0"/>
              <a:t>Yet you come to live in me.</a:t>
            </a:r>
          </a:p>
          <a:p>
            <a:r>
              <a:rPr lang="en-US" dirty="0"/>
              <a:t>So speak your word of comfort, </a:t>
            </a:r>
          </a:p>
          <a:p>
            <a:r>
              <a:rPr lang="en-US" dirty="0"/>
              <a:t>By your touch strengthen and heal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474119"/>
      </p:ext>
    </p:extLst>
  </p:cSld>
  <p:clrMapOvr>
    <a:masterClrMapping/>
  </p:clrMapOvr>
</p:sld>
</file>

<file path=ppt/slides/slide1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7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299 - “O maiden will you be the mother of the </a:t>
            </a:r>
            <a:r>
              <a:rPr lang="en-US" sz="4400" dirty="0" err="1"/>
              <a:t>Saviour</a:t>
            </a:r>
            <a:r>
              <a:rPr lang="en-US" sz="4400" dirty="0"/>
              <a:t>?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93966"/>
            <a:ext cx="11753537" cy="4737463"/>
          </a:xfrm>
        </p:spPr>
        <p:txBody>
          <a:bodyPr>
            <a:normAutofit fontScale="92500"/>
          </a:bodyPr>
          <a:lstStyle/>
          <a:p>
            <a:r>
              <a:rPr lang="en-US" dirty="0"/>
              <a:t>“O maiden will you be the mother of the </a:t>
            </a:r>
            <a:r>
              <a:rPr lang="en-US" dirty="0" err="1"/>
              <a:t>Saviour</a:t>
            </a:r>
            <a:r>
              <a:rPr lang="en-US" dirty="0"/>
              <a:t>? </a:t>
            </a:r>
          </a:p>
          <a:p>
            <a:r>
              <a:rPr lang="en-US" dirty="0"/>
              <a:t>Your God has chosen you to give the world his Son. </a:t>
            </a:r>
          </a:p>
          <a:p>
            <a:r>
              <a:rPr lang="en-US" dirty="0"/>
              <a:t>His power will be your shield, </a:t>
            </a:r>
          </a:p>
          <a:p>
            <a:r>
              <a:rPr lang="en-US" dirty="0"/>
              <a:t>His Spirit come upon you.” </a:t>
            </a:r>
          </a:p>
          <a:p>
            <a:r>
              <a:rPr lang="en-US" dirty="0"/>
              <a:t>And Mary bowed and said: “God’s will be done!”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134104"/>
      </p:ext>
    </p:extLst>
  </p:cSld>
  <p:clrMapOvr>
    <a:masterClrMapping/>
  </p:clrMapOvr>
</p:sld>
</file>

<file path=ppt/slides/slide1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Mary said: Yes, -3</a:t>
            </a:r>
          </a:p>
          <a:p>
            <a:r>
              <a:rPr lang="en-US" dirty="0"/>
              <a:t>When she knew that it was the will of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325910"/>
      </p:ext>
    </p:extLst>
  </p:cSld>
  <p:clrMapOvr>
    <a:masterClrMapping/>
  </p:clrMapOvr>
</p:sld>
</file>

<file path=ppt/slides/slide1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“No cradle will be his, but just a simple manger. </a:t>
            </a:r>
          </a:p>
          <a:p>
            <a:r>
              <a:rPr lang="en-US" dirty="0"/>
              <a:t>A helpless little babe, from Herod’s wrath he’ll run. </a:t>
            </a:r>
          </a:p>
          <a:p>
            <a:r>
              <a:rPr lang="en-US" dirty="0"/>
              <a:t>And in a foreign land, </a:t>
            </a:r>
          </a:p>
          <a:p>
            <a:r>
              <a:rPr lang="en-US" dirty="0"/>
              <a:t>long years he’ll have to linger.” </a:t>
            </a:r>
          </a:p>
          <a:p>
            <a:r>
              <a:rPr lang="en-US" dirty="0"/>
              <a:t>And Mary bowed and said: “God’s will be done!”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523920"/>
      </p:ext>
    </p:extLst>
  </p:cSld>
  <p:clrMapOvr>
    <a:masterClrMapping/>
  </p:clrMapOvr>
</p:sld>
</file>

<file path=ppt/slides/slide1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Mary said: Yes, -3</a:t>
            </a:r>
          </a:p>
          <a:p>
            <a:r>
              <a:rPr lang="en-US" dirty="0"/>
              <a:t>When she knew that it was the will of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708437"/>
      </p:ext>
    </p:extLst>
  </p:cSld>
  <p:clrMapOvr>
    <a:masterClrMapping/>
  </p:clrMapOvr>
</p:sld>
</file>

<file path=ppt/slides/slide1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And soon the day will come </a:t>
            </a:r>
          </a:p>
          <a:p>
            <a:r>
              <a:rPr lang="en-US" dirty="0"/>
              <a:t>when enemies will round him, </a:t>
            </a:r>
          </a:p>
          <a:p>
            <a:r>
              <a:rPr lang="en-US" dirty="0"/>
              <a:t>And nail him to a tree, </a:t>
            </a:r>
          </a:p>
          <a:p>
            <a:r>
              <a:rPr lang="en-US" dirty="0"/>
              <a:t>your sinless, spotless one. </a:t>
            </a:r>
          </a:p>
          <a:p>
            <a:r>
              <a:rPr lang="en-US" dirty="0"/>
              <a:t>The price of human ransom will heavy fall upon him.” </a:t>
            </a:r>
          </a:p>
          <a:p>
            <a:r>
              <a:rPr lang="en-US" dirty="0"/>
              <a:t>And Mary bowed and said: God’s will be done.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353831"/>
      </p:ext>
    </p:extLst>
  </p:cSld>
  <p:clrMapOvr>
    <a:masterClrMapping/>
  </p:clrMapOvr>
</p:sld>
</file>

<file path=ppt/slides/slide1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Mary said: Yes, -3</a:t>
            </a:r>
          </a:p>
          <a:p>
            <a:r>
              <a:rPr lang="en-US" dirty="0"/>
              <a:t>When she knew that it was the will of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772640"/>
      </p:ext>
    </p:extLst>
  </p:cSld>
  <p:clrMapOvr>
    <a:masterClrMapping/>
  </p:clrMapOvr>
</p:sld>
</file>

<file path=ppt/slides/slide1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300 - O Queen of the Holy Rosary, oh, bless us as we pray,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21975"/>
            <a:ext cx="11753537" cy="52193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 Queen of the Holy Rosary, </a:t>
            </a:r>
          </a:p>
          <a:p>
            <a:r>
              <a:rPr lang="en-US" dirty="0"/>
              <a:t>oh, bless us as we pray, </a:t>
            </a:r>
          </a:p>
          <a:p>
            <a:r>
              <a:rPr lang="en-US" dirty="0"/>
              <a:t>And offer thee our roses, in garlands, day by day; </a:t>
            </a:r>
          </a:p>
          <a:p>
            <a:r>
              <a:rPr lang="en-US" dirty="0"/>
              <a:t>While from our Father’s garden, </a:t>
            </a:r>
          </a:p>
          <a:p>
            <a:r>
              <a:rPr lang="en-US" dirty="0"/>
              <a:t>with loving hearts and bold, </a:t>
            </a:r>
          </a:p>
          <a:p>
            <a:r>
              <a:rPr lang="en-US" dirty="0"/>
              <a:t>We gather to thine honour, </a:t>
            </a:r>
          </a:p>
          <a:p>
            <a:r>
              <a:rPr lang="en-US" dirty="0"/>
              <a:t>buds white and red and gold.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1299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653295"/>
      </p:ext>
    </p:extLst>
  </p:cSld>
  <p:clrMapOvr>
    <a:masterClrMapping/>
  </p:clrMapOvr>
</p:sld>
</file>

<file path=ppt/slides/slide1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 Queen of the Holy Rosary! each mystery blends with </a:t>
            </a:r>
            <a:r>
              <a:rPr lang="en-US" dirty="0" err="1"/>
              <a:t>thine</a:t>
            </a:r>
            <a:r>
              <a:rPr lang="en-US" dirty="0"/>
              <a:t> </a:t>
            </a:r>
          </a:p>
          <a:p>
            <a:r>
              <a:rPr lang="en-US" dirty="0"/>
              <a:t>The sacred life of Jesus, in every step divine. </a:t>
            </a:r>
          </a:p>
          <a:p>
            <a:r>
              <a:rPr lang="en-US" dirty="0"/>
              <a:t>Thy soul was His fair garden, </a:t>
            </a:r>
          </a:p>
          <a:p>
            <a:r>
              <a:rPr lang="en-US" dirty="0"/>
              <a:t>thy Virgin breast His throne, </a:t>
            </a:r>
          </a:p>
          <a:p>
            <a:r>
              <a:rPr lang="en-US" dirty="0"/>
              <a:t>Thy thoughts His faithful mirror, </a:t>
            </a:r>
          </a:p>
          <a:p>
            <a:r>
              <a:rPr lang="en-US" dirty="0"/>
              <a:t>reflecting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605131"/>
      </p:ext>
    </p:extLst>
  </p:cSld>
  <p:clrMapOvr>
    <a:masterClrMapping/>
  </p:clrMapOvr>
</p:sld>
</file>

<file path=ppt/slides/slide1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301 - O sacrament most holy,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sacrament most holy,</a:t>
            </a:r>
          </a:p>
          <a:p>
            <a:r>
              <a:rPr lang="en-US" dirty="0"/>
              <a:t>O Sacrament Divine,</a:t>
            </a:r>
          </a:p>
          <a:p>
            <a:r>
              <a:rPr lang="en-US" dirty="0"/>
              <a:t>All praise and all thanksgiving,</a:t>
            </a:r>
          </a:p>
          <a:p>
            <a:r>
              <a:rPr lang="en-US" dirty="0"/>
              <a:t>Be every moment </a:t>
            </a:r>
            <a:r>
              <a:rPr lang="en-US" dirty="0" err="1"/>
              <a:t>Thine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550045"/>
      </p:ext>
    </p:extLst>
  </p:cSld>
  <p:clrMapOvr>
    <a:masterClrMapping/>
  </p:clrMapOvr>
</p:sld>
</file>

<file path=ppt/slides/slide1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8" y="39216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302 - O sacred head surrounded by crown of piercing thorn!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49682"/>
            <a:ext cx="11753537" cy="554806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 sacred head surrounded by crown </a:t>
            </a:r>
          </a:p>
          <a:p>
            <a:r>
              <a:rPr lang="en-US" dirty="0"/>
              <a:t>of piercing thorn! </a:t>
            </a:r>
          </a:p>
          <a:p>
            <a:r>
              <a:rPr lang="en-US" dirty="0"/>
              <a:t>O bleeding Head so wounded, </a:t>
            </a:r>
          </a:p>
          <a:p>
            <a:r>
              <a:rPr lang="en-US" dirty="0"/>
              <a:t>reviled and put to scorn! </a:t>
            </a:r>
          </a:p>
          <a:p>
            <a:r>
              <a:rPr lang="en-US" dirty="0"/>
              <a:t>Death’s pallid hue comes over Thee, </a:t>
            </a:r>
          </a:p>
          <a:p>
            <a:r>
              <a:rPr lang="en-US" dirty="0"/>
              <a:t>the glow of life decays, </a:t>
            </a:r>
          </a:p>
          <a:p>
            <a:r>
              <a:rPr lang="en-US" dirty="0"/>
              <a:t>Yet angel hosts adore Thee </a:t>
            </a:r>
          </a:p>
          <a:p>
            <a:r>
              <a:rPr lang="en-US" dirty="0"/>
              <a:t>and tremble as they gaze.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249775"/>
      </p:ext>
    </p:extLst>
  </p:cSld>
  <p:clrMapOvr>
    <a:masterClrMapping/>
  </p:clrMapOvr>
</p:sld>
</file>

<file path=ppt/slides/slide1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see Thy strength and </a:t>
            </a:r>
            <a:r>
              <a:rPr lang="en-US" dirty="0" err="1"/>
              <a:t>vigour</a:t>
            </a:r>
            <a:r>
              <a:rPr lang="en-US" dirty="0"/>
              <a:t> </a:t>
            </a:r>
          </a:p>
          <a:p>
            <a:r>
              <a:rPr lang="en-US" dirty="0"/>
              <a:t>all fading in the strife, </a:t>
            </a:r>
          </a:p>
          <a:p>
            <a:r>
              <a:rPr lang="en-US" dirty="0"/>
              <a:t>And death with cruel </a:t>
            </a:r>
            <a:r>
              <a:rPr lang="en-US" dirty="0" err="1"/>
              <a:t>rigour</a:t>
            </a:r>
            <a:r>
              <a:rPr lang="en-US" dirty="0"/>
              <a:t>, </a:t>
            </a:r>
          </a:p>
          <a:p>
            <a:r>
              <a:rPr lang="en-US" dirty="0"/>
              <a:t>bereaving Thee of life; </a:t>
            </a:r>
          </a:p>
          <a:p>
            <a:r>
              <a:rPr lang="en-US" dirty="0"/>
              <a:t>O agony and dying! O love to sinners free! </a:t>
            </a:r>
          </a:p>
          <a:p>
            <a:r>
              <a:rPr lang="en-US" dirty="0"/>
              <a:t>Jesus, all grace supplying, </a:t>
            </a:r>
          </a:p>
          <a:p>
            <a:r>
              <a:rPr lang="en-US" dirty="0"/>
              <a:t>O turn Thy Face on 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917683"/>
      </p:ext>
    </p:extLst>
  </p:cSld>
  <p:clrMapOvr>
    <a:masterClrMapping/>
  </p:clrMapOvr>
</p:sld>
</file>

<file path=ppt/slides/slide1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this, Thy bitter passion, </a:t>
            </a:r>
          </a:p>
          <a:p>
            <a:r>
              <a:rPr lang="en-US" dirty="0"/>
              <a:t>Good Shepherd, think of me </a:t>
            </a:r>
          </a:p>
          <a:p>
            <a:r>
              <a:rPr lang="en-US" dirty="0"/>
              <a:t>With Thy most sweet compassion, </a:t>
            </a:r>
          </a:p>
          <a:p>
            <a:r>
              <a:rPr lang="en-US" dirty="0"/>
              <a:t>Unworthy though I be: </a:t>
            </a:r>
          </a:p>
          <a:p>
            <a:r>
              <a:rPr lang="en-US" dirty="0"/>
              <a:t>Beneath Thy Cross abiding forever would I rest </a:t>
            </a:r>
          </a:p>
          <a:p>
            <a:r>
              <a:rPr lang="en-US" dirty="0"/>
              <a:t>In Thy dear love confiding and with Thy presence blest.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987011"/>
      </p:ext>
    </p:extLst>
  </p:cSld>
  <p:clrMapOvr>
    <a:masterClrMapping/>
  </p:clrMapOvr>
</p:sld>
</file>

<file path=ppt/slides/slide1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42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303 - O sing to the chief musician,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sing to the chief musician,</a:t>
            </a:r>
          </a:p>
          <a:p>
            <a:r>
              <a:rPr lang="en-US" dirty="0"/>
              <a:t>O sing from the depths of your hearts. </a:t>
            </a:r>
          </a:p>
          <a:p>
            <a:r>
              <a:rPr lang="en-US" dirty="0"/>
              <a:t>Lift up your voice and praise His name,</a:t>
            </a:r>
          </a:p>
          <a:p>
            <a:r>
              <a:rPr lang="en-US" dirty="0"/>
              <a:t>With songs of thanksgiving His love proclaim,</a:t>
            </a:r>
          </a:p>
          <a:p>
            <a:r>
              <a:rPr lang="en-US" dirty="0"/>
              <a:t>O sing to the Chief Musician a glorious song.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123487"/>
      </p:ext>
    </p:extLst>
  </p:cSld>
  <p:clrMapOvr>
    <a:masterClrMapping/>
  </p:clrMapOvr>
</p:sld>
</file>

<file path=ppt/slides/slide1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IN" dirty="0"/>
              <a:t>Halleluiah! Jesus gave us a new song to sing, </a:t>
            </a:r>
          </a:p>
          <a:p>
            <a:r>
              <a:rPr lang="en-IN" dirty="0"/>
              <a:t>Halleluiah! He gave us a new song to sing!</a:t>
            </a:r>
          </a:p>
          <a:p>
            <a:r>
              <a:rPr lang="en-IN" dirty="0"/>
              <a:t>Halleluiah, Halleluiah, Halleluiah!</a:t>
            </a:r>
          </a:p>
          <a:p>
            <a:r>
              <a:rPr lang="en-IN" dirty="0"/>
              <a:t>Halleluiah, Halleluiah, Halleluiah!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758269"/>
      </p:ext>
    </p:extLst>
  </p:cSld>
  <p:clrMapOvr>
    <a:masterClrMapping/>
  </p:clrMapOvr>
</p:sld>
</file>

<file path=ppt/slides/slide1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Sing to the Chief Musician,</a:t>
            </a:r>
          </a:p>
          <a:p>
            <a:r>
              <a:rPr lang="en-US" dirty="0"/>
              <a:t>O Sing Him a new song of praise.</a:t>
            </a:r>
          </a:p>
          <a:p>
            <a:r>
              <a:rPr lang="en-US" dirty="0"/>
              <a:t>Worthy is He, the Lamb that was slain,</a:t>
            </a:r>
          </a:p>
          <a:p>
            <a:r>
              <a:rPr lang="en-US" dirty="0"/>
              <a:t>His song of salvation: our </a:t>
            </a:r>
            <a:r>
              <a:rPr lang="en-US" dirty="0" err="1"/>
              <a:t>favourite</a:t>
            </a:r>
            <a:r>
              <a:rPr lang="en-US" dirty="0"/>
              <a:t> refrain,</a:t>
            </a:r>
          </a:p>
          <a:p>
            <a:r>
              <a:rPr lang="en-US" dirty="0"/>
              <a:t>O sing to the Chief Musician a glorious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302212"/>
      </p:ext>
    </p:extLst>
  </p:cSld>
  <p:clrMapOvr>
    <a:masterClrMapping/>
  </p:clrMapOvr>
</p:sld>
</file>

<file path=ppt/slides/slide1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IN" dirty="0"/>
              <a:t>Halleluiah! Jesus gave us a new song to sing, </a:t>
            </a:r>
          </a:p>
          <a:p>
            <a:r>
              <a:rPr lang="en-IN" dirty="0"/>
              <a:t>Halleluiah! He gave us a new song to sing!</a:t>
            </a:r>
          </a:p>
          <a:p>
            <a:r>
              <a:rPr lang="en-IN" dirty="0"/>
              <a:t>Halleluiah, Halleluiah, Halleluiah!</a:t>
            </a:r>
          </a:p>
          <a:p>
            <a:r>
              <a:rPr lang="en-IN" dirty="0"/>
              <a:t>Halleluiah, Halleluiah, Halleluiah!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84515"/>
      </p:ext>
    </p:extLst>
  </p:cSld>
  <p:clrMapOvr>
    <a:masterClrMapping/>
  </p:clrMapOvr>
</p:sld>
</file>

<file path=ppt/slides/slide1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304 - O Spirit, Source of Wisdom,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Spirit, Source of Wisdom,</a:t>
            </a:r>
          </a:p>
          <a:p>
            <a:r>
              <a:rPr lang="en-US" dirty="0"/>
              <a:t>Fount of grace and life,</a:t>
            </a:r>
          </a:p>
          <a:p>
            <a:r>
              <a:rPr lang="en-US" dirty="0"/>
              <a:t>Inflame our hearts, we ask you, </a:t>
            </a:r>
          </a:p>
          <a:p>
            <a:r>
              <a:rPr lang="en-US" dirty="0"/>
              <a:t>With the fire of love.</a:t>
            </a:r>
          </a:p>
          <a:p>
            <a:r>
              <a:rPr lang="en-US" dirty="0"/>
              <a:t>Grant us a deeper vision of your truth divine </a:t>
            </a:r>
          </a:p>
          <a:p>
            <a:r>
              <a:rPr lang="en-US" dirty="0"/>
              <a:t>And every saving virtue in our hearts enshrine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525953"/>
      </p:ext>
    </p:extLst>
  </p:cSld>
  <p:clrMapOvr>
    <a:masterClrMapping/>
  </p:clrMapOvr>
</p:sld>
</file>

<file path=ppt/slides/slide1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O Creator Spirit blest,</a:t>
            </a:r>
          </a:p>
          <a:p>
            <a:r>
              <a:rPr lang="en-US" dirty="0"/>
              <a:t>And in our hearts take up your rest.</a:t>
            </a:r>
          </a:p>
          <a:p>
            <a:r>
              <a:rPr lang="en-US" dirty="0"/>
              <a:t>Come with your grace and heavenly aid,</a:t>
            </a:r>
          </a:p>
          <a:p>
            <a:r>
              <a:rPr lang="en-US" dirty="0"/>
              <a:t>To fill the hearts which you have made.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419645"/>
      </p:ext>
    </p:extLst>
  </p:cSld>
  <p:clrMapOvr>
    <a:masterClrMapping/>
  </p:clrMapOvr>
</p:sld>
</file>

<file path=ppt/slides/slide1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you, the Comforter, we cry</a:t>
            </a:r>
          </a:p>
          <a:p>
            <a:r>
              <a:rPr lang="en-US" dirty="0"/>
              <a:t>To you, the Gift of God most high</a:t>
            </a:r>
          </a:p>
          <a:p>
            <a:r>
              <a:rPr lang="en-US" dirty="0"/>
              <a:t>The Fount of Life and Fire of Love</a:t>
            </a:r>
          </a:p>
          <a:p>
            <a:r>
              <a:rPr lang="en-US" dirty="0"/>
              <a:t>And soul’s anointing from above.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722519"/>
      </p:ext>
    </p:extLst>
  </p:cSld>
  <p:clrMapOvr>
    <a:masterClrMapping/>
  </p:clrMapOvr>
</p:sld>
</file>

<file path=ppt/slides/slide1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the Father let us sing</a:t>
            </a:r>
          </a:p>
          <a:p>
            <a:r>
              <a:rPr lang="en-US" dirty="0"/>
              <a:t>To God the Son our Risen King </a:t>
            </a:r>
          </a:p>
          <a:p>
            <a:r>
              <a:rPr lang="en-US" dirty="0"/>
              <a:t>And equally let us adore </a:t>
            </a:r>
          </a:p>
          <a:p>
            <a:r>
              <a:rPr lang="en-US" dirty="0"/>
              <a:t>The Spirit, God for evermore!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400182"/>
      </p:ext>
    </p:extLst>
  </p:cSld>
  <p:clrMapOvr>
    <a:masterClrMapping/>
  </p:clrMapOvr>
</p:sld>
</file>

<file path=ppt/slides/slide1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305 - O with what joy we sing of Mary,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 with what joy we sing of Mary,</a:t>
            </a:r>
          </a:p>
          <a:p>
            <a:r>
              <a:rPr lang="en-US" dirty="0"/>
              <a:t>A woman of great love,</a:t>
            </a:r>
          </a:p>
          <a:p>
            <a:r>
              <a:rPr lang="en-US" dirty="0"/>
              <a:t>Whose openness and loving kindness,</a:t>
            </a:r>
          </a:p>
          <a:p>
            <a:r>
              <a:rPr lang="en-US" dirty="0"/>
              <a:t>Gave birth to God’s own Son.</a:t>
            </a:r>
          </a:p>
          <a:p>
            <a:r>
              <a:rPr lang="en-US" dirty="0"/>
              <a:t>Mary, O so gentle and discreet,</a:t>
            </a:r>
          </a:p>
          <a:p>
            <a:r>
              <a:rPr lang="en-US" dirty="0"/>
              <a:t>Be with us as we pray</a:t>
            </a:r>
          </a:p>
          <a:p>
            <a:r>
              <a:rPr lang="en-US" dirty="0"/>
              <a:t>To know the whisper of his presence.</a:t>
            </a:r>
          </a:p>
          <a:p>
            <a:r>
              <a:rPr lang="en-US" dirty="0"/>
              <a:t>The wonder of his love!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772090"/>
      </p:ext>
    </p:extLst>
  </p:cSld>
  <p:clrMapOvr>
    <a:masterClrMapping/>
  </p:clrMapOvr>
</p:sld>
</file>

<file path=ppt/slides/slide1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306 - Oh, how good is the Lord, -3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how good is the Lord, -3</a:t>
            </a:r>
          </a:p>
          <a:p>
            <a:r>
              <a:rPr lang="en-US" dirty="0"/>
              <a:t>I never will forget what he has done for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31305"/>
      </p:ext>
    </p:extLst>
  </p:cSld>
  <p:clrMapOvr>
    <a:masterClrMapping/>
  </p:clrMapOvr>
</p:sld>
</file>

<file path=ppt/slides/slide1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gives us his Spirit, how good is the Lord.</a:t>
            </a:r>
          </a:p>
          <a:p>
            <a:r>
              <a:rPr lang="en-US" dirty="0"/>
              <a:t>He gives us new life... </a:t>
            </a:r>
          </a:p>
          <a:p>
            <a:r>
              <a:rPr lang="en-US" dirty="0"/>
              <a:t>He gives us his blessings...</a:t>
            </a:r>
          </a:p>
          <a:p>
            <a:r>
              <a:rPr lang="en-US" dirty="0"/>
              <a:t>He gives us salvation...</a:t>
            </a:r>
          </a:p>
          <a:p>
            <a:r>
              <a:rPr lang="en-US" dirty="0"/>
              <a:t>He gives us  his healing...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354493"/>
      </p:ext>
    </p:extLst>
  </p:cSld>
  <p:clrMapOvr>
    <a:masterClrMapping/>
  </p:clrMapOvr>
</p:sld>
</file>

<file path=ppt/slides/slide1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8" y="51190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307 - Oh, Lord my God, when I, in awesome wonder,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95997"/>
            <a:ext cx="11753537" cy="4770120"/>
          </a:xfrm>
        </p:spPr>
        <p:txBody>
          <a:bodyPr/>
          <a:lstStyle/>
          <a:p>
            <a:r>
              <a:rPr lang="en-US" dirty="0"/>
              <a:t>Oh, Lord my God, when I, in awesome wonder,</a:t>
            </a:r>
          </a:p>
          <a:p>
            <a:r>
              <a:rPr lang="en-US" dirty="0"/>
              <a:t>Consider all the world thy hand has made, </a:t>
            </a:r>
          </a:p>
          <a:p>
            <a:r>
              <a:rPr lang="en-US" dirty="0"/>
              <a:t>I see the stars, I hear the rolling thunder, </a:t>
            </a:r>
          </a:p>
          <a:p>
            <a:r>
              <a:rPr lang="en-US" dirty="0"/>
              <a:t>Thy power throughout the universe displayed: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108526"/>
      </p:ext>
    </p:extLst>
  </p:cSld>
  <p:clrMapOvr>
    <a:masterClrMapping/>
  </p:clrMapOvr>
</p:sld>
</file>

<file path=ppt/slides/slide1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690006"/>
      </p:ext>
    </p:extLst>
  </p:cSld>
  <p:clrMapOvr>
    <a:masterClrMapping/>
  </p:clrMapOvr>
</p:sld>
</file>

<file path=ppt/slides/slide1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when I think that God, </a:t>
            </a:r>
          </a:p>
          <a:p>
            <a:r>
              <a:rPr lang="en-US" dirty="0"/>
              <a:t>his Son not sparing. </a:t>
            </a:r>
          </a:p>
          <a:p>
            <a:r>
              <a:rPr lang="en-US" dirty="0"/>
              <a:t>Sent Him to earth, I scarcely can believe, </a:t>
            </a:r>
          </a:p>
          <a:p>
            <a:r>
              <a:rPr lang="en-US" dirty="0"/>
              <a:t>That on the cross, our burden gladly bearing, </a:t>
            </a:r>
          </a:p>
          <a:p>
            <a:r>
              <a:rPr lang="en-US" dirty="0"/>
              <a:t>He gave his life for all the world’s relief.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332474"/>
      </p:ext>
    </p:extLst>
  </p:cSld>
  <p:clrMapOvr>
    <a:masterClrMapping/>
  </p:clrMapOvr>
</p:sld>
</file>

<file path=ppt/slides/slide1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13540"/>
      </p:ext>
    </p:extLst>
  </p:cSld>
  <p:clrMapOvr>
    <a:masterClrMapping/>
  </p:clrMapOvr>
</p:sld>
</file>

<file path=ppt/slides/slide1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when draws near the day of my salvation, </a:t>
            </a:r>
          </a:p>
          <a:p>
            <a:r>
              <a:rPr lang="en-US" dirty="0"/>
              <a:t>What happiness, what joy shall fill my heart! </a:t>
            </a:r>
          </a:p>
          <a:p>
            <a:r>
              <a:rPr lang="en-US" dirty="0"/>
              <a:t>When I shall bow in humble adoration,</a:t>
            </a:r>
          </a:p>
          <a:p>
            <a:r>
              <a:rPr lang="en-US" dirty="0"/>
              <a:t>And then proclaim: </a:t>
            </a:r>
          </a:p>
          <a:p>
            <a:r>
              <a:rPr lang="en-US" dirty="0"/>
              <a:t>my God, how great thou art!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831582"/>
      </p:ext>
    </p:extLst>
  </p:cSld>
  <p:clrMapOvr>
    <a:masterClrMapping/>
  </p:clrMapOvr>
</p:sld>
</file>

<file path=ppt/slides/slide1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r>
              <a:rPr lang="en-US" dirty="0"/>
              <a:t>Then sings my soul, my </a:t>
            </a:r>
            <a:r>
              <a:rPr lang="en-US" dirty="0" err="1"/>
              <a:t>Saviour</a:t>
            </a:r>
            <a:r>
              <a:rPr lang="en-US" dirty="0"/>
              <a:t> God, to Thee: </a:t>
            </a:r>
          </a:p>
          <a:p>
            <a:r>
              <a:rPr lang="en-US" dirty="0"/>
              <a:t>How great Thou art, how great Thou art!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462935"/>
      </p:ext>
    </p:extLst>
  </p:cSld>
  <p:clrMapOvr>
    <a:masterClrMapping/>
  </p:clrMapOvr>
</p:sld>
</file>

<file path=ppt/slides/slide1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308 - Oh, the love of my Lord is the essence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the love of my Lord is the essence</a:t>
            </a:r>
          </a:p>
          <a:p>
            <a:r>
              <a:rPr lang="en-US" dirty="0"/>
              <a:t>Of all that I love here on earth. </a:t>
            </a:r>
          </a:p>
          <a:p>
            <a:r>
              <a:rPr lang="en-US" dirty="0"/>
              <a:t>All the beauty I see he has given to me </a:t>
            </a:r>
          </a:p>
          <a:p>
            <a:r>
              <a:rPr lang="en-US" dirty="0"/>
              <a:t>And his giving is gentle as silence.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666486"/>
      </p:ext>
    </p:extLst>
  </p:cSld>
  <p:clrMapOvr>
    <a:masterClrMapping/>
  </p:clrMapOvr>
</p:sld>
</file>

<file path=ppt/slides/slide1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day, every hour, every moment</a:t>
            </a:r>
          </a:p>
          <a:p>
            <a:r>
              <a:rPr lang="en-US" dirty="0"/>
              <a:t>Have been blessed by the strength of his love,</a:t>
            </a:r>
          </a:p>
          <a:p>
            <a:r>
              <a:rPr lang="en-US" dirty="0"/>
              <a:t>At the turn of each tide, he is there at my side.</a:t>
            </a:r>
          </a:p>
          <a:p>
            <a:r>
              <a:rPr lang="en-US" dirty="0"/>
              <a:t>And his touch is as gentle as silence.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915825"/>
      </p:ext>
    </p:extLst>
  </p:cSld>
  <p:clrMapOvr>
    <a:masterClrMapping/>
  </p:clrMapOvr>
</p:sld>
</file>

<file path=ppt/slides/slide1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There’ve been times when I’ve turned </a:t>
            </a:r>
          </a:p>
          <a:p>
            <a:r>
              <a:rPr lang="en-US" dirty="0"/>
              <a:t>from his presence</a:t>
            </a:r>
          </a:p>
          <a:p>
            <a:r>
              <a:rPr lang="en-US" dirty="0"/>
              <a:t>And I’ve walked other paths, other ways. </a:t>
            </a:r>
          </a:p>
          <a:p>
            <a:r>
              <a:rPr lang="en-US" dirty="0"/>
              <a:t>But I’ve called on his name </a:t>
            </a:r>
          </a:p>
          <a:p>
            <a:r>
              <a:rPr lang="en-US" dirty="0"/>
              <a:t>in the dark of my shame. </a:t>
            </a:r>
          </a:p>
          <a:p>
            <a:r>
              <a:rPr lang="en-US" dirty="0"/>
              <a:t>And his mercy was gentle as silence.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897274"/>
      </p:ext>
    </p:extLst>
  </p:cSld>
  <p:clrMapOvr>
    <a:masterClrMapping/>
  </p:clrMapOvr>
</p:sld>
</file>

<file path=ppt/slides/slide1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42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309 - Oh the Word of my Lord,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108166"/>
            <a:ext cx="11753537" cy="5548069"/>
          </a:xfrm>
        </p:spPr>
        <p:txBody>
          <a:bodyPr/>
          <a:lstStyle/>
          <a:p>
            <a:r>
              <a:rPr lang="en-US" dirty="0"/>
              <a:t>Oh the Word of my Lord, </a:t>
            </a:r>
          </a:p>
          <a:p>
            <a:r>
              <a:rPr lang="en-US" dirty="0"/>
              <a:t>deep within my being,</a:t>
            </a:r>
          </a:p>
          <a:p>
            <a:r>
              <a:rPr lang="en-US" dirty="0"/>
              <a:t>Oh the word of my Lord, </a:t>
            </a:r>
          </a:p>
          <a:p>
            <a:r>
              <a:rPr lang="en-US" dirty="0"/>
              <a:t>You have filled my mind!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683481"/>
      </p:ext>
    </p:extLst>
  </p:cSld>
  <p:clrMapOvr>
    <a:masterClrMapping/>
  </p:clrMapOvr>
</p:sld>
</file>

<file path=ppt/slides/slide1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I formed you in the womb </a:t>
            </a:r>
          </a:p>
          <a:p>
            <a:r>
              <a:rPr lang="en-US" dirty="0"/>
              <a:t>I knew you through and through, </a:t>
            </a:r>
          </a:p>
          <a:p>
            <a:r>
              <a:rPr lang="en-US" dirty="0"/>
              <a:t>I chose you to be mine,</a:t>
            </a:r>
          </a:p>
          <a:p>
            <a:r>
              <a:rPr lang="en-US" dirty="0"/>
              <a:t>Before you left your mother’s side</a:t>
            </a:r>
          </a:p>
          <a:p>
            <a:r>
              <a:rPr lang="en-US" dirty="0"/>
              <a:t>I called to you, my child, to be my sign.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7712"/>
      </p:ext>
    </p:extLst>
  </p:cSld>
  <p:clrMapOvr>
    <a:masterClrMapping/>
  </p:clrMapOvr>
</p:sld>
</file>

<file path=ppt/slides/slide1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the Word of my Lord, </a:t>
            </a:r>
          </a:p>
          <a:p>
            <a:r>
              <a:rPr lang="en-US" dirty="0"/>
              <a:t>deep within my being,</a:t>
            </a:r>
          </a:p>
          <a:p>
            <a:r>
              <a:rPr lang="en-US" dirty="0"/>
              <a:t>Oh the word of my Lord, </a:t>
            </a:r>
          </a:p>
          <a:p>
            <a:r>
              <a:rPr lang="en-US" dirty="0"/>
              <a:t>You have filled my mind!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36814"/>
      </p:ext>
    </p:extLst>
  </p:cSld>
  <p:clrMapOvr>
    <a:masterClrMapping/>
  </p:clrMapOvr>
</p:sld>
</file>

<file path=ppt/slides/slide1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know that you are very young,</a:t>
            </a:r>
          </a:p>
          <a:p>
            <a:r>
              <a:rPr lang="en-US" dirty="0"/>
              <a:t>But I will make you strong: </a:t>
            </a:r>
          </a:p>
          <a:p>
            <a:r>
              <a:rPr lang="en-US" dirty="0"/>
              <a:t>I’ll fill you with my word;</a:t>
            </a:r>
          </a:p>
          <a:p>
            <a:r>
              <a:rPr lang="en-US" dirty="0"/>
              <a:t>And you will travel through the land,</a:t>
            </a:r>
          </a:p>
          <a:p>
            <a:r>
              <a:rPr lang="en-US" dirty="0"/>
              <a:t>Fulfilling my command which you have heard.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054027"/>
      </p:ext>
    </p:extLst>
  </p:cSld>
  <p:clrMapOvr>
    <a:masterClrMapping/>
  </p:clrMapOvr>
</p:sld>
</file>

<file path=ppt/slides/slide1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the Word of my Lord, </a:t>
            </a:r>
          </a:p>
          <a:p>
            <a:r>
              <a:rPr lang="en-US" dirty="0"/>
              <a:t>deep within my being,</a:t>
            </a:r>
          </a:p>
          <a:p>
            <a:r>
              <a:rPr lang="en-US" dirty="0"/>
              <a:t>Oh the word of my Lord, </a:t>
            </a:r>
          </a:p>
          <a:p>
            <a:r>
              <a:rPr lang="en-US" dirty="0"/>
              <a:t>You have filled my mind!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058925"/>
      </p:ext>
    </p:extLst>
  </p:cSld>
  <p:clrMapOvr>
    <a:masterClrMapping/>
  </p:clrMapOvr>
</p:sld>
</file>

<file path=ppt/slides/slide1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everywhere you are to go,</a:t>
            </a:r>
          </a:p>
          <a:p>
            <a:r>
              <a:rPr lang="en-US" dirty="0"/>
              <a:t>My hand will follow you, you will not be alone. </a:t>
            </a:r>
          </a:p>
          <a:p>
            <a:r>
              <a:rPr lang="en-US" dirty="0"/>
              <a:t>In all the danger that you fear,</a:t>
            </a:r>
          </a:p>
          <a:p>
            <a:r>
              <a:rPr lang="en-US" dirty="0"/>
              <a:t>You’ll find me very near, your words my 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197281"/>
      </p:ext>
    </p:extLst>
  </p:cSld>
  <p:clrMapOvr>
    <a:masterClrMapping/>
  </p:clrMapOvr>
</p:sld>
</file>

<file path=ppt/slides/slide1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the Word of my Lord, </a:t>
            </a:r>
          </a:p>
          <a:p>
            <a:r>
              <a:rPr lang="en-US" dirty="0"/>
              <a:t>deep within my being,</a:t>
            </a:r>
          </a:p>
          <a:p>
            <a:r>
              <a:rPr lang="en-US" dirty="0"/>
              <a:t>Oh the word of my Lord, </a:t>
            </a:r>
          </a:p>
          <a:p>
            <a:r>
              <a:rPr lang="en-US" dirty="0"/>
              <a:t>You have filled my mind!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18186"/>
      </p:ext>
    </p:extLst>
  </p:cSld>
  <p:clrMapOvr>
    <a:masterClrMapping/>
  </p:clrMapOvr>
</p:sld>
</file>

<file path=ppt/slides/slide1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all my strength you will be filled:</a:t>
            </a:r>
          </a:p>
          <a:p>
            <a:r>
              <a:rPr lang="en-US" dirty="0"/>
              <a:t>You will destroy and build: </a:t>
            </a:r>
          </a:p>
          <a:p>
            <a:r>
              <a:rPr lang="en-US" dirty="0"/>
              <a:t>For that is my design. </a:t>
            </a:r>
          </a:p>
          <a:p>
            <a:r>
              <a:rPr lang="en-US" dirty="0"/>
              <a:t>You will create and overthrow,</a:t>
            </a:r>
          </a:p>
          <a:p>
            <a:r>
              <a:rPr lang="en-US" dirty="0"/>
              <a:t>Reap harvests I will sow: Your word is mine.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866567"/>
      </p:ext>
    </p:extLst>
  </p:cSld>
  <p:clrMapOvr>
    <a:masterClrMapping/>
  </p:clrMapOvr>
</p:sld>
</file>

<file path=ppt/slides/slide1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the Word of my Lord, </a:t>
            </a:r>
          </a:p>
          <a:p>
            <a:r>
              <a:rPr lang="en-US" dirty="0"/>
              <a:t>deep within my being,</a:t>
            </a:r>
          </a:p>
          <a:p>
            <a:r>
              <a:rPr lang="en-US" dirty="0"/>
              <a:t>Oh the word of my Lord, </a:t>
            </a:r>
          </a:p>
          <a:p>
            <a:r>
              <a:rPr lang="en-US" dirty="0"/>
              <a:t>You have filled my mind!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61626"/>
      </p:ext>
    </p:extLst>
  </p:cSld>
  <p:clrMapOvr>
    <a:masterClrMapping/>
  </p:clrMapOvr>
</p:sld>
</file>

<file path=ppt/slides/slide1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6" y="50102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310 - On a hill far away stood </a:t>
            </a:r>
            <a:br>
              <a:rPr lang="en-US" sz="4400" dirty="0"/>
            </a:br>
            <a:r>
              <a:rPr lang="en-US" sz="4400" dirty="0"/>
              <a:t>an old rugged cross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815739"/>
            <a:ext cx="11753537" cy="4400006"/>
          </a:xfrm>
        </p:spPr>
        <p:txBody>
          <a:bodyPr/>
          <a:lstStyle/>
          <a:p>
            <a:r>
              <a:rPr lang="en-US" dirty="0"/>
              <a:t>On a hill far away stood an old rugged cross </a:t>
            </a:r>
          </a:p>
          <a:p>
            <a:r>
              <a:rPr lang="en-US" dirty="0"/>
              <a:t>The emblem of suffering and shame.</a:t>
            </a:r>
          </a:p>
          <a:p>
            <a:r>
              <a:rPr lang="en-US" dirty="0"/>
              <a:t>And I love that old cross, </a:t>
            </a:r>
          </a:p>
          <a:p>
            <a:r>
              <a:rPr lang="en-US" dirty="0"/>
              <a:t>where the dearest and blest </a:t>
            </a:r>
          </a:p>
          <a:p>
            <a:r>
              <a:rPr lang="en-US" dirty="0"/>
              <a:t>For a world of lost sinners was slain.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833851"/>
      </p:ext>
    </p:extLst>
  </p:cSld>
  <p:clrMapOvr>
    <a:masterClrMapping/>
  </p:clrMapOvr>
</p:sld>
</file>

<file path=ppt/slides/slide1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I’ll cherish the old rugged cross </a:t>
            </a:r>
          </a:p>
          <a:p>
            <a:r>
              <a:rPr lang="en-US" dirty="0"/>
              <a:t>Till my trophies at last I’ll lay down </a:t>
            </a:r>
          </a:p>
          <a:p>
            <a:r>
              <a:rPr lang="en-US" dirty="0"/>
              <a:t>I will cling to the old rugged cross </a:t>
            </a:r>
          </a:p>
          <a:p>
            <a:r>
              <a:rPr lang="en-US" dirty="0"/>
              <a:t>And exchange it some day for a crown.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291319"/>
      </p:ext>
    </p:extLst>
  </p:cSld>
  <p:clrMapOvr>
    <a:masterClrMapping/>
  </p:clrMapOvr>
</p:sld>
</file>

<file path=ppt/slides/slide1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086394"/>
            <a:ext cx="11753537" cy="5548069"/>
          </a:xfrm>
        </p:spPr>
        <p:txBody>
          <a:bodyPr/>
          <a:lstStyle/>
          <a:p>
            <a:r>
              <a:rPr lang="en-US" dirty="0"/>
              <a:t>O that old rugged cross </a:t>
            </a:r>
          </a:p>
          <a:p>
            <a:r>
              <a:rPr lang="en-US" dirty="0"/>
              <a:t>so despised by the world </a:t>
            </a:r>
          </a:p>
          <a:p>
            <a:r>
              <a:rPr lang="en-US" dirty="0"/>
              <a:t>Has a wondrous attraction for me </a:t>
            </a:r>
          </a:p>
          <a:p>
            <a:r>
              <a:rPr lang="en-US" dirty="0"/>
              <a:t>For the dear Lamb of God, left His glory above </a:t>
            </a:r>
          </a:p>
          <a:p>
            <a:r>
              <a:rPr lang="en-US" dirty="0"/>
              <a:t>To bear it to dark </a:t>
            </a:r>
            <a:r>
              <a:rPr lang="en-US" dirty="0" err="1"/>
              <a:t>calvary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76658"/>
      </p:ext>
    </p:extLst>
  </p:cSld>
  <p:clrMapOvr>
    <a:masterClrMapping/>
  </p:clrMapOvr>
</p:sld>
</file>

<file path=ppt/slides/slide1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I’ll cherish the old rugged cross </a:t>
            </a:r>
          </a:p>
          <a:p>
            <a:r>
              <a:rPr lang="en-US" dirty="0"/>
              <a:t>Till my trophies at last I’ll lay down </a:t>
            </a:r>
          </a:p>
          <a:p>
            <a:r>
              <a:rPr lang="en-US" dirty="0"/>
              <a:t>I will cling to the old rugged cross </a:t>
            </a:r>
          </a:p>
          <a:p>
            <a:r>
              <a:rPr lang="en-US" dirty="0"/>
              <a:t>And exchange it some day for a crown.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74478"/>
      </p:ext>
    </p:extLst>
  </p:cSld>
  <p:clrMapOvr>
    <a:masterClrMapping/>
  </p:clrMapOvr>
</p:sld>
</file>

<file path=ppt/slides/slide1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old rugged Cross, </a:t>
            </a:r>
          </a:p>
          <a:p>
            <a:r>
              <a:rPr lang="en-US" dirty="0"/>
              <a:t>stained with Blood so divine, </a:t>
            </a:r>
          </a:p>
          <a:p>
            <a:r>
              <a:rPr lang="en-US" dirty="0"/>
              <a:t>A wonderous beauty I see.</a:t>
            </a:r>
          </a:p>
          <a:p>
            <a:r>
              <a:rPr lang="en-US" dirty="0"/>
              <a:t>For it was on that old Cross, </a:t>
            </a:r>
          </a:p>
          <a:p>
            <a:r>
              <a:rPr lang="en-US" dirty="0"/>
              <a:t>Jesus suffered and died, </a:t>
            </a:r>
          </a:p>
          <a:p>
            <a:r>
              <a:rPr lang="en-US" dirty="0"/>
              <a:t>To pardon and sanctify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592211"/>
      </p:ext>
    </p:extLst>
  </p:cSld>
  <p:clrMapOvr>
    <a:masterClrMapping/>
  </p:clrMapOvr>
</p:sld>
</file>

<file path=ppt/slides/slide1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I’ll cherish the old rugged cross </a:t>
            </a:r>
          </a:p>
          <a:p>
            <a:r>
              <a:rPr lang="en-US" dirty="0"/>
              <a:t>Till my trophies at last I’ll lay down </a:t>
            </a:r>
          </a:p>
          <a:p>
            <a:r>
              <a:rPr lang="en-US" dirty="0"/>
              <a:t>I will cling to the old rugged cross </a:t>
            </a:r>
          </a:p>
          <a:p>
            <a:r>
              <a:rPr lang="en-US" dirty="0"/>
              <a:t>And exchange it some day for a crown.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170779"/>
      </p:ext>
    </p:extLst>
  </p:cSld>
  <p:clrMapOvr>
    <a:masterClrMapping/>
  </p:clrMapOvr>
</p:sld>
</file>

<file path=ppt/slides/slide1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311 - On the paten with the host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paten with the host</a:t>
            </a:r>
          </a:p>
          <a:p>
            <a:r>
              <a:rPr lang="en-US" dirty="0"/>
              <a:t>I offer up my lowly heart</a:t>
            </a:r>
          </a:p>
          <a:p>
            <a:r>
              <a:rPr lang="en-US" dirty="0"/>
              <a:t>All my life, my deeds, my thoughts, </a:t>
            </a:r>
          </a:p>
          <a:p>
            <a:r>
              <a:rPr lang="en-US" dirty="0" err="1"/>
              <a:t>Thine</a:t>
            </a:r>
            <a:r>
              <a:rPr lang="en-US" dirty="0"/>
              <a:t> shall be as mine thou 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995909"/>
      </p:ext>
    </p:extLst>
  </p:cSld>
  <p:clrMapOvr>
    <a:masterClrMapping/>
  </p:clrMapOvr>
</p:sld>
</file>

<file path=ppt/slides/slide1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chalice let me be </a:t>
            </a:r>
          </a:p>
          <a:p>
            <a:r>
              <a:rPr lang="en-US" dirty="0"/>
              <a:t>A drop of water mingled there </a:t>
            </a:r>
          </a:p>
          <a:p>
            <a:r>
              <a:rPr lang="en-US" dirty="0"/>
              <a:t>Lost, O Jesus, in thy love, </a:t>
            </a:r>
          </a:p>
          <a:p>
            <a:r>
              <a:rPr lang="en-US" dirty="0"/>
              <a:t>Thy great sacrifice I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096955"/>
      </p:ext>
    </p:extLst>
  </p:cSld>
  <p:clrMapOvr>
    <a:masterClrMapping/>
  </p:clrMapOvr>
</p:sld>
</file>

<file path=ppt/slides/slide1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today and everyday, </a:t>
            </a:r>
          </a:p>
          <a:p>
            <a:r>
              <a:rPr lang="en-US" dirty="0"/>
              <a:t>O Jesus, let me live in thee</a:t>
            </a:r>
          </a:p>
          <a:p>
            <a:r>
              <a:rPr lang="en-US" dirty="0"/>
              <a:t>So that I no longer live, </a:t>
            </a:r>
          </a:p>
          <a:p>
            <a:r>
              <a:rPr lang="en-US" dirty="0"/>
              <a:t>But that thou </a:t>
            </a:r>
            <a:r>
              <a:rPr lang="en-US" dirty="0" err="1"/>
              <a:t>mayst</a:t>
            </a:r>
            <a:r>
              <a:rPr lang="en-US" dirty="0"/>
              <a:t> live through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4881635"/>
      </p:ext>
    </p:extLst>
  </p:cSld>
  <p:clrMapOvr>
    <a:masterClrMapping/>
  </p:clrMapOvr>
</p:sld>
</file>

<file path=ppt/slides/slide1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312 - On this day O beautiful Mother,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 beautiful Mother,</a:t>
            </a:r>
          </a:p>
          <a:p>
            <a:r>
              <a:rPr lang="en-US" dirty="0"/>
              <a:t>On this day we give thee our love, </a:t>
            </a:r>
          </a:p>
          <a:p>
            <a:r>
              <a:rPr lang="en-US" dirty="0"/>
              <a:t>Near thee Madonna fondly we hover, </a:t>
            </a:r>
          </a:p>
          <a:p>
            <a:r>
              <a:rPr lang="en-US" dirty="0"/>
              <a:t>Trusting thy gentle care to prove.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024368"/>
      </p:ext>
    </p:extLst>
  </p:cSld>
  <p:clrMapOvr>
    <a:masterClrMapping/>
  </p:clrMapOvr>
</p:sld>
</file>

<file path=ppt/slides/slide1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we ask to share, </a:t>
            </a:r>
          </a:p>
          <a:p>
            <a:r>
              <a:rPr lang="en-US" dirty="0"/>
              <a:t>Dearest Mother, thy sweet care, </a:t>
            </a:r>
          </a:p>
          <a:p>
            <a:r>
              <a:rPr lang="en-US" dirty="0"/>
              <a:t>Aid us ere our feet astray, </a:t>
            </a:r>
          </a:p>
          <a:p>
            <a:r>
              <a:rPr lang="en-US" dirty="0"/>
              <a:t>Wander from thy guiding 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161523"/>
      </p:ext>
    </p:extLst>
  </p:cSld>
  <p:clrMapOvr>
    <a:masterClrMapping/>
  </p:clrMapOvr>
</p:sld>
</file>

<file path=ppt/slides/slide1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 beautiful Mother,</a:t>
            </a:r>
          </a:p>
          <a:p>
            <a:r>
              <a:rPr lang="en-US" dirty="0"/>
              <a:t>On this day we give thee our love, </a:t>
            </a:r>
          </a:p>
          <a:p>
            <a:r>
              <a:rPr lang="en-US" dirty="0"/>
              <a:t>Near thee Madonna fondly we hover, </a:t>
            </a:r>
          </a:p>
          <a:p>
            <a:r>
              <a:rPr lang="en-US" dirty="0"/>
              <a:t>Trusting thy gentle care to prove.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948120"/>
      </p:ext>
    </p:extLst>
  </p:cSld>
  <p:clrMapOvr>
    <a:masterClrMapping/>
  </p:clrMapOvr>
</p:sld>
</file>

<file path=ppt/slides/slide1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Queen of angels deign to hear, </a:t>
            </a:r>
          </a:p>
          <a:p>
            <a:r>
              <a:rPr lang="en-US" dirty="0"/>
              <a:t>Lisping children’s humble prayer, </a:t>
            </a:r>
          </a:p>
          <a:p>
            <a:r>
              <a:rPr lang="en-US" dirty="0"/>
              <a:t>Young hearts gain, O Virgin pure, </a:t>
            </a:r>
          </a:p>
          <a:p>
            <a:r>
              <a:rPr lang="en-US" dirty="0"/>
              <a:t>Sweetly to thyself allure.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82611"/>
      </p:ext>
    </p:extLst>
  </p:cSld>
  <p:clrMapOvr>
    <a:masterClrMapping/>
  </p:clrMapOvr>
</p:sld>
</file>

<file path=ppt/slides/slide1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 beautiful Mother,</a:t>
            </a:r>
          </a:p>
          <a:p>
            <a:r>
              <a:rPr lang="en-US" dirty="0"/>
              <a:t>On this day we give thee our love, </a:t>
            </a:r>
          </a:p>
          <a:p>
            <a:r>
              <a:rPr lang="en-US" dirty="0"/>
              <a:t>Near thee Madonna fondly we hover, </a:t>
            </a:r>
          </a:p>
          <a:p>
            <a:r>
              <a:rPr lang="en-US" dirty="0"/>
              <a:t>Trusting thy gentle care to prove.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332073"/>
      </p:ext>
    </p:extLst>
  </p:cSld>
  <p:clrMapOvr>
    <a:masterClrMapping/>
  </p:clrMapOvr>
</p:sld>
</file>

<file path=ppt/slides/slide1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6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313 - On this day of joy, on this day of hope,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of joy, on this day of hope,</a:t>
            </a:r>
          </a:p>
          <a:p>
            <a:r>
              <a:rPr lang="en-US" dirty="0"/>
              <a:t>We come to you in love, O Lord. </a:t>
            </a:r>
          </a:p>
          <a:p>
            <a:r>
              <a:rPr lang="en-US" dirty="0"/>
              <a:t>On this day of joy, on this day of hope, </a:t>
            </a:r>
          </a:p>
          <a:p>
            <a:r>
              <a:rPr lang="en-US" dirty="0"/>
              <a:t>We come to you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219335"/>
      </p:ext>
    </p:extLst>
  </p:cSld>
  <p:clrMapOvr>
    <a:masterClrMapping/>
  </p:clrMapOvr>
</p:sld>
</file>

<file path=ppt/slides/slide1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bread and wine, we come </a:t>
            </a:r>
          </a:p>
          <a:p>
            <a:r>
              <a:rPr lang="en-US" dirty="0"/>
              <a:t>To the Eucharistic feast.</a:t>
            </a:r>
          </a:p>
          <a:p>
            <a:r>
              <a:rPr lang="en-US" dirty="0"/>
              <a:t>On this day of joy, on this day of hope, </a:t>
            </a:r>
          </a:p>
          <a:p>
            <a:r>
              <a:rPr lang="en-US" dirty="0"/>
              <a:t>We come to you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398596"/>
      </p:ext>
    </p:extLst>
  </p:cSld>
  <p:clrMapOvr>
    <a:masterClrMapping/>
  </p:clrMapOvr>
</p:sld>
</file>

<file path=ppt/slides/slide1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of joy, on this day of hope,</a:t>
            </a:r>
          </a:p>
          <a:p>
            <a:r>
              <a:rPr lang="en-US" dirty="0"/>
              <a:t>We come to you in love, O Lord. </a:t>
            </a:r>
          </a:p>
          <a:p>
            <a:r>
              <a:rPr lang="en-US" dirty="0"/>
              <a:t>On this day of joy, on this day of hope, </a:t>
            </a:r>
          </a:p>
          <a:p>
            <a:r>
              <a:rPr lang="en-US" dirty="0"/>
              <a:t>We come to you in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873257"/>
      </p:ext>
    </p:extLst>
  </p:cSld>
  <p:clrMapOvr>
    <a:masterClrMapping/>
  </p:clrMapOvr>
</p:sld>
</file>

<file path=ppt/slides/slide1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Bread to be your body, Lord</a:t>
            </a:r>
          </a:p>
          <a:p>
            <a:r>
              <a:rPr lang="en-US" dirty="0"/>
              <a:t>Wine to be your saving blood.</a:t>
            </a:r>
          </a:p>
          <a:p>
            <a:r>
              <a:rPr lang="en-US" dirty="0"/>
              <a:t>On this day of joy, on this day of hope, </a:t>
            </a:r>
          </a:p>
          <a:p>
            <a:r>
              <a:rPr lang="en-US" dirty="0"/>
              <a:t>We come to you in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371960"/>
      </p:ext>
    </p:extLst>
  </p:cSld>
  <p:clrMapOvr>
    <a:masterClrMapping/>
  </p:clrMapOvr>
</p:sld>
</file>

<file path=ppt/slides/slide1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day of joy, on this day of hope,</a:t>
            </a:r>
          </a:p>
          <a:p>
            <a:r>
              <a:rPr lang="en-US" dirty="0"/>
              <a:t>We come to you in love, O Lord. </a:t>
            </a:r>
          </a:p>
          <a:p>
            <a:r>
              <a:rPr lang="en-US" dirty="0"/>
              <a:t>On this day of joy, on this day of hope, </a:t>
            </a:r>
          </a:p>
          <a:p>
            <a:r>
              <a:rPr lang="en-US" dirty="0"/>
              <a:t>We come to you in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408911"/>
      </p:ext>
    </p:extLst>
  </p:cSld>
  <p:clrMapOvr>
    <a:masterClrMapping/>
  </p:clrMapOvr>
</p:sld>
</file>

<file path=ppt/slides/slide1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314 - On this house your blessing,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this house your blessing, Lord,</a:t>
            </a:r>
          </a:p>
          <a:p>
            <a:r>
              <a:rPr lang="en-US" dirty="0"/>
              <a:t>On this house your grace bestow, </a:t>
            </a:r>
          </a:p>
          <a:p>
            <a:r>
              <a:rPr lang="en-US" dirty="0"/>
              <a:t>On this house your blessing, Lord, </a:t>
            </a:r>
          </a:p>
          <a:p>
            <a:r>
              <a:rPr lang="en-US" dirty="0"/>
              <a:t>May it come and never go.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253878"/>
      </p:ext>
    </p:extLst>
  </p:cSld>
  <p:clrMapOvr>
    <a:masterClrMapping/>
  </p:clrMapOvr>
</p:sld>
</file>

<file path=ppt/slides/slide1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9E08-A255-F9AE-94FA-6C1B1333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F4C6A-1197-21E8-2A47-7357853AF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Bringing peace and joy and happiness, </a:t>
            </a:r>
          </a:p>
          <a:p>
            <a:r>
              <a:rPr lang="en-US" dirty="0"/>
              <a:t>Bringing love that knows no end. </a:t>
            </a:r>
          </a:p>
          <a:p>
            <a:r>
              <a:rPr lang="en-US" dirty="0"/>
              <a:t>On this house your blessing, Lord, </a:t>
            </a:r>
          </a:p>
          <a:p>
            <a:r>
              <a:rPr lang="en-US" dirty="0"/>
              <a:t>On this house your blessing send.</a:t>
            </a:r>
          </a:p>
          <a:p>
            <a:r>
              <a:rPr lang="en-US" dirty="0"/>
              <a:t>On this house your loving, Lord, </a:t>
            </a:r>
          </a:p>
          <a:p>
            <a:r>
              <a:rPr lang="en-US" dirty="0"/>
              <a:t>May it overflow each day.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6A077-3BAD-45BD-01C4-812BA216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78505"/>
      </p:ext>
    </p:extLst>
  </p:cSld>
  <p:clrMapOvr>
    <a:masterClrMapping/>
  </p:clrMapOvr>
</p:sld>
</file>

<file path=ppt/slides/slide1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house your loving, Lord, </a:t>
            </a:r>
          </a:p>
          <a:p>
            <a:r>
              <a:rPr lang="en-US" dirty="0"/>
              <a:t>May it come with us to stay. </a:t>
            </a:r>
          </a:p>
          <a:p>
            <a:r>
              <a:rPr lang="en-US" dirty="0"/>
              <a:t>Drawing us in love and unity </a:t>
            </a:r>
          </a:p>
          <a:p>
            <a:r>
              <a:rPr lang="en-US" dirty="0"/>
              <a:t>By the love received from you. </a:t>
            </a:r>
          </a:p>
          <a:p>
            <a:r>
              <a:rPr lang="en-US" dirty="0"/>
              <a:t>On this house your loving, Lord, </a:t>
            </a:r>
          </a:p>
          <a:p>
            <a:r>
              <a:rPr lang="en-US" dirty="0"/>
              <a:t>May it come each day anew.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6468"/>
      </p:ext>
    </p:extLst>
  </p:cSld>
  <p:clrMapOvr>
    <a:masterClrMapping/>
  </p:clrMapOvr>
</p:sld>
</file>

<file path=ppt/slides/slide1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 this house your calling, Lord, </a:t>
            </a:r>
          </a:p>
          <a:p>
            <a:r>
              <a:rPr lang="en-US" dirty="0"/>
              <a:t>May it come to us each day. </a:t>
            </a:r>
          </a:p>
          <a:p>
            <a:r>
              <a:rPr lang="en-US" dirty="0"/>
              <a:t>On this house your calling, Lord, </a:t>
            </a:r>
          </a:p>
          <a:p>
            <a:r>
              <a:rPr lang="en-US" dirty="0"/>
              <a:t>May it come to lead the way. </a:t>
            </a:r>
          </a:p>
          <a:p>
            <a:r>
              <a:rPr lang="en-US" dirty="0"/>
              <a:t>Filling us with nobler yearnings, Lord, </a:t>
            </a:r>
          </a:p>
          <a:p>
            <a:r>
              <a:rPr lang="en-US" dirty="0"/>
              <a:t>By an option for the poor. </a:t>
            </a:r>
          </a:p>
          <a:p>
            <a:r>
              <a:rPr lang="en-US" dirty="0"/>
              <a:t>On this house your calling, Lord, </a:t>
            </a:r>
          </a:p>
          <a:p>
            <a:r>
              <a:rPr lang="en-US" dirty="0"/>
              <a:t>May it all our lives endure.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00512"/>
      </p:ext>
    </p:extLst>
  </p:cSld>
  <p:clrMapOvr>
    <a:masterClrMapping/>
  </p:clrMapOvr>
</p:sld>
</file>

<file path=ppt/slides/slide1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4792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315 - On we go to Jerusalem, the city of the house of God.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28653"/>
            <a:ext cx="11753537" cy="4606834"/>
          </a:xfrm>
        </p:spPr>
        <p:txBody>
          <a:bodyPr/>
          <a:lstStyle/>
          <a:p>
            <a:r>
              <a:rPr lang="en-US" dirty="0"/>
              <a:t>On we go to Jerusalem, </a:t>
            </a:r>
          </a:p>
          <a:p>
            <a:r>
              <a:rPr lang="en-US" dirty="0"/>
              <a:t>the city of the house of God. </a:t>
            </a:r>
          </a:p>
          <a:p>
            <a:r>
              <a:rPr lang="en-US" dirty="0"/>
              <a:t>Pilgrim people we seek the Lord, </a:t>
            </a:r>
          </a:p>
          <a:p>
            <a:r>
              <a:rPr lang="en-US" dirty="0"/>
              <a:t>the Lord of the house of rock.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369198"/>
      </p:ext>
    </p:extLst>
  </p:cSld>
  <p:clrMapOvr>
    <a:masterClrMapping/>
  </p:clrMapOvr>
</p:sld>
</file>

<file path=ppt/slides/slide1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 on age proclaim his praises, </a:t>
            </a:r>
          </a:p>
          <a:p>
            <a:r>
              <a:rPr lang="en-US" dirty="0"/>
              <a:t>each declares him Lord of all. </a:t>
            </a:r>
          </a:p>
          <a:p>
            <a:r>
              <a:rPr lang="en-US" dirty="0"/>
              <a:t>Countless millions sing his glory, </a:t>
            </a:r>
          </a:p>
          <a:p>
            <a:r>
              <a:rPr lang="en-US" dirty="0"/>
              <a:t>answering his pilgrim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625407"/>
      </p:ext>
    </p:extLst>
  </p:cSld>
  <p:clrMapOvr>
    <a:masterClrMapping/>
  </p:clrMapOvr>
</p:sld>
</file>

<file path=ppt/slides/slide1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we go to Jerusalem, </a:t>
            </a:r>
          </a:p>
          <a:p>
            <a:r>
              <a:rPr lang="en-US" dirty="0"/>
              <a:t>the city of the house of God. </a:t>
            </a:r>
          </a:p>
          <a:p>
            <a:r>
              <a:rPr lang="en-US" dirty="0"/>
              <a:t>Pilgrim people we seek the Lord, </a:t>
            </a:r>
          </a:p>
          <a:p>
            <a:r>
              <a:rPr lang="en-US" dirty="0"/>
              <a:t>the Lord of the house of rock.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4885"/>
      </p:ext>
    </p:extLst>
  </p:cSld>
  <p:clrMapOvr>
    <a:masterClrMapping/>
  </p:clrMapOvr>
</p:sld>
</file>

<file path=ppt/slides/slide1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Peace he promised to our fathers in the ancient desert land: </a:t>
            </a:r>
          </a:p>
          <a:p>
            <a:r>
              <a:rPr lang="en-US" dirty="0"/>
              <a:t>Peace he offers in abundance to his faithful pilgrim band.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109639"/>
      </p:ext>
    </p:extLst>
  </p:cSld>
  <p:clrMapOvr>
    <a:masterClrMapping/>
  </p:clrMapOvr>
</p:sld>
</file>

<file path=ppt/slides/slide1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we go to Jerusalem, </a:t>
            </a:r>
          </a:p>
          <a:p>
            <a:r>
              <a:rPr lang="en-US" dirty="0"/>
              <a:t>the city of the house of God. </a:t>
            </a:r>
          </a:p>
          <a:p>
            <a:r>
              <a:rPr lang="en-US" dirty="0"/>
              <a:t>Pilgrim people we seek the Lord, </a:t>
            </a:r>
          </a:p>
          <a:p>
            <a:r>
              <a:rPr lang="en-US" dirty="0"/>
              <a:t>the Lord of the house of rock.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018262"/>
      </p:ext>
    </p:extLst>
  </p:cSld>
  <p:clrMapOvr>
    <a:masterClrMapping/>
  </p:clrMapOvr>
</p:sld>
</file>

<file path=ppt/slides/slide1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we go to Jerusalem, </a:t>
            </a:r>
          </a:p>
          <a:p>
            <a:r>
              <a:rPr lang="en-US" dirty="0"/>
              <a:t>the city of the house of God. </a:t>
            </a:r>
          </a:p>
          <a:p>
            <a:r>
              <a:rPr lang="en-US" dirty="0"/>
              <a:t>Pilgrim people we seek the Lord, </a:t>
            </a:r>
          </a:p>
          <a:p>
            <a:r>
              <a:rPr lang="en-US" dirty="0"/>
              <a:t>the Lord of the house of rock.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379659"/>
      </p:ext>
    </p:extLst>
  </p:cSld>
  <p:clrMapOvr>
    <a:masterClrMapping/>
  </p:clrMapOvr>
</p:sld>
</file>

<file path=ppt/slides/slide1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086394"/>
            <a:ext cx="11753537" cy="5548069"/>
          </a:xfrm>
        </p:spPr>
        <p:txBody>
          <a:bodyPr/>
          <a:lstStyle/>
          <a:p>
            <a:r>
              <a:rPr lang="en-US" dirty="0"/>
              <a:t>All we have is offered to him, </a:t>
            </a:r>
          </a:p>
          <a:p>
            <a:r>
              <a:rPr lang="en-US" dirty="0"/>
              <a:t>as we come to sing his praise.</a:t>
            </a:r>
          </a:p>
          <a:p>
            <a:r>
              <a:rPr lang="en-US" dirty="0"/>
              <a:t>Blessed is the Lord of heaven, </a:t>
            </a:r>
          </a:p>
          <a:p>
            <a:r>
              <a:rPr lang="en-US" dirty="0"/>
              <a:t>Mighty God of all our days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531516"/>
      </p:ext>
    </p:extLst>
  </p:cSld>
  <p:clrMapOvr>
    <a:masterClrMapping/>
  </p:clrMapOvr>
</p:sld>
</file>

<file path=ppt/slides/slide1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316 - Once in Royal David’s city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in Royal David’s city </a:t>
            </a:r>
          </a:p>
          <a:p>
            <a:r>
              <a:rPr lang="en-US" dirty="0"/>
              <a:t>Stood a lowly cattle shed,</a:t>
            </a:r>
          </a:p>
          <a:p>
            <a:r>
              <a:rPr lang="en-US" dirty="0"/>
              <a:t>Where a Mother laid her Baby </a:t>
            </a:r>
          </a:p>
          <a:p>
            <a:r>
              <a:rPr lang="en-US" dirty="0"/>
              <a:t>In a manger for His bed:</a:t>
            </a:r>
          </a:p>
          <a:p>
            <a:r>
              <a:rPr lang="en-US" dirty="0"/>
              <a:t>Mary was that Mother mild, </a:t>
            </a:r>
          </a:p>
          <a:p>
            <a:r>
              <a:rPr lang="en-US" dirty="0"/>
              <a:t>Jesus Christ her little Child.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842862"/>
      </p:ext>
    </p:extLst>
  </p:cSld>
  <p:clrMapOvr>
    <a:masterClrMapping/>
  </p:clrMapOvr>
</p:sld>
</file>

<file path=ppt/slides/slide1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came down to earth from heaven </a:t>
            </a:r>
          </a:p>
          <a:p>
            <a:r>
              <a:rPr lang="en-US" dirty="0"/>
              <a:t>Who is God and Lord of all,</a:t>
            </a:r>
          </a:p>
          <a:p>
            <a:r>
              <a:rPr lang="en-US" dirty="0"/>
              <a:t>And His shelter was a stable,</a:t>
            </a:r>
          </a:p>
          <a:p>
            <a:r>
              <a:rPr lang="en-US" dirty="0"/>
              <a:t>And His cradle was a stall:</a:t>
            </a:r>
          </a:p>
          <a:p>
            <a:r>
              <a:rPr lang="en-US" dirty="0"/>
              <a:t>With the poor, and mean, and lowly,</a:t>
            </a:r>
          </a:p>
          <a:p>
            <a:r>
              <a:rPr lang="en-US" dirty="0"/>
              <a:t>Lived on earth, our </a:t>
            </a:r>
            <a:r>
              <a:rPr lang="en-US" dirty="0" err="1"/>
              <a:t>Saviour</a:t>
            </a:r>
            <a:r>
              <a:rPr lang="en-US" dirty="0"/>
              <a:t> Holy.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858523"/>
      </p:ext>
    </p:extLst>
  </p:cSld>
  <p:clrMapOvr>
    <a:masterClrMapping/>
  </p:clrMapOvr>
</p:sld>
</file>

<file path=ppt/slides/slide1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through all His wondrous childhood, </a:t>
            </a:r>
          </a:p>
          <a:p>
            <a:r>
              <a:rPr lang="en-US" dirty="0"/>
              <a:t>He would honour and obey,</a:t>
            </a:r>
          </a:p>
          <a:p>
            <a:r>
              <a:rPr lang="en-US" dirty="0"/>
              <a:t>Love and watch the lowly Maiden,</a:t>
            </a:r>
          </a:p>
          <a:p>
            <a:r>
              <a:rPr lang="en-US" dirty="0"/>
              <a:t>In whose gentle arms He lay:</a:t>
            </a:r>
          </a:p>
          <a:p>
            <a:r>
              <a:rPr lang="en-US" dirty="0"/>
              <a:t>Christian children all must be</a:t>
            </a:r>
          </a:p>
          <a:p>
            <a:r>
              <a:rPr lang="en-US" dirty="0"/>
              <a:t>Mild, obedient, good as He.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368487"/>
      </p:ext>
    </p:extLst>
  </p:cSld>
  <p:clrMapOvr>
    <a:masterClrMapping/>
  </p:clrMapOvr>
</p:sld>
</file>

<file path=ppt/slides/slide1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He is our childhood’s pattern: </a:t>
            </a:r>
          </a:p>
          <a:p>
            <a:r>
              <a:rPr lang="en-US" dirty="0"/>
              <a:t>Day by day like us He grew,</a:t>
            </a:r>
          </a:p>
          <a:p>
            <a:r>
              <a:rPr lang="en-US" dirty="0"/>
              <a:t>He was little, weak, and helpless,</a:t>
            </a:r>
          </a:p>
          <a:p>
            <a:r>
              <a:rPr lang="en-US" dirty="0"/>
              <a:t>Tears and smiles like us He knew:</a:t>
            </a:r>
          </a:p>
          <a:p>
            <a:r>
              <a:rPr lang="en-US" dirty="0"/>
              <a:t>And He </a:t>
            </a:r>
            <a:r>
              <a:rPr lang="en-US" dirty="0" err="1"/>
              <a:t>feeleth</a:t>
            </a:r>
            <a:r>
              <a:rPr lang="en-US" dirty="0"/>
              <a:t> for our sadness,</a:t>
            </a:r>
          </a:p>
          <a:p>
            <a:r>
              <a:rPr lang="en-US" dirty="0"/>
              <a:t>And He </a:t>
            </a:r>
            <a:r>
              <a:rPr lang="en-US" dirty="0" err="1"/>
              <a:t>shareth</a:t>
            </a:r>
            <a:r>
              <a:rPr lang="en-US" dirty="0"/>
              <a:t> in our gladness.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453599"/>
      </p:ext>
    </p:extLst>
  </p:cSld>
  <p:clrMapOvr>
    <a:masterClrMapping/>
  </p:clrMapOvr>
</p:sld>
</file>

<file path=ppt/slides/slide1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our eyes at last shall see Him,</a:t>
            </a:r>
          </a:p>
          <a:p>
            <a:r>
              <a:rPr lang="en-US" dirty="0"/>
              <a:t>Through His own redeeming love,</a:t>
            </a:r>
          </a:p>
          <a:p>
            <a:r>
              <a:rPr lang="en-US" dirty="0"/>
              <a:t>For that Child so dear and gentle</a:t>
            </a:r>
          </a:p>
          <a:p>
            <a:r>
              <a:rPr lang="en-US" dirty="0"/>
              <a:t>Is our Lord in heaven above;</a:t>
            </a:r>
          </a:p>
          <a:p>
            <a:r>
              <a:rPr lang="en-US" dirty="0"/>
              <a:t>And He leads His children on</a:t>
            </a:r>
          </a:p>
          <a:p>
            <a:r>
              <a:rPr lang="en-US" dirty="0"/>
              <a:t>To the place where He is gone.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67966"/>
      </p:ext>
    </p:extLst>
  </p:cSld>
  <p:clrMapOvr>
    <a:masterClrMapping/>
  </p:clrMapOvr>
</p:sld>
</file>

<file path=ppt/slides/slide1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in that poor lowly stable, </a:t>
            </a:r>
          </a:p>
          <a:p>
            <a:r>
              <a:rPr lang="en-US" dirty="0"/>
              <a:t>With the oxen standing by, </a:t>
            </a:r>
          </a:p>
          <a:p>
            <a:r>
              <a:rPr lang="en-US" dirty="0"/>
              <a:t>We shall see Him; but in heaven; </a:t>
            </a:r>
          </a:p>
          <a:p>
            <a:r>
              <a:rPr lang="en-US" dirty="0"/>
              <a:t>Set at God’s right hand on high; </a:t>
            </a:r>
          </a:p>
          <a:p>
            <a:r>
              <a:rPr lang="en-US" dirty="0"/>
              <a:t>Where like stars His children crowned </a:t>
            </a:r>
          </a:p>
          <a:p>
            <a:r>
              <a:rPr lang="en-US" dirty="0"/>
              <a:t>All in white shall wait around.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514169"/>
      </p:ext>
    </p:extLst>
  </p:cSld>
  <p:clrMapOvr>
    <a:masterClrMapping/>
  </p:clrMapOvr>
</p:sld>
</file>

<file path=ppt/slides/slide1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911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317 - Open my eyes, Lord, help me to see your 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76251"/>
            <a:ext cx="11753537" cy="4683034"/>
          </a:xfrm>
        </p:spPr>
        <p:txBody>
          <a:bodyPr/>
          <a:lstStyle/>
          <a:p>
            <a:r>
              <a:rPr lang="en-US" dirty="0"/>
              <a:t>Open my eyes, Lord, help me to see your face.</a:t>
            </a:r>
          </a:p>
          <a:p>
            <a:r>
              <a:rPr lang="en-US" dirty="0"/>
              <a:t>Open my eyes, Lord, help me to see.</a:t>
            </a:r>
          </a:p>
          <a:p>
            <a:endParaRPr lang="en-US" sz="2000" dirty="0"/>
          </a:p>
          <a:p>
            <a:r>
              <a:rPr lang="en-US" dirty="0"/>
              <a:t>Open my ears, Lord, help us to hear your voice </a:t>
            </a:r>
          </a:p>
          <a:p>
            <a:r>
              <a:rPr lang="en-US" dirty="0"/>
              <a:t>Open my ears, Lord, help us to hear.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576463"/>
      </p:ext>
    </p:extLst>
  </p:cSld>
  <p:clrMapOvr>
    <a:masterClrMapping/>
  </p:clrMapOvr>
</p:sld>
</file>

<file path=ppt/slides/slide1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our hearts, Lord, help us to love like you. </a:t>
            </a:r>
          </a:p>
          <a:p>
            <a:r>
              <a:rPr lang="en-US" dirty="0"/>
              <a:t>Open our hearts, Lord, help us to love.</a:t>
            </a:r>
          </a:p>
          <a:p>
            <a:endParaRPr lang="en-US" sz="2000" dirty="0"/>
          </a:p>
          <a:p>
            <a:r>
              <a:rPr lang="en-US" dirty="0"/>
              <a:t>Open our lips, Lord, </a:t>
            </a:r>
          </a:p>
          <a:p>
            <a:r>
              <a:rPr lang="en-US" dirty="0"/>
              <a:t>help us to praise your name. </a:t>
            </a:r>
          </a:p>
          <a:p>
            <a:r>
              <a:rPr lang="en-US" dirty="0"/>
              <a:t>Open our lips, Lord, help us to praise.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262390"/>
      </p:ext>
    </p:extLst>
  </p:cSld>
  <p:clrMapOvr>
    <a:masterClrMapping/>
  </p:clrMapOvr>
</p:sld>
</file>

<file path=ppt/slides/slide1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me to live, Lord, </a:t>
            </a:r>
          </a:p>
          <a:p>
            <a:r>
              <a:rPr lang="en-US" dirty="0"/>
              <a:t>deep in your Sacred Heart, </a:t>
            </a:r>
          </a:p>
          <a:p>
            <a:r>
              <a:rPr lang="en-US" dirty="0"/>
              <a:t>Help me to live, Lord, deep in your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030473"/>
      </p:ext>
    </p:extLst>
  </p:cSld>
  <p:clrMapOvr>
    <a:masterClrMapping/>
  </p:clrMapOvr>
</p:sld>
</file>

<file path=ppt/slides/slide1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8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318 - Open our eyes, Lord, </a:t>
            </a:r>
            <a:br>
              <a:rPr lang="en-US" dirty="0"/>
            </a:br>
            <a:r>
              <a:rPr lang="en-US" dirty="0"/>
              <a:t>we want to see Jesus,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52452"/>
            <a:ext cx="11753537" cy="46939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Open our eyes, Lord, we want to see Jesus,</a:t>
            </a:r>
          </a:p>
          <a:p>
            <a:r>
              <a:rPr lang="en-US" dirty="0"/>
              <a:t>To reach out and touch him, </a:t>
            </a:r>
          </a:p>
          <a:p>
            <a:r>
              <a:rPr lang="en-US" dirty="0"/>
              <a:t>and say that we love him. </a:t>
            </a:r>
          </a:p>
          <a:p>
            <a:endParaRPr lang="en-IN" sz="2400" dirty="0"/>
          </a:p>
          <a:p>
            <a:r>
              <a:rPr lang="en-US" dirty="0"/>
              <a:t>Open our ears, Lord, and help us to listen, </a:t>
            </a:r>
          </a:p>
          <a:p>
            <a:r>
              <a:rPr lang="en-US" dirty="0"/>
              <a:t>Open our eyes, Lord, we want to see Jesus!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515008"/>
      </p:ext>
    </p:extLst>
  </p:cSld>
  <p:clrMapOvr>
    <a:masterClrMapping/>
  </p:clrMapOvr>
</p:sld>
</file>

<file path=ppt/slides/slide1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our lips, Lord, to praise all your marvels, </a:t>
            </a:r>
          </a:p>
          <a:p>
            <a:r>
              <a:rPr lang="en-US" dirty="0"/>
              <a:t>To scatter the good seed </a:t>
            </a:r>
          </a:p>
          <a:p>
            <a:r>
              <a:rPr lang="en-US" dirty="0"/>
              <a:t>and speak up for justice. </a:t>
            </a:r>
          </a:p>
          <a:p>
            <a:endParaRPr lang="en-US" sz="2400" dirty="0"/>
          </a:p>
          <a:p>
            <a:r>
              <a:rPr lang="en-US" dirty="0"/>
              <a:t>Open our hands, Lord, to reach out to others. </a:t>
            </a:r>
          </a:p>
          <a:p>
            <a:r>
              <a:rPr lang="en-US" dirty="0"/>
              <a:t>Open our minds, Lord, </a:t>
            </a:r>
          </a:p>
          <a:p>
            <a:r>
              <a:rPr lang="en-US" dirty="0"/>
              <a:t>to learn from your Spirit.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847852"/>
      </p:ext>
    </p:extLst>
  </p:cSld>
  <p:clrMapOvr>
    <a:masterClrMapping/>
  </p:clrMapOvr>
</p:sld>
</file>

<file path=ppt/slides/slide1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319 - Our gifts of bread and wine,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gifts of bread and wine,</a:t>
            </a:r>
          </a:p>
          <a:p>
            <a:r>
              <a:rPr lang="en-US" dirty="0"/>
              <a:t>Which once were wheat and grape, </a:t>
            </a:r>
          </a:p>
          <a:p>
            <a:r>
              <a:rPr lang="en-US" dirty="0"/>
              <a:t>Will be your flesh and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877284"/>
      </p:ext>
    </p:extLst>
  </p:cSld>
  <p:clrMapOvr>
    <a:masterClrMapping/>
  </p:clrMapOvr>
</p:sld>
</file>

<file path=ppt/slides/slide1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are you, Lord, God of creation: </a:t>
            </a:r>
          </a:p>
          <a:p>
            <a:r>
              <a:rPr lang="en-US" dirty="0"/>
              <a:t>Through your goodness here is bread, </a:t>
            </a:r>
          </a:p>
          <a:p>
            <a:r>
              <a:rPr lang="en-US" dirty="0"/>
              <a:t>Fruit of the earth and work of our hands </a:t>
            </a:r>
          </a:p>
          <a:p>
            <a:r>
              <a:rPr lang="en-US" dirty="0"/>
              <a:t>It will become the bread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498598"/>
      </p:ext>
    </p:extLst>
  </p:cSld>
  <p:clrMapOvr>
    <a:masterClrMapping/>
  </p:clrMapOvr>
</p:sld>
</file>

<file path=ppt/slides/slide1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are you, Lord, God of creation: </a:t>
            </a:r>
          </a:p>
          <a:p>
            <a:r>
              <a:rPr lang="en-US" dirty="0"/>
              <a:t>Through your goodness here is wine, </a:t>
            </a:r>
          </a:p>
          <a:p>
            <a:r>
              <a:rPr lang="en-US" dirty="0"/>
              <a:t>Fruit of the vine and work of our hands </a:t>
            </a:r>
          </a:p>
          <a:p>
            <a:r>
              <a:rPr lang="en-US" dirty="0"/>
              <a:t>It will become our cup of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587631"/>
      </p:ext>
    </p:extLst>
  </p:cSld>
  <p:clrMapOvr>
    <a:masterClrMapping/>
  </p:clrMapOvr>
</p:sld>
</file>

<file path=ppt/slides/slide1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320 - Our hearts were made for you,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hearts were made for you, Lord,</a:t>
            </a:r>
          </a:p>
          <a:p>
            <a:r>
              <a:rPr lang="en-US" dirty="0"/>
              <a:t>Our hearts were made for you. </a:t>
            </a:r>
          </a:p>
          <a:p>
            <a:r>
              <a:rPr lang="en-US" dirty="0"/>
              <a:t>They’ll never find, never find, never find rest </a:t>
            </a:r>
          </a:p>
          <a:p>
            <a:r>
              <a:rPr lang="en-US" dirty="0"/>
              <a:t>Until they find their rest in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230330"/>
      </p:ext>
    </p:extLst>
  </p:cSld>
  <p:clrMapOvr>
    <a:masterClrMapping/>
  </p:clrMapOvr>
</p:sld>
</file>

<file path=ppt/slides/slide1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call me I will answer, </a:t>
            </a:r>
          </a:p>
          <a:p>
            <a:r>
              <a:rPr lang="en-US" dirty="0"/>
              <a:t>When you seek me you will find,</a:t>
            </a:r>
          </a:p>
          <a:p>
            <a:r>
              <a:rPr lang="en-US" dirty="0"/>
              <a:t>I will lead you back from exile </a:t>
            </a:r>
          </a:p>
          <a:p>
            <a:r>
              <a:rPr lang="en-US" dirty="0"/>
              <a:t>And reveal to you my mind.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411432"/>
      </p:ext>
    </p:extLst>
  </p:cSld>
  <p:clrMapOvr>
    <a:masterClrMapping/>
  </p:clrMapOvr>
</p:sld>
</file>

<file path=ppt/slides/slide1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hearts were made for you, Lord,</a:t>
            </a:r>
          </a:p>
          <a:p>
            <a:r>
              <a:rPr lang="en-US" dirty="0"/>
              <a:t>Our hearts were made for you. </a:t>
            </a:r>
          </a:p>
          <a:p>
            <a:r>
              <a:rPr lang="en-US" dirty="0"/>
              <a:t>They’ll never find, never find, never find rest </a:t>
            </a:r>
          </a:p>
          <a:p>
            <a:r>
              <a:rPr lang="en-US" dirty="0"/>
              <a:t>Until they find their rest in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182097"/>
      </p:ext>
    </p:extLst>
  </p:cSld>
  <p:clrMapOvr>
    <a:masterClrMapping/>
  </p:clrMapOvr>
</p:sld>
</file>

<file path=ppt/slides/slide1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take you from the nations </a:t>
            </a:r>
          </a:p>
          <a:p>
            <a:r>
              <a:rPr lang="en-US" dirty="0"/>
              <a:t>And will bring you to your land. </a:t>
            </a:r>
          </a:p>
          <a:p>
            <a:r>
              <a:rPr lang="en-US" dirty="0"/>
              <a:t>From your idols I will cleanse you </a:t>
            </a:r>
          </a:p>
          <a:p>
            <a:r>
              <a:rPr lang="en-US" dirty="0"/>
              <a:t>And you’ll cherish my command.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589079"/>
      </p:ext>
    </p:extLst>
  </p:cSld>
  <p:clrMapOvr>
    <a:masterClrMapping/>
  </p:clrMapOvr>
</p:sld>
</file>

<file path=ppt/slides/slide1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hearts were made for you, Lord,</a:t>
            </a:r>
          </a:p>
          <a:p>
            <a:r>
              <a:rPr lang="en-US" dirty="0"/>
              <a:t>Our hearts were made for you. </a:t>
            </a:r>
          </a:p>
          <a:p>
            <a:r>
              <a:rPr lang="en-US" dirty="0"/>
              <a:t>They’ll never find, never find, never find rest </a:t>
            </a:r>
          </a:p>
          <a:p>
            <a:r>
              <a:rPr lang="en-US" dirty="0"/>
              <a:t>Until they find their rest in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416936"/>
      </p:ext>
    </p:extLst>
  </p:cSld>
  <p:clrMapOvr>
    <a:masterClrMapping/>
  </p:clrMapOvr>
</p:sld>
</file>

<file path=ppt/slides/slide1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put my law within you, </a:t>
            </a:r>
          </a:p>
          <a:p>
            <a:r>
              <a:rPr lang="en-US" dirty="0"/>
              <a:t>I will write it on your heart; </a:t>
            </a:r>
          </a:p>
          <a:p>
            <a:r>
              <a:rPr lang="en-US" dirty="0"/>
              <a:t>I will be your God and </a:t>
            </a:r>
            <a:r>
              <a:rPr lang="en-US" dirty="0" err="1"/>
              <a:t>Saviour</a:t>
            </a:r>
            <a:r>
              <a:rPr lang="en-US" dirty="0"/>
              <a:t>,</a:t>
            </a:r>
          </a:p>
          <a:p>
            <a:r>
              <a:rPr lang="en-US" dirty="0"/>
              <a:t>You, my people set apart.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027727"/>
      </p:ext>
    </p:extLst>
  </p:cSld>
  <p:clrMapOvr>
    <a:masterClrMapping/>
  </p:clrMapOvr>
</p:sld>
</file>

<file path=ppt/slides/slide1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hearts were made for you, Lord,</a:t>
            </a:r>
          </a:p>
          <a:p>
            <a:r>
              <a:rPr lang="en-US" dirty="0"/>
              <a:t>Our hearts were made for you. </a:t>
            </a:r>
          </a:p>
          <a:p>
            <a:r>
              <a:rPr lang="en-US" dirty="0"/>
              <a:t>They’ll never find, never find, never find rest </a:t>
            </a:r>
          </a:p>
          <a:p>
            <a:r>
              <a:rPr lang="en-US" dirty="0"/>
              <a:t>Until they find their rest in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807057"/>
      </p:ext>
    </p:extLst>
  </p:cSld>
  <p:clrMapOvr>
    <a:masterClrMapping/>
  </p:clrMapOvr>
</p:sld>
</file>

<file path=ppt/slides/slide1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321 - Our joy, O Lord, is in you,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joy, O Lord, is in you,</a:t>
            </a:r>
          </a:p>
          <a:p>
            <a:r>
              <a:rPr lang="en-US" dirty="0"/>
              <a:t>Our joy, O Lord, is in you.</a:t>
            </a:r>
          </a:p>
          <a:p>
            <a:r>
              <a:rPr lang="en-US" dirty="0"/>
              <a:t>You gather us around your table,</a:t>
            </a:r>
          </a:p>
          <a:p>
            <a:r>
              <a:rPr lang="en-US" dirty="0"/>
              <a:t>You gather us around your table.</a:t>
            </a:r>
          </a:p>
          <a:p>
            <a:r>
              <a:rPr lang="en-US" dirty="0"/>
              <a:t>You make us one at heart</a:t>
            </a:r>
          </a:p>
          <a:p>
            <a:r>
              <a:rPr lang="en-US" dirty="0"/>
              <a:t>In peace and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461813"/>
      </p:ext>
    </p:extLst>
  </p:cSld>
  <p:clrMapOvr>
    <a:masterClrMapping/>
  </p:clrMapOvr>
</p:sld>
</file>

<file path=ppt/slides/slide1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light you are and our life.</a:t>
            </a:r>
          </a:p>
          <a:p>
            <a:r>
              <a:rPr lang="en-US" dirty="0"/>
              <a:t>Our light you are and our life.</a:t>
            </a:r>
          </a:p>
          <a:p>
            <a:r>
              <a:rPr lang="en-US" dirty="0"/>
              <a:t>You guide your people to the kingdom,</a:t>
            </a:r>
          </a:p>
          <a:p>
            <a:r>
              <a:rPr lang="en-US" dirty="0"/>
              <a:t>You guide your people to the kingdom.</a:t>
            </a:r>
          </a:p>
          <a:p>
            <a:r>
              <a:rPr lang="en-US" dirty="0"/>
              <a:t>You share with us, O Lord,</a:t>
            </a:r>
          </a:p>
          <a:p>
            <a:r>
              <a:rPr lang="en-US" dirty="0"/>
              <a:t>Your peace and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456244"/>
      </p:ext>
    </p:extLst>
  </p:cSld>
  <p:clrMapOvr>
    <a:masterClrMapping/>
  </p:clrMapOvr>
</p:sld>
</file>

<file path=ppt/slides/slide1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day of yours, Lord, we hail!</a:t>
            </a:r>
          </a:p>
          <a:p>
            <a:r>
              <a:rPr lang="en-US" dirty="0"/>
              <a:t>This day of yours, Lord, we hail!</a:t>
            </a:r>
          </a:p>
          <a:p>
            <a:r>
              <a:rPr lang="en-US" dirty="0"/>
              <a:t>We long to hear your words of comfort,</a:t>
            </a:r>
          </a:p>
          <a:p>
            <a:r>
              <a:rPr lang="en-US" dirty="0"/>
              <a:t>We long to hear your words of comfort,</a:t>
            </a:r>
          </a:p>
          <a:p>
            <a:r>
              <a:rPr lang="en-US" dirty="0"/>
              <a:t>And evermore to live,</a:t>
            </a:r>
          </a:p>
          <a:p>
            <a:r>
              <a:rPr lang="en-US" dirty="0"/>
              <a:t>In peace and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689075"/>
      </p:ext>
    </p:extLst>
  </p:cSld>
  <p:clrMapOvr>
    <a:masterClrMapping/>
  </p:clrMapOvr>
</p:sld>
</file>

<file path=ppt/slides/slide1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322 - Peace and joy be with you now and forever!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72195"/>
            <a:ext cx="11753537" cy="3518263"/>
          </a:xfrm>
        </p:spPr>
        <p:txBody>
          <a:bodyPr/>
          <a:lstStyle/>
          <a:p>
            <a:r>
              <a:rPr lang="en-US" dirty="0"/>
              <a:t>Peace and joy be with you now and forever!</a:t>
            </a:r>
          </a:p>
          <a:p>
            <a:r>
              <a:rPr lang="en-US" dirty="0"/>
              <a:t>Peace and joy be with you now and evermore!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617736"/>
      </p:ext>
    </p:extLst>
  </p:cSld>
  <p:clrMapOvr>
    <a:masterClrMapping/>
  </p:clrMapOvr>
</p:sld>
</file>

<file path=ppt/slides/slide1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323 - Peace I give to you, to all of you, </a:t>
            </a:r>
            <a:br>
              <a:rPr lang="en-US" dirty="0"/>
            </a:br>
            <a:r>
              <a:rPr lang="en-US" dirty="0"/>
              <a:t>my friends,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78282"/>
            <a:ext cx="11753537" cy="4748349"/>
          </a:xfrm>
        </p:spPr>
        <p:txBody>
          <a:bodyPr/>
          <a:lstStyle/>
          <a:p>
            <a:r>
              <a:rPr lang="en-US" dirty="0"/>
              <a:t>Peace I give to you, to all of you, my friends,</a:t>
            </a:r>
          </a:p>
          <a:p>
            <a:r>
              <a:rPr lang="en-US" dirty="0"/>
              <a:t>Love is my command, </a:t>
            </a:r>
          </a:p>
          <a:p>
            <a:r>
              <a:rPr lang="en-US" dirty="0"/>
              <a:t>the love that never ends. </a:t>
            </a:r>
          </a:p>
          <a:p>
            <a:r>
              <a:rPr lang="en-US" dirty="0"/>
              <a:t>Keep between yourselves the bond of charity, </a:t>
            </a:r>
          </a:p>
          <a:p>
            <a:r>
              <a:rPr lang="en-US" dirty="0"/>
              <a:t>Live as one united family.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017970"/>
      </p:ext>
    </p:extLst>
  </p:cSld>
  <p:clrMapOvr>
    <a:masterClrMapping/>
  </p:clrMapOvr>
</p:sld>
</file>

<file path=ppt/slides/slide1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324 - Peace I leave with you, my friends,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Peace I leave with you, my friends,</a:t>
            </a:r>
          </a:p>
          <a:p>
            <a:r>
              <a:rPr lang="en-US" dirty="0"/>
              <a:t>Peace the world cannot give. </a:t>
            </a:r>
          </a:p>
          <a:p>
            <a:r>
              <a:rPr lang="en-US" dirty="0"/>
              <a:t>Peace I leave with you, my friends, </a:t>
            </a:r>
          </a:p>
          <a:p>
            <a:r>
              <a:rPr lang="en-US" dirty="0"/>
              <a:t>So that your joy be ever full.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433863"/>
      </p:ext>
    </p:extLst>
  </p:cSld>
  <p:clrMapOvr>
    <a:masterClrMapping/>
  </p:clrMapOvr>
</p:sld>
</file>

<file path=ppt/slides/slide1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Father’s love I came to give, </a:t>
            </a:r>
          </a:p>
          <a:p>
            <a:r>
              <a:rPr lang="en-US" dirty="0"/>
              <a:t>To be the hope for humankind.</a:t>
            </a:r>
          </a:p>
          <a:p>
            <a:r>
              <a:rPr lang="en-US" dirty="0"/>
              <a:t>Take his gift and be at peace; </a:t>
            </a:r>
          </a:p>
          <a:p>
            <a:r>
              <a:rPr lang="en-US" dirty="0"/>
              <a:t>The Spirit of our love I bring.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963267"/>
      </p:ext>
    </p:extLst>
  </p:cSld>
  <p:clrMapOvr>
    <a:masterClrMapping/>
  </p:clrMapOvr>
</p:sld>
</file>

<file path=ppt/slides/slide1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this love which you should have </a:t>
            </a:r>
          </a:p>
          <a:p>
            <a:r>
              <a:rPr lang="en-US" dirty="0"/>
              <a:t>People will know you are my friends.</a:t>
            </a:r>
          </a:p>
          <a:p>
            <a:r>
              <a:rPr lang="en-US" dirty="0"/>
              <a:t>Take my words of life to heart,</a:t>
            </a:r>
          </a:p>
          <a:p>
            <a:r>
              <a:rPr lang="en-US" dirty="0"/>
              <a:t>And you will live with hope and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980579"/>
      </p:ext>
    </p:extLst>
  </p:cSld>
  <p:clrMapOvr>
    <a:masterClrMapping/>
  </p:clrMapOvr>
</p:sld>
</file>

<file path=ppt/slides/slide1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I have I give to you;</a:t>
            </a:r>
          </a:p>
          <a:p>
            <a:r>
              <a:rPr lang="en-US" dirty="0"/>
              <a:t>I share with you the Father’s love.</a:t>
            </a:r>
          </a:p>
          <a:p>
            <a:r>
              <a:rPr lang="en-US" dirty="0"/>
              <a:t>I came so that you may have life, </a:t>
            </a:r>
          </a:p>
          <a:p>
            <a:r>
              <a:rPr lang="en-US" dirty="0"/>
              <a:t>And have it to the full.</a:t>
            </a:r>
          </a:p>
          <a:p>
            <a:endParaRPr lang="en-IN" sz="3500" dirty="0"/>
          </a:p>
          <a:p>
            <a:r>
              <a:rPr lang="en-US" dirty="0"/>
              <a:t>If you love me keep my word,</a:t>
            </a:r>
          </a:p>
          <a:p>
            <a:r>
              <a:rPr lang="en-US" dirty="0"/>
              <a:t>And our home we’ll make with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852832"/>
      </p:ext>
    </p:extLst>
  </p:cSld>
  <p:clrMapOvr>
    <a:masterClrMapping/>
  </p:clrMapOvr>
</p:sld>
</file>

<file path=ppt/slides/slide1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325 - Peace is flowing like a river,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Peace is flowing like a river, </a:t>
            </a:r>
          </a:p>
          <a:p>
            <a:r>
              <a:rPr lang="en-US" dirty="0"/>
              <a:t>flowing out of you and me,</a:t>
            </a:r>
          </a:p>
          <a:p>
            <a:r>
              <a:rPr lang="en-US" dirty="0"/>
              <a:t>Flowing out into the desert, </a:t>
            </a:r>
          </a:p>
          <a:p>
            <a:r>
              <a:rPr lang="en-US" dirty="0"/>
              <a:t>setting all the captives free.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964389"/>
      </p:ext>
    </p:extLst>
  </p:cSld>
  <p:clrMapOvr>
    <a:masterClrMapping/>
  </p:clrMapOvr>
</p:sld>
</file>

<file path=ppt/slides/slide1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it flow through me, </a:t>
            </a:r>
          </a:p>
          <a:p>
            <a:r>
              <a:rPr lang="en-US" dirty="0"/>
              <a:t>let it flow through me, </a:t>
            </a:r>
          </a:p>
          <a:p>
            <a:r>
              <a:rPr lang="en-US" dirty="0"/>
              <a:t>Let the mighty peace of God </a:t>
            </a:r>
          </a:p>
          <a:p>
            <a:r>
              <a:rPr lang="en-US" dirty="0"/>
              <a:t>flow out through me.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468321"/>
      </p:ext>
    </p:extLst>
  </p:cSld>
  <p:clrMapOvr>
    <a:masterClrMapping/>
  </p:clrMapOvr>
</p:sld>
</file>

<file path=ppt/slides/slide1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 love...	His healing’s...		Alleluia!</a:t>
            </a:r>
            <a:endParaRPr lang="en-IN" dirty="0"/>
          </a:p>
          <a:p>
            <a:r>
              <a:rPr lang="en-US" dirty="0"/>
              <a:t>Let it flow through me, </a:t>
            </a:r>
          </a:p>
          <a:p>
            <a:r>
              <a:rPr lang="en-US" dirty="0"/>
              <a:t>let it flow through me, </a:t>
            </a:r>
          </a:p>
          <a:p>
            <a:r>
              <a:rPr lang="en-US" dirty="0"/>
              <a:t>Let the mighty peace of God </a:t>
            </a:r>
          </a:p>
          <a:p>
            <a:r>
              <a:rPr lang="en-US" dirty="0"/>
              <a:t>flow out through me. [2]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447832"/>
      </p:ext>
    </p:extLst>
  </p:cSld>
  <p:clrMapOvr>
    <a:masterClrMapping/>
  </p:clrMapOvr>
</p:sld>
</file>

<file path=ppt/slides/slide1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30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326 - Praise God, praise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819479"/>
      </p:ext>
    </p:extLst>
  </p:cSld>
  <p:clrMapOvr>
    <a:masterClrMapping/>
  </p:clrMapOvr>
</p:sld>
</file>

<file path=ppt/slides/slide1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490974"/>
      </p:ext>
    </p:extLst>
  </p:cSld>
  <p:clrMapOvr>
    <a:masterClrMapping/>
  </p:clrMapOvr>
</p:sld>
</file>

<file path=ppt/slides/slide1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praise you, God and King, </a:t>
            </a:r>
          </a:p>
          <a:p>
            <a:r>
              <a:rPr lang="en-US" dirty="0"/>
              <a:t>Each and every day. </a:t>
            </a:r>
          </a:p>
          <a:p>
            <a:r>
              <a:rPr lang="en-US" dirty="0"/>
              <a:t>My mouth shall never cease to sing, </a:t>
            </a:r>
          </a:p>
          <a:p>
            <a:r>
              <a:rPr lang="en-US" dirty="0"/>
              <a:t>And I will bless your name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1399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306884"/>
      </p:ext>
    </p:extLst>
  </p:cSld>
  <p:clrMapOvr>
    <a:masterClrMapping/>
  </p:clrMapOvr>
</p:sld>
</file>

<file path=ppt/slides/slide1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848831"/>
      </p:ext>
    </p:extLst>
  </p:cSld>
  <p:clrMapOvr>
    <a:masterClrMapping/>
  </p:clrMapOvr>
</p:sld>
</file>

<file path=ppt/slides/slide1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you’re highly to be praised;</a:t>
            </a:r>
          </a:p>
          <a:p>
            <a:r>
              <a:rPr lang="en-US" dirty="0"/>
              <a:t>Your greatness overwhelms,</a:t>
            </a:r>
          </a:p>
          <a:p>
            <a:r>
              <a:rPr lang="en-US" dirty="0"/>
              <a:t>Age on age will praise your works</a:t>
            </a:r>
          </a:p>
          <a:p>
            <a:r>
              <a:rPr lang="en-US" dirty="0"/>
              <a:t>And I will bless your name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731964"/>
      </p:ext>
    </p:extLst>
  </p:cSld>
  <p:clrMapOvr>
    <a:masterClrMapping/>
  </p:clrMapOvr>
</p:sld>
</file>

<file path=ppt/slides/slide1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096051"/>
      </p:ext>
    </p:extLst>
  </p:cSld>
  <p:clrMapOvr>
    <a:masterClrMapping/>
  </p:clrMapOvr>
</p:sld>
</file>

<file path=ppt/slides/slide1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splendor of your majesty </a:t>
            </a:r>
          </a:p>
          <a:p>
            <a:r>
              <a:rPr lang="en-US" dirty="0"/>
              <a:t>Is joyfully retold;</a:t>
            </a:r>
          </a:p>
          <a:p>
            <a:r>
              <a:rPr lang="en-US" dirty="0"/>
              <a:t>The fame of your abundant good </a:t>
            </a:r>
          </a:p>
          <a:p>
            <a:r>
              <a:rPr lang="en-US" dirty="0"/>
              <a:t>And justice, we will sing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784533"/>
      </p:ext>
    </p:extLst>
  </p:cSld>
  <p:clrMapOvr>
    <a:masterClrMapping/>
  </p:clrMapOvr>
</p:sld>
</file>

<file path=ppt/slides/slide1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502462"/>
      </p:ext>
    </p:extLst>
  </p:cSld>
  <p:clrMapOvr>
    <a:masterClrMapping/>
  </p:clrMapOvr>
</p:sld>
</file>

<file path=ppt/slides/slide1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kind and merciful;</a:t>
            </a:r>
          </a:p>
          <a:p>
            <a:r>
              <a:rPr lang="en-US" dirty="0"/>
              <a:t>His anger slow to rise. </a:t>
            </a:r>
          </a:p>
          <a:p>
            <a:r>
              <a:rPr lang="en-US" dirty="0"/>
              <a:t>The Lord is good in all his works; </a:t>
            </a:r>
          </a:p>
          <a:p>
            <a:r>
              <a:rPr lang="en-US" dirty="0"/>
              <a:t>His graciousness remains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859943"/>
      </p:ext>
    </p:extLst>
  </p:cSld>
  <p:clrMapOvr>
    <a:masterClrMapping/>
  </p:clrMapOvr>
</p:sld>
</file>

<file path=ppt/slides/slide1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God, praise God,</a:t>
            </a:r>
          </a:p>
          <a:p>
            <a:r>
              <a:rPr lang="en-US" dirty="0"/>
              <a:t>Let his love remind us </a:t>
            </a:r>
          </a:p>
          <a:p>
            <a:r>
              <a:rPr lang="en-US" dirty="0"/>
              <a:t>of the power of his name.</a:t>
            </a:r>
          </a:p>
          <a:p>
            <a:r>
              <a:rPr lang="en-US" dirty="0"/>
              <a:t>Praise God, praise God,</a:t>
            </a:r>
          </a:p>
          <a:p>
            <a:r>
              <a:rPr lang="en-US" dirty="0"/>
              <a:t>All creation sings its song of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594890"/>
      </p:ext>
    </p:extLst>
  </p:cSld>
  <p:clrMapOvr>
    <a:masterClrMapping/>
  </p:clrMapOvr>
</p:sld>
</file>

<file path=ppt/slides/slide1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19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327 - Praise him, Praise him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Praise him, Praise him</a:t>
            </a:r>
          </a:p>
          <a:p>
            <a:r>
              <a:rPr lang="en-US" dirty="0"/>
              <a:t>Praise him in the morning, </a:t>
            </a:r>
          </a:p>
          <a:p>
            <a:r>
              <a:rPr lang="en-US" dirty="0"/>
              <a:t>praise him in the noontime, </a:t>
            </a:r>
          </a:p>
          <a:p>
            <a:r>
              <a:rPr lang="en-US" dirty="0"/>
              <a:t>Praise him, praise him, </a:t>
            </a:r>
          </a:p>
          <a:p>
            <a:r>
              <a:rPr lang="en-US" dirty="0"/>
              <a:t>Praise him when the sun goes down.</a:t>
            </a:r>
          </a:p>
          <a:p>
            <a:endParaRPr lang="en-US" sz="2400" dirty="0"/>
          </a:p>
          <a:p>
            <a:r>
              <a:rPr lang="en-US" dirty="0"/>
              <a:t>Love him ... Trust him ... Serve him...	Jesus.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847827"/>
      </p:ext>
    </p:extLst>
  </p:cSld>
  <p:clrMapOvr>
    <a:masterClrMapping/>
  </p:clrMapOvr>
</p:sld>
</file>

<file path=ppt/slides/slide1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328 - Praise the Lord with music, alleluia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Lord with music, alleluia,</a:t>
            </a:r>
          </a:p>
          <a:p>
            <a:r>
              <a:rPr lang="en-US" dirty="0"/>
              <a:t>Praise the Lord with music and joyful songs.</a:t>
            </a:r>
          </a:p>
          <a:p>
            <a:r>
              <a:rPr lang="en-US" dirty="0"/>
              <a:t>Alleluia, alleluia, glory to God, glory to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142156"/>
      </p:ext>
    </p:extLst>
  </p:cSld>
  <p:clrMapOvr>
    <a:masterClrMapping/>
  </p:clrMapOvr>
</p:sld>
</file>

<file path=ppt/slides/slide1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Lord and sing to God who is our joy. </a:t>
            </a:r>
          </a:p>
          <a:p>
            <a:r>
              <a:rPr lang="en-US" dirty="0"/>
              <a:t>Praise is due to Him for He is good indeed. </a:t>
            </a:r>
          </a:p>
          <a:p>
            <a:r>
              <a:rPr lang="en-US" dirty="0"/>
              <a:t>He heals the broken heart, </a:t>
            </a:r>
          </a:p>
          <a:p>
            <a:r>
              <a:rPr lang="en-US" dirty="0"/>
              <a:t>He binds up all their wounds, </a:t>
            </a:r>
          </a:p>
          <a:p>
            <a:r>
              <a:rPr lang="en-US" dirty="0"/>
              <a:t>And gathers all in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568092"/>
      </p:ext>
    </p:extLst>
  </p:cSld>
  <p:clrMapOvr>
    <a:masterClrMapping/>
  </p:clrMapOvr>
</p:sld>
</file>

<file path=ppt/slides/slide1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Great is God and mighty, </a:t>
            </a:r>
          </a:p>
          <a:p>
            <a:r>
              <a:rPr lang="en-US" dirty="0"/>
              <a:t>his wisdom has no bound. </a:t>
            </a:r>
          </a:p>
          <a:p>
            <a:r>
              <a:rPr lang="en-US" dirty="0"/>
              <a:t>He appoints the stars </a:t>
            </a:r>
          </a:p>
          <a:p>
            <a:r>
              <a:rPr lang="en-US" dirty="0"/>
              <a:t>and calls them each by name.</a:t>
            </a:r>
          </a:p>
          <a:p>
            <a:r>
              <a:rPr lang="en-US" dirty="0"/>
              <a:t>He makes the rain pour down, </a:t>
            </a:r>
          </a:p>
          <a:p>
            <a:r>
              <a:rPr lang="en-US" dirty="0"/>
              <a:t>He makes the grass spring up </a:t>
            </a:r>
          </a:p>
          <a:p>
            <a:r>
              <a:rPr lang="en-US" dirty="0"/>
              <a:t>And plants to serve our need.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954429"/>
      </p:ext>
    </p:extLst>
  </p:cSld>
  <p:clrMapOvr>
    <a:masterClrMapping/>
  </p:clrMapOvr>
</p:sld>
</file>

<file path=ppt/slides/slide1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Humble folk He raises </a:t>
            </a:r>
          </a:p>
          <a:p>
            <a:r>
              <a:rPr lang="en-US" dirty="0"/>
              <a:t>and strikes the wicked down. </a:t>
            </a:r>
          </a:p>
          <a:p>
            <a:r>
              <a:rPr lang="en-US" dirty="0"/>
              <a:t>Yes, the Lord is pleased </a:t>
            </a:r>
          </a:p>
          <a:p>
            <a:r>
              <a:rPr lang="en-US" dirty="0"/>
              <a:t>with those who trust in Him. </a:t>
            </a:r>
          </a:p>
          <a:p>
            <a:r>
              <a:rPr lang="en-US" dirty="0"/>
              <a:t>So thank Him all in songs </a:t>
            </a:r>
          </a:p>
          <a:p>
            <a:r>
              <a:rPr lang="en-US" dirty="0"/>
              <a:t>And play with harps and drums. </a:t>
            </a:r>
          </a:p>
          <a:p>
            <a:r>
              <a:rPr lang="en-US" dirty="0"/>
              <a:t>To God who reigns on high.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256144"/>
      </p:ext>
    </p:extLst>
  </p:cSld>
  <p:clrMapOvr>
    <a:masterClrMapping/>
  </p:clrMapOvr>
</p:sld>
</file>

<file path=ppt/slides/slide1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329 - Praise the name of Jesus -2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name of Jesus -2</a:t>
            </a:r>
          </a:p>
          <a:p>
            <a:r>
              <a:rPr lang="en-US" dirty="0"/>
              <a:t>He’s my Rock, he’s my Fortress,</a:t>
            </a:r>
          </a:p>
          <a:p>
            <a:r>
              <a:rPr lang="en-US" dirty="0"/>
              <a:t>He’s my Deliverer, in him will I trust.</a:t>
            </a:r>
          </a:p>
          <a:p>
            <a:r>
              <a:rPr lang="en-US" dirty="0"/>
              <a:t>Praise the name of Jesus.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636986"/>
      </p:ext>
    </p:extLst>
  </p:cSld>
  <p:clrMapOvr>
    <a:masterClrMapping/>
  </p:clrMapOvr>
</p:sld>
</file>

<file path=ppt/slides/slide1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595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330 - Praise to the Lord, the Almighty, the King of all nations.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23852"/>
            <a:ext cx="11753537" cy="5384145"/>
          </a:xfrm>
        </p:spPr>
        <p:txBody>
          <a:bodyPr/>
          <a:lstStyle/>
          <a:p>
            <a:r>
              <a:rPr lang="en-US" dirty="0"/>
              <a:t>Praise to the Lord, the Almighty, </a:t>
            </a:r>
          </a:p>
          <a:p>
            <a:r>
              <a:rPr lang="en-US" dirty="0"/>
              <a:t>the King of all nations. </a:t>
            </a:r>
          </a:p>
          <a:p>
            <a:r>
              <a:rPr lang="en-US" dirty="0"/>
              <a:t>Tell forth his fame, O ye peoples, </a:t>
            </a:r>
          </a:p>
          <a:p>
            <a:r>
              <a:rPr lang="en-US" dirty="0"/>
              <a:t>with loud acclamations. </a:t>
            </a:r>
          </a:p>
          <a:p>
            <a:r>
              <a:rPr lang="en-US" dirty="0"/>
              <a:t>His love is sure, faithful his Word shall endure, </a:t>
            </a:r>
          </a:p>
          <a:p>
            <a:r>
              <a:rPr lang="en-US" dirty="0"/>
              <a:t>Steadfast through all generations.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513794"/>
      </p:ext>
    </p:extLst>
  </p:cSld>
  <p:clrMapOvr>
    <a:masterClrMapping/>
  </p:clrMapOvr>
</p:sld>
</file>

<file path=ppt/slides/slide1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to the Lord who doth prosper, </a:t>
            </a:r>
          </a:p>
          <a:p>
            <a:r>
              <a:rPr lang="en-US" dirty="0"/>
              <a:t>thy work and defend thee; </a:t>
            </a:r>
          </a:p>
          <a:p>
            <a:r>
              <a:rPr lang="en-US" dirty="0"/>
              <a:t>Surely his goodness and mercy, </a:t>
            </a:r>
          </a:p>
          <a:p>
            <a:r>
              <a:rPr lang="en-US" dirty="0"/>
              <a:t>shall daily attend thee. </a:t>
            </a:r>
          </a:p>
          <a:p>
            <a:r>
              <a:rPr lang="en-US" dirty="0"/>
              <a:t>Ponder anew what the Almighty can do, </a:t>
            </a:r>
          </a:p>
          <a:p>
            <a:r>
              <a:rPr lang="en-US" dirty="0"/>
              <a:t>Who with his love doth befriend thee.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528837"/>
      </p:ext>
    </p:extLst>
  </p:cSld>
  <p:clrMapOvr>
    <a:masterClrMapping/>
  </p:clrMapOvr>
</p:sld>
</file>

<file path=ppt/slides/slide1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Praise to the Father, most gracious, </a:t>
            </a:r>
          </a:p>
          <a:p>
            <a:r>
              <a:rPr lang="en-US" dirty="0"/>
              <a:t>the Lord of creation. </a:t>
            </a:r>
          </a:p>
          <a:p>
            <a:r>
              <a:rPr lang="en-US" dirty="0"/>
              <a:t>Praise to his Son, the Redeemer, </a:t>
            </a:r>
          </a:p>
          <a:p>
            <a:r>
              <a:rPr lang="en-US" dirty="0"/>
              <a:t>who wrought our salvation.</a:t>
            </a:r>
          </a:p>
          <a:p>
            <a:r>
              <a:rPr lang="en-US" dirty="0"/>
              <a:t>O heavenly Dove, praise to Thee,                   fruit of their love, </a:t>
            </a:r>
          </a:p>
          <a:p>
            <a:r>
              <a:rPr lang="en-US" dirty="0"/>
              <a:t>Giver of all consolation.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879410"/>
      </p:ext>
    </p:extLst>
  </p:cSld>
  <p:clrMapOvr>
    <a:masterClrMapping/>
  </p:clrMapOvr>
</p:sld>
</file>

<file path=ppt/slides/slide1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331 - Prepare ye the way of the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ye the way of the Lord,</a:t>
            </a:r>
          </a:p>
          <a:p>
            <a:r>
              <a:rPr lang="en-US" dirty="0"/>
              <a:t>Make his path straight, open the gate,</a:t>
            </a:r>
          </a:p>
          <a:p>
            <a:r>
              <a:rPr lang="en-US" dirty="0"/>
              <a:t>That he may enter freely into our life, </a:t>
            </a:r>
          </a:p>
          <a:p>
            <a:r>
              <a:rPr lang="en-US" dirty="0"/>
              <a:t>Hosanna we cry to his name!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907681"/>
      </p:ext>
    </p:extLst>
  </p:cSld>
  <p:clrMapOvr>
    <a:masterClrMapping/>
  </p:clrMapOvr>
</p:sld>
</file>

<file path=ppt/slides/slide1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 his reign the poor will prosper, </a:t>
            </a:r>
          </a:p>
          <a:p>
            <a:r>
              <a:rPr lang="en-US" dirty="0"/>
              <a:t>He will judge in righteousness. </a:t>
            </a:r>
          </a:p>
          <a:p>
            <a:r>
              <a:rPr lang="en-US" dirty="0"/>
              <a:t>And he will crush, put down oppressors, </a:t>
            </a:r>
          </a:p>
          <a:p>
            <a:r>
              <a:rPr lang="en-US" dirty="0"/>
              <a:t>Give deliverance to the weak.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505900"/>
      </p:ext>
    </p:extLst>
  </p:cSld>
  <p:clrMapOvr>
    <a:masterClrMapping/>
  </p:clrMapOvr>
</p:sld>
</file>

<file path=ppt/slides/slide1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falls like dew upon the flowers, </a:t>
            </a:r>
          </a:p>
          <a:p>
            <a:r>
              <a:rPr lang="en-US" dirty="0"/>
              <a:t>Like the rains that quench the earth </a:t>
            </a:r>
          </a:p>
          <a:p>
            <a:r>
              <a:rPr lang="en-US" dirty="0"/>
              <a:t>And in his days, justice shall flourish. </a:t>
            </a:r>
          </a:p>
          <a:p>
            <a:r>
              <a:rPr lang="en-US" dirty="0"/>
              <a:t>He will be the prince of peace.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955083"/>
      </p:ext>
    </p:extLst>
  </p:cSld>
  <p:clrMapOvr>
    <a:masterClrMapping/>
  </p:clrMapOvr>
</p:sld>
</file>

<file path=ppt/slides/slide1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Jesus rule over land and ocean, </a:t>
            </a:r>
          </a:p>
          <a:p>
            <a:r>
              <a:rPr lang="en-US" dirty="0"/>
              <a:t>May his foes before Him bow. </a:t>
            </a:r>
          </a:p>
          <a:p>
            <a:r>
              <a:rPr lang="en-US" dirty="0"/>
              <a:t>Long may He live, His name enduring. </a:t>
            </a:r>
          </a:p>
          <a:p>
            <a:r>
              <a:rPr lang="en-US"/>
              <a:t>May all people bless His name!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178719"/>
      </p:ext>
    </p:extLst>
  </p:cSld>
  <p:clrMapOvr>
    <a:masterClrMapping/>
  </p:clrMapOvr>
</p:sld>
</file>

<file path=ppt/slides/slide1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1533"/>
            <a:ext cx="10874829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332 - Preserve me, O God, I take refuge in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Preserve me, O God, I take refuge in you.</a:t>
            </a:r>
          </a:p>
          <a:p>
            <a:endParaRPr lang="en-US" sz="2400" dirty="0"/>
          </a:p>
          <a:p>
            <a:r>
              <a:rPr lang="en-US" dirty="0"/>
              <a:t>O Lord, you are my cup of joy, </a:t>
            </a:r>
          </a:p>
          <a:p>
            <a:r>
              <a:rPr lang="en-US" dirty="0"/>
              <a:t>my portion, and my prize.</a:t>
            </a:r>
          </a:p>
          <a:p>
            <a:r>
              <a:rPr lang="en-US" dirty="0"/>
              <a:t>I keep you ever in my sight, </a:t>
            </a:r>
          </a:p>
          <a:p>
            <a:r>
              <a:rPr lang="en-US" dirty="0"/>
              <a:t>and therefore I stand firm.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282879"/>
      </p:ext>
    </p:extLst>
  </p:cSld>
  <p:clrMapOvr>
    <a:masterClrMapping/>
  </p:clrMapOvr>
</p:sld>
</file>

<file path=ppt/slides/slide1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so my heart and soul rejoice, </a:t>
            </a:r>
          </a:p>
          <a:p>
            <a:r>
              <a:rPr lang="en-US" dirty="0"/>
              <a:t>my body rests secure.</a:t>
            </a:r>
          </a:p>
          <a:p>
            <a:r>
              <a:rPr lang="en-US" dirty="0"/>
              <a:t>You will not leave me with the dead, </a:t>
            </a:r>
          </a:p>
          <a:p>
            <a:r>
              <a:rPr lang="en-US" dirty="0"/>
              <a:t>nor let me know decay.</a:t>
            </a:r>
          </a:p>
          <a:p>
            <a:r>
              <a:rPr lang="en-US" dirty="0"/>
              <a:t>You show the path of life to me, </a:t>
            </a:r>
          </a:p>
          <a:p>
            <a:r>
              <a:rPr lang="en-US" dirty="0"/>
              <a:t>your presence is my joy.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266960"/>
      </p:ext>
    </p:extLst>
  </p:cSld>
  <p:clrMapOvr>
    <a:masterClrMapping/>
  </p:clrMapOvr>
</p:sld>
</file>

<file path=ppt/slides/slide1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333 - Put on the </a:t>
            </a:r>
            <a:r>
              <a:rPr lang="en-US" sz="4400" dirty="0" err="1"/>
              <a:t>armour</a:t>
            </a:r>
            <a:r>
              <a:rPr lang="en-US" sz="4400" dirty="0"/>
              <a:t> of Jesus Christ,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on the </a:t>
            </a:r>
            <a:r>
              <a:rPr lang="en-US" dirty="0" err="1"/>
              <a:t>armour</a:t>
            </a:r>
            <a:r>
              <a:rPr lang="en-US" dirty="0"/>
              <a:t> of Jesus Christ,</a:t>
            </a:r>
          </a:p>
          <a:p>
            <a:r>
              <a:rPr lang="en-US" dirty="0"/>
              <a:t>Build up your strength in the Lord.</a:t>
            </a:r>
          </a:p>
          <a:p>
            <a:r>
              <a:rPr lang="en-US" dirty="0"/>
              <a:t>Gird yourself with his truth, </a:t>
            </a:r>
          </a:p>
          <a:p>
            <a:r>
              <a:rPr lang="en-US" dirty="0"/>
              <a:t>carry faith as a shield, </a:t>
            </a:r>
          </a:p>
          <a:p>
            <a:r>
              <a:rPr lang="en-US" dirty="0"/>
              <a:t>The Good News a sword in your hand.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396809"/>
      </p:ext>
    </p:extLst>
  </p:cSld>
  <p:clrMapOvr>
    <a:masterClrMapping/>
  </p:clrMapOvr>
</p:sld>
</file>

<file path=ppt/slides/slide1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your loins be girt and your lamps alight, </a:t>
            </a:r>
          </a:p>
          <a:p>
            <a:r>
              <a:rPr lang="en-US" dirty="0"/>
              <a:t>Waiting for the day when the Master comes. </a:t>
            </a:r>
          </a:p>
          <a:p>
            <a:r>
              <a:rPr lang="en-US" dirty="0"/>
              <a:t>May he find you watching when he returns: </a:t>
            </a:r>
          </a:p>
          <a:p>
            <a:r>
              <a:rPr lang="en-US" dirty="0"/>
              <a:t>He’ll come like a thief in the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387122"/>
      </p:ext>
    </p:extLst>
  </p:cSld>
  <p:clrMapOvr>
    <a:masterClrMapping/>
  </p:clrMapOvr>
</p:sld>
</file>

<file path=ppt/slides/slide1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die with him, we shall live with him.</a:t>
            </a:r>
          </a:p>
          <a:p>
            <a:r>
              <a:rPr lang="en-US" dirty="0"/>
              <a:t>If we now endure, we shall reign with him, </a:t>
            </a:r>
          </a:p>
          <a:p>
            <a:r>
              <a:rPr lang="en-US" dirty="0"/>
              <a:t>If we are not faithful, he still keeps faith </a:t>
            </a:r>
          </a:p>
          <a:p>
            <a:r>
              <a:rPr lang="en-US" dirty="0"/>
              <a:t>For he can’t be false to himself.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588976"/>
      </p:ext>
    </p:extLst>
  </p:cSld>
  <p:clrMapOvr>
    <a:masterClrMapping/>
  </p:clrMapOvr>
</p:sld>
</file>

<file path=ppt/slides/slide1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4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334 - Queen of heaven, rejoice, </a:t>
            </a:r>
            <a:br>
              <a:rPr lang="en-US" dirty="0"/>
            </a:br>
            <a:r>
              <a:rPr lang="en-US" dirty="0" err="1"/>
              <a:t>allelu</a:t>
            </a:r>
            <a:r>
              <a:rPr lang="en-US" dirty="0"/>
              <a:t>, alleluia,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804852"/>
            <a:ext cx="11753537" cy="4258491"/>
          </a:xfrm>
        </p:spPr>
        <p:txBody>
          <a:bodyPr/>
          <a:lstStyle/>
          <a:p>
            <a:r>
              <a:rPr lang="en-US" dirty="0"/>
              <a:t>Queen of heaven, rejoice, </a:t>
            </a:r>
            <a:r>
              <a:rPr lang="en-US" dirty="0" err="1"/>
              <a:t>allelu</a:t>
            </a:r>
            <a:r>
              <a:rPr lang="en-US" dirty="0"/>
              <a:t>, alleluia, </a:t>
            </a:r>
          </a:p>
          <a:p>
            <a:r>
              <a:rPr lang="en-US" dirty="0"/>
              <a:t>For the Son you were worthy to bear, </a:t>
            </a:r>
          </a:p>
          <a:p>
            <a:r>
              <a:rPr lang="en-US" dirty="0"/>
              <a:t>Has now risen indeed as he said, alleluia, </a:t>
            </a:r>
          </a:p>
          <a:p>
            <a:r>
              <a:rPr lang="en-US" dirty="0"/>
              <a:t>Dearest Mother, your gladness we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993808"/>
      </p:ext>
    </p:extLst>
  </p:cSld>
  <p:clrMapOvr>
    <a:masterClrMapping/>
  </p:clrMapOvr>
</p:sld>
</file>

<file path=ppt/slides/slide1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Rejoice, rejoice, be glad Virgin Mary,</a:t>
            </a:r>
          </a:p>
          <a:p>
            <a:r>
              <a:rPr lang="en-US" dirty="0"/>
              <a:t>For the Lord is risen indeed, </a:t>
            </a:r>
            <a:r>
              <a:rPr lang="en-US" dirty="0" err="1"/>
              <a:t>allelu</a:t>
            </a:r>
            <a:r>
              <a:rPr lang="en-US" dirty="0"/>
              <a:t>, alleluia.</a:t>
            </a:r>
          </a:p>
          <a:p>
            <a:r>
              <a:rPr lang="en-US" dirty="0"/>
              <a:t>Rejoice, rejoice, be glad Virgin Mary,</a:t>
            </a:r>
          </a:p>
          <a:p>
            <a:r>
              <a:rPr lang="en-US" dirty="0"/>
              <a:t>For the Lord is risen indeed, </a:t>
            </a:r>
            <a:r>
              <a:rPr lang="en-US" dirty="0" err="1"/>
              <a:t>allelu</a:t>
            </a:r>
            <a:r>
              <a:rPr lang="en-US" dirty="0"/>
              <a:t>, alleluia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504847"/>
      </p:ext>
    </p:extLst>
  </p:cSld>
  <p:clrMapOvr>
    <a:masterClrMapping/>
  </p:clrMapOvr>
</p:sld>
</file>

<file path=ppt/slides/slide1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woman declared </a:t>
            </a:r>
          </a:p>
          <a:p>
            <a:r>
              <a:rPr lang="en-US" dirty="0"/>
              <a:t>you were blest of all mothers, </a:t>
            </a:r>
          </a:p>
          <a:p>
            <a:r>
              <a:rPr lang="en-US" dirty="0"/>
              <a:t>Jesus said that you were from the start, </a:t>
            </a:r>
          </a:p>
          <a:p>
            <a:r>
              <a:rPr lang="en-US" dirty="0"/>
              <a:t>The best listener of all and his truest disciple, </a:t>
            </a:r>
          </a:p>
          <a:p>
            <a:r>
              <a:rPr lang="en-US" dirty="0"/>
              <a:t>For you treasured his word in your heart.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20311"/>
      </p:ext>
    </p:extLst>
  </p:cSld>
  <p:clrMapOvr>
    <a:masterClrMapping/>
  </p:clrMapOvr>
</p:sld>
</file>

<file path=ppt/slides/slide1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remember your prayer for the starving, the lowly, </a:t>
            </a:r>
          </a:p>
          <a:p>
            <a:r>
              <a:rPr lang="en-US" dirty="0"/>
              <a:t>Your concern for the poor of our race.</a:t>
            </a:r>
          </a:p>
          <a:p>
            <a:r>
              <a:rPr lang="en-US" dirty="0"/>
              <a:t>While the people proclaim you, </a:t>
            </a:r>
          </a:p>
          <a:p>
            <a:r>
              <a:rPr lang="en-US" dirty="0"/>
              <a:t>“Most blest among women”, </a:t>
            </a:r>
          </a:p>
          <a:p>
            <a:r>
              <a:rPr lang="en-US" dirty="0"/>
              <a:t>Let the angels sing, “Hail full of grace”.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763973"/>
      </p:ext>
    </p:extLst>
  </p:cSld>
  <p:clrMapOvr>
    <a:masterClrMapping/>
  </p:clrMapOvr>
</p:sld>
</file>

<file path=ppt/slides/slide1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6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335 - Rejoice evermore for this is the will of God,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41569"/>
            <a:ext cx="11753537" cy="4389120"/>
          </a:xfrm>
        </p:spPr>
        <p:txBody>
          <a:bodyPr/>
          <a:lstStyle/>
          <a:p>
            <a:r>
              <a:rPr lang="en-US" dirty="0"/>
              <a:t>Rejoice evermore for this is the will of God,</a:t>
            </a:r>
          </a:p>
          <a:p>
            <a:r>
              <a:rPr lang="en-US" dirty="0"/>
              <a:t>Rejoice evermore for this is the will of God,</a:t>
            </a:r>
          </a:p>
          <a:p>
            <a:r>
              <a:rPr lang="en-US" dirty="0"/>
              <a:t>Rejoice evermore for this is the will of God,</a:t>
            </a:r>
          </a:p>
          <a:p>
            <a:r>
              <a:rPr lang="en-US" dirty="0"/>
              <a:t>In Christ Jesus concerning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219746"/>
      </p:ext>
    </p:extLst>
  </p:cSld>
  <p:clrMapOvr>
    <a:masterClrMapping/>
  </p:clrMapOvr>
</p:sld>
</file>

<file path=ppt/slides/slide1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Sing alleluia to the Lord our God, </a:t>
            </a:r>
          </a:p>
          <a:p>
            <a:r>
              <a:rPr lang="en-US" dirty="0"/>
              <a:t>Enter his courts with songs of praise!</a:t>
            </a:r>
          </a:p>
          <a:p>
            <a:r>
              <a:rPr lang="en-US" dirty="0"/>
              <a:t>Sing alleluia to the Lord our God, </a:t>
            </a:r>
          </a:p>
          <a:p>
            <a:r>
              <a:rPr lang="en-US" dirty="0"/>
              <a:t>Enter his courts with songs of praise!</a:t>
            </a:r>
          </a:p>
          <a:p>
            <a:endParaRPr lang="en-IN" sz="2400" dirty="0"/>
          </a:p>
          <a:p>
            <a:r>
              <a:rPr lang="en-US" dirty="0"/>
              <a:t>Pray without ceasing....  </a:t>
            </a:r>
          </a:p>
          <a:p>
            <a:r>
              <a:rPr lang="en-US" dirty="0"/>
              <a:t>In everything give thanks...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918074"/>
      </p:ext>
    </p:extLst>
  </p:cSld>
  <p:clrMapOvr>
    <a:masterClrMapping/>
  </p:clrMapOvr>
</p:sld>
</file>

<file path=ppt/slides/slide1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51190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336 - Rejoice in the Lord always and again I say rejoice.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28653"/>
            <a:ext cx="11862391" cy="4389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Rejoice in the Lord always &amp; again I say rejoice. </a:t>
            </a:r>
          </a:p>
          <a:p>
            <a:r>
              <a:rPr lang="en-US" dirty="0"/>
              <a:t>Rejoice in the Lord always &amp; again I say rejoice.</a:t>
            </a:r>
          </a:p>
          <a:p>
            <a:endParaRPr lang="en-US" dirty="0"/>
          </a:p>
          <a:p>
            <a:r>
              <a:rPr lang="en-US" dirty="0"/>
              <a:t>Rejoice, rejoice, and again I say rejoice.</a:t>
            </a:r>
          </a:p>
          <a:p>
            <a:r>
              <a:rPr lang="en-US" dirty="0"/>
              <a:t>Rejoice, rejoice, and again I say rejoice.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762675"/>
      </p:ext>
    </p:extLst>
  </p:cSld>
  <p:clrMapOvr>
    <a:masterClrMapping/>
  </p:clrMapOvr>
</p:sld>
</file>

<file path=ppt/slides/slide1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337 - Rejoice, rejoice, and be glad: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Rejoice, rejoice, and be glad:</a:t>
            </a:r>
          </a:p>
          <a:p>
            <a:r>
              <a:rPr lang="en-US" dirty="0"/>
              <a:t>Your reward is great in heaven.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693009"/>
      </p:ext>
    </p:extLst>
  </p:cSld>
  <p:clrMapOvr>
    <a:masterClrMapping/>
  </p:clrMapOvr>
</p:sld>
</file>

<file path=ppt/slides/slide1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Happy are the poor, for theirs is the kingdom, </a:t>
            </a:r>
          </a:p>
          <a:p>
            <a:r>
              <a:rPr lang="en-US" dirty="0"/>
              <a:t>Happy are the gentle, for theirs is the land. </a:t>
            </a:r>
          </a:p>
          <a:p>
            <a:r>
              <a:rPr lang="en-US" dirty="0"/>
              <a:t>Happy are the mourners, </a:t>
            </a:r>
          </a:p>
          <a:p>
            <a:r>
              <a:rPr lang="en-US" dirty="0"/>
              <a:t>for they shall be joyful,</a:t>
            </a:r>
          </a:p>
          <a:p>
            <a:r>
              <a:rPr lang="en-US" dirty="0"/>
              <a:t>Those who work for justice </a:t>
            </a:r>
          </a:p>
          <a:p>
            <a:r>
              <a:rPr lang="en-US" dirty="0"/>
              <a:t>will have their victory.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683913"/>
      </p:ext>
    </p:extLst>
  </p:cSld>
  <p:clrMapOvr>
    <a:masterClrMapping/>
  </p:clrMapOvr>
</p:sld>
</file>

<file path=ppt/slides/slide1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Happy the forgiving, for theirs is forgiveness, </a:t>
            </a:r>
          </a:p>
          <a:p>
            <a:r>
              <a:rPr lang="en-US" dirty="0"/>
              <a:t>Happy are the pure of heart,</a:t>
            </a:r>
          </a:p>
          <a:p>
            <a:r>
              <a:rPr lang="en-US" dirty="0"/>
              <a:t> for they shall see the Lord. </a:t>
            </a:r>
          </a:p>
          <a:p>
            <a:r>
              <a:rPr lang="en-US" dirty="0"/>
              <a:t>Happy those who suffer, </a:t>
            </a:r>
          </a:p>
          <a:p>
            <a:r>
              <a:rPr lang="en-US" dirty="0"/>
              <a:t>for theirs is the kingdom, </a:t>
            </a:r>
          </a:p>
          <a:p>
            <a:r>
              <a:rPr lang="en-US" dirty="0"/>
              <a:t>Happy are the peaceful for they are heirs of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875521"/>
      </p:ext>
    </p:extLst>
  </p:cSld>
  <p:clrMapOvr>
    <a:masterClrMapping/>
  </p:clrMapOvr>
</p:sld>
</file>

<file path=ppt/slides/slide1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338 - Ring out your joy, give glory to God.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out your joy, give glory to God.</a:t>
            </a:r>
          </a:p>
          <a:p>
            <a:r>
              <a:rPr lang="en-US" dirty="0"/>
              <a:t>Lift up your hearts and sing. </a:t>
            </a:r>
          </a:p>
          <a:p>
            <a:r>
              <a:rPr lang="en-US" dirty="0"/>
              <a:t>Let all creation tell of his name.</a:t>
            </a:r>
          </a:p>
          <a:p>
            <a:r>
              <a:rPr lang="en-US" dirty="0"/>
              <a:t>Praise him for evermore.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531497"/>
      </p:ext>
    </p:extLst>
  </p:cSld>
  <p:clrMapOvr>
    <a:masterClrMapping/>
  </p:clrMapOvr>
</p:sld>
</file>

<file path=ppt/slides/slide1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Blessed are you, God of our fathers, </a:t>
            </a:r>
          </a:p>
          <a:p>
            <a:r>
              <a:rPr lang="en-US" dirty="0"/>
              <a:t>Glory and praise for evermore. </a:t>
            </a:r>
          </a:p>
          <a:p>
            <a:r>
              <a:rPr lang="en-US" dirty="0"/>
              <a:t>Blessed your great and glorious holy name, </a:t>
            </a:r>
          </a:p>
          <a:p>
            <a:r>
              <a:rPr lang="en-US" dirty="0"/>
              <a:t>Glory and praise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985229"/>
      </p:ext>
    </p:extLst>
  </p:cSld>
  <p:clrMapOvr>
    <a:masterClrMapping/>
  </p:clrMapOvr>
</p:sld>
</file>

<file path=ppt/slides/slide1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out your joy, give glory to God.</a:t>
            </a:r>
          </a:p>
          <a:p>
            <a:r>
              <a:rPr lang="en-US" dirty="0"/>
              <a:t>Lift up your hearts and sing. </a:t>
            </a:r>
          </a:p>
          <a:p>
            <a:r>
              <a:rPr lang="en-US" dirty="0"/>
              <a:t>Let all creation tell of his name.</a:t>
            </a:r>
          </a:p>
          <a:p>
            <a:r>
              <a:rPr lang="en-US" dirty="0"/>
              <a:t>Praise him for evermore.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008766"/>
      </p:ext>
    </p:extLst>
  </p:cSld>
  <p:clrMapOvr>
    <a:masterClrMapping/>
  </p:clrMapOvr>
</p:sld>
</file>

<file path=ppt/slides/slide1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in the temple of your glory, 	</a:t>
            </a:r>
          </a:p>
          <a:p>
            <a:r>
              <a:rPr lang="en-US" dirty="0"/>
              <a:t>Glory and praise for evermore.</a:t>
            </a:r>
          </a:p>
          <a:p>
            <a:r>
              <a:rPr lang="en-US" dirty="0"/>
              <a:t>Blessed are you who gaze into the depths,</a:t>
            </a:r>
          </a:p>
          <a:p>
            <a:r>
              <a:rPr lang="en-US" dirty="0"/>
              <a:t>Glory and praise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736579"/>
      </p:ext>
    </p:extLst>
  </p:cSld>
  <p:clrMapOvr>
    <a:masterClrMapping/>
  </p:clrMapOvr>
</p:sld>
</file>

<file path=ppt/slides/slide1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out your joy, give glory to God.</a:t>
            </a:r>
          </a:p>
          <a:p>
            <a:r>
              <a:rPr lang="en-US" dirty="0"/>
              <a:t>Lift up your hearts and sing. </a:t>
            </a:r>
          </a:p>
          <a:p>
            <a:r>
              <a:rPr lang="en-US" dirty="0"/>
              <a:t>Let all creation tell of his name.</a:t>
            </a:r>
          </a:p>
          <a:p>
            <a:r>
              <a:rPr lang="en-US" dirty="0"/>
              <a:t>Praise him for evermore.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797381"/>
      </p:ext>
    </p:extLst>
  </p:cSld>
  <p:clrMapOvr>
    <a:masterClrMapping/>
  </p:clrMapOvr>
</p:sld>
</file>

<file path=ppt/slides/slide1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Blest in the firmament of heaven,</a:t>
            </a:r>
          </a:p>
          <a:p>
            <a:r>
              <a:rPr lang="en-US" dirty="0"/>
              <a:t>Glory and praise for evermore.</a:t>
            </a:r>
          </a:p>
          <a:p>
            <a:r>
              <a:rPr lang="en-US" dirty="0"/>
              <a:t>Blessed are you who walk on wings of wind, </a:t>
            </a:r>
          </a:p>
          <a:p>
            <a:r>
              <a:rPr lang="en-US" dirty="0"/>
              <a:t>Glory and praise for evermore.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860033"/>
      </p:ext>
    </p:extLst>
  </p:cSld>
  <p:clrMapOvr>
    <a:masterClrMapping/>
  </p:clrMapOvr>
</p:sld>
</file>

<file path=ppt/slides/slide1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out your joy, give glory to God.</a:t>
            </a:r>
          </a:p>
          <a:p>
            <a:r>
              <a:rPr lang="en-US" dirty="0"/>
              <a:t>Lift up your hearts and sing. </a:t>
            </a:r>
          </a:p>
          <a:p>
            <a:r>
              <a:rPr lang="en-US" dirty="0"/>
              <a:t>Let all creation tell of his name.</a:t>
            </a:r>
          </a:p>
          <a:p>
            <a:r>
              <a:rPr lang="en-US" dirty="0"/>
              <a:t>Praise him for evermore.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762793"/>
      </p:ext>
    </p:extLst>
  </p:cSld>
  <p:clrMapOvr>
    <a:masterClrMapping/>
  </p:clrMapOvr>
</p:sld>
</file>

<file path=ppt/slides/slide1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saints and angels bless your holy name </a:t>
            </a:r>
          </a:p>
          <a:p>
            <a:r>
              <a:rPr lang="en-US" dirty="0"/>
              <a:t>Glory and praise for evermore.</a:t>
            </a:r>
          </a:p>
          <a:p>
            <a:r>
              <a:rPr lang="en-US" dirty="0"/>
              <a:t>Blessing from sea and earth and heaven,</a:t>
            </a:r>
          </a:p>
          <a:p>
            <a:r>
              <a:rPr lang="en-US" dirty="0"/>
              <a:t>Glory and praise for evermore.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999138"/>
      </p:ext>
    </p:extLst>
  </p:cSld>
  <p:clrMapOvr>
    <a:masterClrMapping/>
  </p:clrMapOvr>
</p:sld>
</file>

<file path=ppt/slides/slide1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out your joy, give glory to God.</a:t>
            </a:r>
          </a:p>
          <a:p>
            <a:r>
              <a:rPr lang="en-US" dirty="0"/>
              <a:t>Lift up your hearts and sing. </a:t>
            </a:r>
          </a:p>
          <a:p>
            <a:r>
              <a:rPr lang="en-US" dirty="0"/>
              <a:t>Let all creation tell of his name.</a:t>
            </a:r>
          </a:p>
          <a:p>
            <a:r>
              <a:rPr lang="en-US" dirty="0"/>
              <a:t>Praise him for evermore.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422601"/>
      </p:ext>
    </p:extLst>
  </p:cSld>
  <p:clrMapOvr>
    <a:masterClrMapping/>
  </p:clrMapOvr>
</p:sld>
</file>

<file path=ppt/slides/slide1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339 - Rise India thy millions lead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India thy millions lead</a:t>
            </a:r>
          </a:p>
          <a:p>
            <a:r>
              <a:rPr lang="en-US" dirty="0"/>
              <a:t>And follow Christ thy King. </a:t>
            </a:r>
          </a:p>
          <a:p>
            <a:r>
              <a:rPr lang="en-US" dirty="0"/>
              <a:t>From </a:t>
            </a:r>
            <a:r>
              <a:rPr lang="en-US" dirty="0" err="1"/>
              <a:t>Com’rin’s</a:t>
            </a:r>
            <a:r>
              <a:rPr lang="en-US" dirty="0"/>
              <a:t> Point to Everest peak,</a:t>
            </a:r>
          </a:p>
          <a:p>
            <a:r>
              <a:rPr lang="en-US" dirty="0"/>
              <a:t>Christ’s hymn of triumph 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9754"/>
      </p:ext>
    </p:extLst>
  </p:cSld>
  <p:clrMapOvr>
    <a:masterClrMapping/>
  </p:clrMapOvr>
</p:sld>
</file>

<file path=ppt/slides/slide1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in the manger thou wert laid, </a:t>
            </a:r>
          </a:p>
          <a:p>
            <a:r>
              <a:rPr lang="en-US" dirty="0"/>
              <a:t>Immensity made small, </a:t>
            </a:r>
          </a:p>
          <a:p>
            <a:r>
              <a:rPr lang="en-US" dirty="0"/>
              <a:t>And lowly shepherds round thee prayed, </a:t>
            </a:r>
          </a:p>
          <a:p>
            <a:r>
              <a:rPr lang="en-US" dirty="0"/>
              <a:t>Thou wert our Lord, our King, our All.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573668"/>
      </p:ext>
    </p:extLst>
  </p:cSld>
  <p:clrMapOvr>
    <a:masterClrMapping/>
  </p:clrMapOvr>
</p:sld>
</file>

<file path=ppt/slides/slide1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India thy millions lead</a:t>
            </a:r>
          </a:p>
          <a:p>
            <a:r>
              <a:rPr lang="en-US" dirty="0"/>
              <a:t>And follow Christ thy King. </a:t>
            </a:r>
          </a:p>
          <a:p>
            <a:r>
              <a:rPr lang="en-US" dirty="0"/>
              <a:t>From </a:t>
            </a:r>
            <a:r>
              <a:rPr lang="en-US" dirty="0" err="1"/>
              <a:t>Com’rin’s</a:t>
            </a:r>
            <a:r>
              <a:rPr lang="en-US" dirty="0"/>
              <a:t> Point to Everest peak,</a:t>
            </a:r>
          </a:p>
          <a:p>
            <a:r>
              <a:rPr lang="en-US" dirty="0"/>
              <a:t>Christ’s hymn of triumph sing.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111562"/>
      </p:ext>
    </p:extLst>
  </p:cSld>
  <p:clrMapOvr>
    <a:masterClrMapping/>
  </p:clrMapOvr>
</p:sld>
</file>

<file path=ppt/slides/slide1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on the cross uplifted high, </a:t>
            </a:r>
          </a:p>
          <a:p>
            <a:r>
              <a:rPr lang="en-US" dirty="0"/>
              <a:t>In torments thou didst hang, </a:t>
            </a:r>
          </a:p>
          <a:p>
            <a:r>
              <a:rPr lang="en-US" dirty="0"/>
              <a:t>The Jews and Gentiles passing by </a:t>
            </a:r>
          </a:p>
          <a:p>
            <a:r>
              <a:rPr lang="en-US" dirty="0"/>
              <a:t>Saw thee entitled “Christ, the King”.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743461"/>
      </p:ext>
    </p:extLst>
  </p:cSld>
  <p:clrMapOvr>
    <a:masterClrMapping/>
  </p:clrMapOvr>
</p:sld>
</file>

<file path=ppt/slides/slide1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India thy millions lead</a:t>
            </a:r>
          </a:p>
          <a:p>
            <a:r>
              <a:rPr lang="en-US" dirty="0"/>
              <a:t>And follow Christ thy King. </a:t>
            </a:r>
          </a:p>
          <a:p>
            <a:r>
              <a:rPr lang="en-US" dirty="0"/>
              <a:t>From </a:t>
            </a:r>
            <a:r>
              <a:rPr lang="en-US" dirty="0" err="1"/>
              <a:t>Com’rin’s</a:t>
            </a:r>
            <a:r>
              <a:rPr lang="en-US" dirty="0"/>
              <a:t> Point to Everest peak,</a:t>
            </a:r>
          </a:p>
          <a:p>
            <a:r>
              <a:rPr lang="en-US" dirty="0"/>
              <a:t>Christ’s hymn of triumph sing.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059230"/>
      </p:ext>
    </p:extLst>
  </p:cSld>
  <p:clrMapOvr>
    <a:masterClrMapping/>
  </p:clrMapOvr>
</p:sld>
</file>

<file path=ppt/slides/slide1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unite in India’s name,</a:t>
            </a:r>
          </a:p>
          <a:p>
            <a:r>
              <a:rPr lang="en-US" dirty="0"/>
              <a:t>With joy our tribute bring,</a:t>
            </a:r>
          </a:p>
          <a:p>
            <a:r>
              <a:rPr lang="en-US" dirty="0"/>
              <a:t>Of loyal service and of love,</a:t>
            </a:r>
          </a:p>
          <a:p>
            <a:r>
              <a:rPr lang="en-US" dirty="0"/>
              <a:t>To Jesus Christ, our Lord and King.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505900"/>
      </p:ext>
    </p:extLst>
  </p:cSld>
  <p:clrMapOvr>
    <a:masterClrMapping/>
  </p:clrMapOvr>
</p:sld>
</file>

<file path=ppt/slides/slide1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India thy millions lead</a:t>
            </a:r>
          </a:p>
          <a:p>
            <a:r>
              <a:rPr lang="en-US" dirty="0"/>
              <a:t>And follow Christ thy King. </a:t>
            </a:r>
          </a:p>
          <a:p>
            <a:r>
              <a:rPr lang="en-US" dirty="0"/>
              <a:t>From </a:t>
            </a:r>
            <a:r>
              <a:rPr lang="en-US" dirty="0" err="1"/>
              <a:t>Com’rin’s</a:t>
            </a:r>
            <a:r>
              <a:rPr lang="en-US" dirty="0"/>
              <a:t> Point to Everest peak,</a:t>
            </a:r>
          </a:p>
          <a:p>
            <a:r>
              <a:rPr lang="en-US" dirty="0"/>
              <a:t>Christ’s hymn of triumph sing.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523884"/>
      </p:ext>
    </p:extLst>
  </p:cSld>
  <p:clrMapOvr>
    <a:masterClrMapping/>
  </p:clrMapOvr>
</p:sld>
</file>

<file path=ppt/slides/slide1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340 - Salvation belongs to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Salvation belongs to Lord</a:t>
            </a:r>
          </a:p>
          <a:p>
            <a:r>
              <a:rPr lang="en-US" dirty="0"/>
              <a:t>Who sits upon the throne</a:t>
            </a:r>
          </a:p>
          <a:p>
            <a:r>
              <a:rPr lang="en-US" dirty="0"/>
              <a:t>And unto the Lamb praise and glory</a:t>
            </a:r>
          </a:p>
          <a:p>
            <a:r>
              <a:rPr lang="en-US" dirty="0"/>
              <a:t>Wisdom and thanks honour </a:t>
            </a:r>
          </a:p>
          <a:p>
            <a:r>
              <a:rPr lang="en-US" dirty="0"/>
              <a:t>and power and strength.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554357"/>
      </p:ext>
    </p:extLst>
  </p:cSld>
  <p:clrMapOvr>
    <a:masterClrMapping/>
  </p:clrMapOvr>
</p:sld>
</file>

<file path=ppt/slides/slide1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to our God, forever and ever </a:t>
            </a:r>
          </a:p>
          <a:p>
            <a:r>
              <a:rPr lang="en-US" dirty="0"/>
              <a:t>Be to our God, forever and ever </a:t>
            </a:r>
          </a:p>
          <a:p>
            <a:r>
              <a:rPr lang="en-US" dirty="0"/>
              <a:t>Be to our God, forever and ever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082971"/>
      </p:ext>
    </p:extLst>
  </p:cSld>
  <p:clrMapOvr>
    <a:masterClrMapping/>
  </p:clrMapOvr>
</p:sld>
</file>

<file path=ppt/slides/slide1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we the redeemed shall return</a:t>
            </a:r>
          </a:p>
          <a:p>
            <a:r>
              <a:rPr lang="en-US" dirty="0"/>
              <a:t>In purpose and unity</a:t>
            </a:r>
          </a:p>
          <a:p>
            <a:r>
              <a:rPr lang="en-US" dirty="0"/>
              <a:t>Declaring aloud praise and glory</a:t>
            </a:r>
          </a:p>
          <a:p>
            <a:r>
              <a:rPr lang="en-US" dirty="0"/>
              <a:t>Wisdom and thanks honour </a:t>
            </a:r>
          </a:p>
          <a:p>
            <a:r>
              <a:rPr lang="en-US" dirty="0"/>
              <a:t>and power and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865541"/>
      </p:ext>
    </p:extLst>
  </p:cSld>
  <p:clrMapOvr>
    <a:masterClrMapping/>
  </p:clrMapOvr>
</p:sld>
</file>

<file path=ppt/slides/slide1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32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341 - Send forth your messengers, O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messengers, O Lord,</a:t>
            </a:r>
          </a:p>
          <a:p>
            <a:r>
              <a:rPr lang="en-US" dirty="0"/>
              <a:t>They will spread your light </a:t>
            </a:r>
          </a:p>
          <a:p>
            <a:r>
              <a:rPr lang="en-US" dirty="0"/>
              <a:t>To all the world around,</a:t>
            </a:r>
          </a:p>
          <a:p>
            <a:r>
              <a:rPr lang="en-US" dirty="0"/>
              <a:t>They will sing of your glory,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879141"/>
      </p:ext>
    </p:extLst>
  </p:cSld>
  <p:clrMapOvr>
    <a:masterClrMapping/>
  </p:clrMapOvr>
</p:sld>
</file>

<file path=ppt/slides/slide1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chose us from all time, </a:t>
            </a:r>
          </a:p>
          <a:p>
            <a:r>
              <a:rPr lang="en-US" dirty="0"/>
              <a:t>your messengers to be, </a:t>
            </a:r>
          </a:p>
          <a:p>
            <a:r>
              <a:rPr lang="en-US" dirty="0"/>
              <a:t>To raise your light aloft for all the world to see.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26621"/>
      </p:ext>
    </p:extLst>
  </p:cSld>
  <p:clrMapOvr>
    <a:masterClrMapping/>
  </p:clrMapOvr>
</p:sld>
</file>

<file path=ppt/slides/slide1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messengers, O Lord,</a:t>
            </a:r>
          </a:p>
          <a:p>
            <a:r>
              <a:rPr lang="en-US" dirty="0"/>
              <a:t>They will spread your light </a:t>
            </a:r>
          </a:p>
          <a:p>
            <a:r>
              <a:rPr lang="en-US" dirty="0"/>
              <a:t>To all the world around,</a:t>
            </a:r>
          </a:p>
          <a:p>
            <a:r>
              <a:rPr lang="en-US" dirty="0"/>
              <a:t>They will sing of your glory,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69833"/>
      </p:ext>
    </p:extLst>
  </p:cSld>
  <p:clrMapOvr>
    <a:masterClrMapping/>
  </p:clrMapOvr>
</p:sld>
</file>

<file path=ppt/slides/slide1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hear your voice, </a:t>
            </a:r>
          </a:p>
          <a:p>
            <a:r>
              <a:rPr lang="en-US" dirty="0"/>
              <a:t>we harken to your call </a:t>
            </a:r>
          </a:p>
          <a:p>
            <a:r>
              <a:rPr lang="en-US" dirty="0"/>
              <a:t>And joyously we come </a:t>
            </a:r>
          </a:p>
          <a:p>
            <a:r>
              <a:rPr lang="en-US" dirty="0"/>
              <a:t>to bring your word to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88253"/>
      </p:ext>
    </p:extLst>
  </p:cSld>
  <p:clrMapOvr>
    <a:masterClrMapping/>
  </p:clrMapOvr>
</p:sld>
</file>

<file path=ppt/slides/slide1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messengers, O Lord,</a:t>
            </a:r>
          </a:p>
          <a:p>
            <a:r>
              <a:rPr lang="en-US" dirty="0"/>
              <a:t>They will spread your light </a:t>
            </a:r>
          </a:p>
          <a:p>
            <a:r>
              <a:rPr lang="en-US" dirty="0"/>
              <a:t>To all the world around,</a:t>
            </a:r>
          </a:p>
          <a:p>
            <a:r>
              <a:rPr lang="en-US" dirty="0"/>
              <a:t>They will sing of your glory,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482713"/>
      </p:ext>
    </p:extLst>
  </p:cSld>
  <p:clrMapOvr>
    <a:masterClrMapping/>
  </p:clrMapOvr>
</p:sld>
</file>

<file path=ppt/slides/slide1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us your grace, O Lord, </a:t>
            </a:r>
          </a:p>
          <a:p>
            <a:r>
              <a:rPr lang="en-US" dirty="0"/>
              <a:t>to follow where you trod </a:t>
            </a:r>
          </a:p>
          <a:p>
            <a:r>
              <a:rPr lang="en-US" dirty="0"/>
              <a:t>And thus to spend our days </a:t>
            </a:r>
          </a:p>
          <a:p>
            <a:r>
              <a:rPr lang="en-US" dirty="0"/>
              <a:t>in service to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39641"/>
      </p:ext>
    </p:extLst>
  </p:cSld>
  <p:clrMapOvr>
    <a:masterClrMapping/>
  </p:clrMapOvr>
</p:sld>
</file>

<file path=ppt/slides/slide1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messengers, O Lord,</a:t>
            </a:r>
          </a:p>
          <a:p>
            <a:r>
              <a:rPr lang="en-US" dirty="0"/>
              <a:t>They will spread your light </a:t>
            </a:r>
          </a:p>
          <a:p>
            <a:r>
              <a:rPr lang="en-US" dirty="0"/>
              <a:t>To all the world around,</a:t>
            </a:r>
          </a:p>
          <a:p>
            <a:r>
              <a:rPr lang="en-US" dirty="0"/>
              <a:t>They will sing of your glory,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386244"/>
      </p:ext>
    </p:extLst>
  </p:cSld>
  <p:clrMapOvr>
    <a:masterClrMapping/>
  </p:clrMapOvr>
</p:sld>
</file>

<file path=ppt/slides/slide1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been asked by you </a:t>
            </a:r>
          </a:p>
          <a:p>
            <a:r>
              <a:rPr lang="en-US" dirty="0"/>
              <a:t>to share your life with those</a:t>
            </a:r>
          </a:p>
          <a:p>
            <a:r>
              <a:rPr lang="en-US" dirty="0"/>
              <a:t>Who, strangers though they be, </a:t>
            </a:r>
          </a:p>
          <a:p>
            <a:r>
              <a:rPr lang="en-US" dirty="0"/>
              <a:t>seek from you their repose.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789439"/>
      </p:ext>
    </p:extLst>
  </p:cSld>
  <p:clrMapOvr>
    <a:masterClrMapping/>
  </p:clrMapOvr>
</p:sld>
</file>

<file path=ppt/slides/slide1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messengers, O Lord,</a:t>
            </a:r>
          </a:p>
          <a:p>
            <a:r>
              <a:rPr lang="en-US" dirty="0"/>
              <a:t>They will spread your light </a:t>
            </a:r>
          </a:p>
          <a:p>
            <a:r>
              <a:rPr lang="en-US" dirty="0"/>
              <a:t>To all the world around,</a:t>
            </a:r>
          </a:p>
          <a:p>
            <a:r>
              <a:rPr lang="en-US" dirty="0"/>
              <a:t>They will sing of your glory,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068831"/>
      </p:ext>
    </p:extLst>
  </p:cSld>
  <p:clrMapOvr>
    <a:masterClrMapping/>
  </p:clrMapOvr>
</p:sld>
</file>

<file path=ppt/slides/slide1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342 - Send forth your Spirit, O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forth your Spirit, O Lord,</a:t>
            </a:r>
          </a:p>
          <a:p>
            <a:r>
              <a:rPr lang="en-US" dirty="0"/>
              <a:t>That the face of the earth be renewed.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843115"/>
      </p:ext>
    </p:extLst>
  </p:cSld>
  <p:clrMapOvr>
    <a:masterClrMapping/>
  </p:clrMapOvr>
</p:sld>
</file>

<file path=ppt/slides/slide1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my soul, arise and bless the Lord God, </a:t>
            </a:r>
          </a:p>
          <a:p>
            <a:r>
              <a:rPr lang="en-US" dirty="0"/>
              <a:t>Say to Him: “My God, how great you are!” </a:t>
            </a:r>
          </a:p>
          <a:p>
            <a:r>
              <a:rPr lang="en-US" dirty="0"/>
              <a:t>You are clothed with majesty and </a:t>
            </a:r>
            <a:r>
              <a:rPr lang="en-US" dirty="0" err="1"/>
              <a:t>splendour</a:t>
            </a:r>
            <a:r>
              <a:rPr lang="en-US" dirty="0"/>
              <a:t> </a:t>
            </a:r>
          </a:p>
          <a:p>
            <a:r>
              <a:rPr lang="en-US" dirty="0"/>
              <a:t>And light is the garment you wear.</a:t>
            </a:r>
          </a:p>
          <a:p>
            <a:r>
              <a:rPr lang="en-US" dirty="0"/>
              <a:t>Send forth your Spirit, O Lord,</a:t>
            </a:r>
          </a:p>
          <a:p>
            <a:r>
              <a:rPr lang="en-US" dirty="0"/>
              <a:t>That the face of the earth be renewed.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886056"/>
      </p:ext>
    </p:extLst>
  </p:cSld>
  <p:clrMapOvr>
    <a:masterClrMapping/>
  </p:clrMapOvr>
</p:sld>
</file>

<file path=ppt/slides/slide1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built your palace on the waters, </a:t>
            </a:r>
          </a:p>
          <a:p>
            <a:r>
              <a:rPr lang="en-US" dirty="0"/>
              <a:t>Like the winds the angels fly before you, </a:t>
            </a:r>
          </a:p>
          <a:p>
            <a:r>
              <a:rPr lang="en-US" dirty="0"/>
              <a:t>You have set the earth on its foundations, </a:t>
            </a:r>
          </a:p>
          <a:p>
            <a:r>
              <a:rPr lang="en-US" dirty="0"/>
              <a:t>So firm to be shaken no more.</a:t>
            </a:r>
          </a:p>
          <a:p>
            <a:r>
              <a:rPr lang="en-US" dirty="0"/>
              <a:t>Send forth your Spirit, O Lord,</a:t>
            </a:r>
          </a:p>
          <a:p>
            <a:r>
              <a:rPr lang="en-US" dirty="0"/>
              <a:t>That the face of the earth be renewed.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599475"/>
      </p:ext>
    </p:extLst>
  </p:cSld>
  <p:clrMapOvr>
    <a:masterClrMapping/>
  </p:clrMapOvr>
</p:sld>
</file>

<file path=ppt/slides/slide1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your creatures look to you for comfort. </a:t>
            </a:r>
          </a:p>
          <a:p>
            <a:r>
              <a:rPr lang="en-US" dirty="0"/>
              <a:t>From your open hand they have their fill; </a:t>
            </a:r>
          </a:p>
          <a:p>
            <a:r>
              <a:rPr lang="en-US" dirty="0"/>
              <a:t>You send forth your Spirit and revive them, </a:t>
            </a:r>
          </a:p>
          <a:p>
            <a:r>
              <a:rPr lang="en-US" dirty="0"/>
              <a:t>The face of the earth you renew.</a:t>
            </a:r>
          </a:p>
          <a:p>
            <a:r>
              <a:rPr lang="en-US" dirty="0"/>
              <a:t>Send forth your Spirit, O Lord,</a:t>
            </a:r>
          </a:p>
          <a:p>
            <a:r>
              <a:rPr lang="en-US" dirty="0"/>
              <a:t>That the face of the earth be renewed.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3493079"/>
      </p:ext>
    </p:extLst>
  </p:cSld>
  <p:clrMapOvr>
    <a:masterClrMapping/>
  </p:clrMapOvr>
</p:sld>
</file>

<file path=ppt/slides/slide1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I live, I sing the praise of God. </a:t>
            </a:r>
          </a:p>
          <a:p>
            <a:r>
              <a:rPr lang="en-US" dirty="0"/>
              <a:t>I will thank the author of those marvels. </a:t>
            </a:r>
          </a:p>
          <a:p>
            <a:r>
              <a:rPr lang="en-US" dirty="0"/>
              <a:t>Praise to God the Father, Son and Spirit, </a:t>
            </a:r>
          </a:p>
          <a:p>
            <a:r>
              <a:rPr lang="en-US" dirty="0"/>
              <a:t>Both now and for ever. Amen.</a:t>
            </a:r>
          </a:p>
          <a:p>
            <a:r>
              <a:rPr lang="en-US" dirty="0"/>
              <a:t>Send forth your Spirit, O Lord,</a:t>
            </a:r>
          </a:p>
          <a:p>
            <a:r>
              <a:rPr lang="en-US" dirty="0"/>
              <a:t>That the face of the earth be renewed.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736064"/>
      </p:ext>
    </p:extLst>
  </p:cSld>
  <p:clrMapOvr>
    <a:masterClrMapping/>
  </p:clrMapOvr>
</p:sld>
</file>

<file path=ppt/slides/slide1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6" y="53368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343 - Set my spirit free</a:t>
            </a:r>
            <a:br>
              <a:rPr lang="en-US" dirty="0"/>
            </a:br>
            <a:r>
              <a:rPr lang="en-US" dirty="0"/>
              <a:t> that I might worship Thee,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815738"/>
            <a:ext cx="11753537" cy="4585063"/>
          </a:xfrm>
        </p:spPr>
        <p:txBody>
          <a:bodyPr/>
          <a:lstStyle/>
          <a:p>
            <a:r>
              <a:rPr lang="en-US" dirty="0"/>
              <a:t>Set my spirit free that I might worship Thee,</a:t>
            </a:r>
          </a:p>
          <a:p>
            <a:r>
              <a:rPr lang="en-US" dirty="0"/>
              <a:t>Set my spirit free </a:t>
            </a:r>
          </a:p>
          <a:p>
            <a:r>
              <a:rPr lang="en-US" dirty="0"/>
              <a:t>that I might praise Thy name. </a:t>
            </a:r>
          </a:p>
          <a:p>
            <a:r>
              <a:rPr lang="en-US" dirty="0"/>
              <a:t>Let all bondage go and let deliverance flow, </a:t>
            </a:r>
          </a:p>
          <a:p>
            <a:r>
              <a:rPr lang="en-US" dirty="0"/>
              <a:t>Set my spirit free to worship thee.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559544"/>
      </p:ext>
    </p:extLst>
  </p:cSld>
  <p:clrMapOvr>
    <a:masterClrMapping/>
  </p:clrMapOvr>
</p:sld>
</file>

<file path=ppt/slides/slide1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Breath of Life, and bend us, break us,</a:t>
            </a:r>
          </a:p>
          <a:p>
            <a:r>
              <a:rPr lang="en-US" dirty="0"/>
              <a:t>Heal the scars of sin.</a:t>
            </a:r>
          </a:p>
          <a:p>
            <a:r>
              <a:rPr lang="en-US" dirty="0"/>
              <a:t>Then tenderly re-make us, </a:t>
            </a:r>
          </a:p>
          <a:p>
            <a:r>
              <a:rPr lang="en-US" dirty="0"/>
              <a:t>Renew us deep within.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93884"/>
      </p:ext>
    </p:extLst>
  </p:cSld>
  <p:clrMapOvr>
    <a:masterClrMapping/>
  </p:clrMapOvr>
</p:sld>
</file>

<file path=ppt/slides/slide1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Word made flesh to touch us, heal us,</a:t>
            </a:r>
          </a:p>
          <a:p>
            <a:r>
              <a:rPr lang="en-US" dirty="0"/>
              <a:t>Save us in our need.</a:t>
            </a:r>
          </a:p>
          <a:p>
            <a:r>
              <a:rPr lang="en-US" dirty="0"/>
              <a:t>And with your Spirit seal us, </a:t>
            </a:r>
          </a:p>
          <a:p>
            <a:r>
              <a:rPr lang="en-US" dirty="0"/>
              <a:t>Good Shepherd, this we plead.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719935"/>
      </p:ext>
    </p:extLst>
  </p:cSld>
  <p:clrMapOvr>
    <a:masterClrMapping/>
  </p:clrMapOvr>
</p:sld>
</file>

<file path=ppt/slides/slide1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344 - Show me your ways, O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me your ways, O Lord,</a:t>
            </a:r>
          </a:p>
          <a:p>
            <a:r>
              <a:rPr lang="en-US" dirty="0"/>
              <a:t>Lead me in your paths.</a:t>
            </a:r>
          </a:p>
          <a:p>
            <a:r>
              <a:rPr lang="en-US" dirty="0"/>
              <a:t>Guide me in your truth and teach me, </a:t>
            </a:r>
          </a:p>
          <a:p>
            <a:r>
              <a:rPr lang="en-US" dirty="0"/>
              <a:t>you are my God, </a:t>
            </a:r>
          </a:p>
          <a:p>
            <a:r>
              <a:rPr lang="en-US" dirty="0"/>
              <a:t>O show me your ways, O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675964"/>
      </p:ext>
    </p:extLst>
  </p:cSld>
  <p:clrMapOvr>
    <a:masterClrMapping/>
  </p:clrMapOvr>
</p:sld>
</file>

<file path=ppt/slides/slide1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is your mercy, Lord,</a:t>
            </a:r>
          </a:p>
          <a:p>
            <a:r>
              <a:rPr lang="en-US" dirty="0"/>
              <a:t>Steadfast is your love:</a:t>
            </a:r>
          </a:p>
          <a:p>
            <a:r>
              <a:rPr lang="en-US" dirty="0"/>
              <a:t>All my youthful sins forget now.</a:t>
            </a:r>
          </a:p>
          <a:p>
            <a:r>
              <a:rPr lang="en-US" dirty="0"/>
              <a:t>You are my hope: In you do I put my trust.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19242"/>
      </p:ext>
    </p:extLst>
  </p:cSld>
  <p:clrMapOvr>
    <a:masterClrMapping/>
  </p:clrMapOvr>
</p:sld>
</file>

<file path=ppt/slides/slide1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to me in your love:</a:t>
            </a:r>
          </a:p>
          <a:p>
            <a:r>
              <a:rPr lang="en-US" dirty="0"/>
              <a:t>Anguish fills my heart</a:t>
            </a:r>
          </a:p>
          <a:p>
            <a:r>
              <a:rPr lang="en-US" dirty="0"/>
              <a:t>Bring me out of my distresses,</a:t>
            </a:r>
          </a:p>
          <a:p>
            <a:r>
              <a:rPr lang="en-US" dirty="0"/>
              <a:t>You are my strength, my shield and my refuge,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254064"/>
      </p:ext>
    </p:extLst>
  </p:cSld>
  <p:clrMapOvr>
    <a:masterClrMapping/>
  </p:clrMapOvr>
</p:sld>
</file>

<file path=ppt/slides/slide1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511907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345 - Show your goodness, </a:t>
            </a:r>
            <a:br>
              <a:rPr lang="en-US" dirty="0"/>
            </a:br>
            <a:r>
              <a:rPr lang="en-US" dirty="0"/>
              <a:t>Lord and redeem 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31" y="1608908"/>
            <a:ext cx="11753537" cy="3833949"/>
          </a:xfrm>
        </p:spPr>
        <p:txBody>
          <a:bodyPr/>
          <a:lstStyle/>
          <a:p>
            <a:r>
              <a:rPr lang="en-US" dirty="0"/>
              <a:t>Show your goodness, Lord and redeem us</a:t>
            </a:r>
          </a:p>
          <a:p>
            <a:r>
              <a:rPr lang="en-US" dirty="0"/>
              <a:t>May your glory shine on the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746163"/>
      </p:ext>
    </p:extLst>
  </p:cSld>
  <p:clrMapOvr>
    <a:masterClrMapping/>
  </p:clrMapOvr>
</p:sld>
</file>

<file path=ppt/slides/slide1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Lord you poured your blessings                        on your people</a:t>
            </a:r>
          </a:p>
          <a:p>
            <a:r>
              <a:rPr lang="en-US" dirty="0"/>
              <a:t>And restored to us prosperity.</a:t>
            </a:r>
          </a:p>
          <a:p>
            <a:r>
              <a:rPr lang="en-US" dirty="0"/>
              <a:t>You forgave the guilt of your people,</a:t>
            </a:r>
          </a:p>
          <a:p>
            <a:r>
              <a:rPr lang="en-US" dirty="0"/>
              <a:t>In your goodness covered all their sins;     </a:t>
            </a:r>
          </a:p>
          <a:p>
            <a:r>
              <a:rPr lang="en-US" dirty="0"/>
              <a:t>You averted the fury of your anger</a:t>
            </a:r>
          </a:p>
          <a:p>
            <a:r>
              <a:rPr lang="en-US" dirty="0"/>
              <a:t>And calmed the heat of your rage.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201470"/>
      </p:ext>
    </p:extLst>
  </p:cSld>
  <p:clrMapOvr>
    <a:masterClrMapping/>
  </p:clrMapOvr>
</p:sld>
</file>

<file path=ppt/slides/slide1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revive us God you are our helper. </a:t>
            </a:r>
          </a:p>
          <a:p>
            <a:r>
              <a:rPr lang="en-US" dirty="0"/>
              <a:t>Will you not restore again our life? </a:t>
            </a:r>
          </a:p>
          <a:p>
            <a:r>
              <a:rPr lang="en-US" dirty="0"/>
              <a:t>Put aside your grievances against us </a:t>
            </a:r>
          </a:p>
          <a:p>
            <a:r>
              <a:rPr lang="en-US" dirty="0"/>
              <a:t>That your people may rejoice in you. </a:t>
            </a:r>
          </a:p>
          <a:p>
            <a:r>
              <a:rPr lang="en-US" dirty="0"/>
              <a:t>Let us see your tenderness and mercy, </a:t>
            </a:r>
          </a:p>
          <a:p>
            <a:r>
              <a:rPr lang="en-US" dirty="0"/>
              <a:t>Grant to us, O Lord, your saving help.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420350"/>
      </p:ext>
    </p:extLst>
  </p:cSld>
  <p:clrMapOvr>
    <a:masterClrMapping/>
  </p:clrMapOvr>
</p:sld>
</file>

<file path=ppt/slides/slide1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346 - Silent night, holy night!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Silent night, holy night! all is calm, all is bright,</a:t>
            </a:r>
          </a:p>
          <a:p>
            <a:r>
              <a:rPr lang="en-US" dirty="0"/>
              <a:t>Round yon Virgin Mother and Child,</a:t>
            </a:r>
          </a:p>
          <a:p>
            <a:r>
              <a:rPr lang="en-US" dirty="0"/>
              <a:t>Holy Infant, so tender and mild, </a:t>
            </a:r>
          </a:p>
          <a:p>
            <a:r>
              <a:rPr lang="en-US" dirty="0"/>
              <a:t>Sleep in heavenly peace, </a:t>
            </a:r>
          </a:p>
          <a:p>
            <a:r>
              <a:rPr lang="en-US" dirty="0"/>
              <a:t>sleep in heavenly peace!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744810"/>
      </p:ext>
    </p:extLst>
  </p:cSld>
  <p:clrMapOvr>
    <a:masterClrMapping/>
  </p:clrMapOvr>
</p:sld>
</file>

<file path=ppt/slides/slide1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Silent night, holy night! </a:t>
            </a:r>
          </a:p>
          <a:p>
            <a:r>
              <a:rPr lang="en-US" dirty="0"/>
              <a:t>Shepherds quake at the sight,</a:t>
            </a:r>
          </a:p>
          <a:p>
            <a:r>
              <a:rPr lang="en-US" dirty="0"/>
              <a:t>Glories stream from heaven afar,</a:t>
            </a:r>
          </a:p>
          <a:p>
            <a:r>
              <a:rPr lang="en-US" dirty="0"/>
              <a:t>Heavenly hosts sing Hallelujah! </a:t>
            </a:r>
          </a:p>
          <a:p>
            <a:r>
              <a:rPr lang="en-US" dirty="0"/>
              <a:t>Christ, the </a:t>
            </a:r>
            <a:r>
              <a:rPr lang="en-US" dirty="0" err="1"/>
              <a:t>Saviour</a:t>
            </a:r>
            <a:r>
              <a:rPr lang="en-US" dirty="0"/>
              <a:t>, is born, Christ, </a:t>
            </a:r>
          </a:p>
          <a:p>
            <a:r>
              <a:rPr lang="en-US" dirty="0"/>
              <a:t>the </a:t>
            </a:r>
            <a:r>
              <a:rPr lang="en-US" dirty="0" err="1"/>
              <a:t>Saviour</a:t>
            </a:r>
            <a:r>
              <a:rPr lang="en-US" dirty="0"/>
              <a:t>, is born.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610884"/>
      </p:ext>
    </p:extLst>
  </p:cSld>
  <p:clrMapOvr>
    <a:masterClrMapping/>
  </p:clrMapOvr>
</p:sld>
</file>

<file path=ppt/slides/slide1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Silent night, holy night! </a:t>
            </a:r>
          </a:p>
          <a:p>
            <a:r>
              <a:rPr lang="en-US" dirty="0"/>
              <a:t>Son of God, love’s pure light</a:t>
            </a:r>
          </a:p>
          <a:p>
            <a:r>
              <a:rPr lang="en-US" dirty="0"/>
              <a:t>Radiant beams from Thy holy face,</a:t>
            </a:r>
          </a:p>
          <a:p>
            <a:r>
              <a:rPr lang="en-US" dirty="0"/>
              <a:t>With the dawn of redeeming grace, 	</a:t>
            </a:r>
          </a:p>
          <a:p>
            <a:r>
              <a:rPr lang="en-US" dirty="0"/>
              <a:t>Jesus, Lord at thy birth, </a:t>
            </a:r>
          </a:p>
          <a:p>
            <a:r>
              <a:rPr lang="en-US" dirty="0"/>
              <a:t>Jesus, Lord at thy birth.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980720"/>
      </p:ext>
    </p:extLst>
  </p:cSld>
  <p:clrMapOvr>
    <a:masterClrMapping/>
  </p:clrMapOvr>
</p:sld>
</file>

<file path=ppt/slides/slide1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25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347 - Simple gifts we bring before the table of God,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21824"/>
            <a:ext cx="11753537" cy="4824549"/>
          </a:xfrm>
        </p:spPr>
        <p:txBody>
          <a:bodyPr/>
          <a:lstStyle/>
          <a:p>
            <a:r>
              <a:rPr lang="en-US" dirty="0"/>
              <a:t>Simple gifts we bring before the table of God,</a:t>
            </a:r>
          </a:p>
          <a:p>
            <a:r>
              <a:rPr lang="en-US" dirty="0"/>
              <a:t>Simple gifts we offer as a present to God </a:t>
            </a:r>
          </a:p>
          <a:p>
            <a:r>
              <a:rPr lang="en-US" dirty="0"/>
              <a:t>They’re a sign of our lives </a:t>
            </a:r>
          </a:p>
          <a:p>
            <a:r>
              <a:rPr lang="en-US" dirty="0"/>
              <a:t>Which now we give to you, O Lord, </a:t>
            </a:r>
          </a:p>
          <a:p>
            <a:r>
              <a:rPr lang="en-US" dirty="0"/>
              <a:t>Please consecrate and make them good.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551506"/>
      </p:ext>
    </p:extLst>
  </p:cSld>
  <p:clrMapOvr>
    <a:masterClrMapping/>
  </p:clrMapOvr>
</p:sld>
</file>

<file path=ppt/slides/slide1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gifts we bring before the table of God: </a:t>
            </a:r>
          </a:p>
          <a:p>
            <a:r>
              <a:rPr lang="en-US" dirty="0"/>
              <a:t>Bread that speaks of hunger, </a:t>
            </a:r>
          </a:p>
          <a:p>
            <a:r>
              <a:rPr lang="en-US" dirty="0"/>
              <a:t>wine that tells of our thirst </a:t>
            </a:r>
          </a:p>
          <a:p>
            <a:r>
              <a:rPr lang="en-US" dirty="0"/>
              <a:t>Just a sign that we want to sacrifice </a:t>
            </a:r>
          </a:p>
          <a:p>
            <a:r>
              <a:rPr lang="en-US" dirty="0"/>
              <a:t>Some food and drink </a:t>
            </a:r>
          </a:p>
          <a:p>
            <a:r>
              <a:rPr lang="en-US" dirty="0"/>
              <a:t>To let the starving feel your love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971670"/>
      </p:ext>
    </p:extLst>
  </p:cSld>
  <p:clrMapOvr>
    <a:masterClrMapping/>
  </p:clrMapOvr>
</p:sld>
</file>

<file path=ppt/slides/slide1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348 - Sing a new song unto the Lord;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 new song unto the Lord;</a:t>
            </a:r>
          </a:p>
          <a:p>
            <a:r>
              <a:rPr lang="en-US" dirty="0"/>
              <a:t>Let your song be sung from mountains high. </a:t>
            </a:r>
          </a:p>
          <a:p>
            <a:r>
              <a:rPr lang="en-US" dirty="0"/>
              <a:t>Sing a new song unto the Lord, </a:t>
            </a:r>
          </a:p>
          <a:p>
            <a:r>
              <a:rPr lang="en-US" dirty="0"/>
              <a:t>Singing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3068"/>
      </p:ext>
    </p:extLst>
  </p:cSld>
  <p:clrMapOvr>
    <a:masterClrMapping/>
  </p:clrMapOvr>
</p:sld>
</file>

<file path=ppt/slides/slide1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Rise, O children, from your sleep; </a:t>
            </a:r>
          </a:p>
          <a:p>
            <a:r>
              <a:rPr lang="en-US" dirty="0"/>
              <a:t>Your </a:t>
            </a:r>
            <a:r>
              <a:rPr lang="en-US" dirty="0" err="1"/>
              <a:t>Saviour</a:t>
            </a:r>
            <a:r>
              <a:rPr lang="en-US" dirty="0"/>
              <a:t> now has come. </a:t>
            </a:r>
          </a:p>
          <a:p>
            <a:r>
              <a:rPr lang="en-US" dirty="0"/>
              <a:t>He has turned your sorrow to joy, </a:t>
            </a:r>
          </a:p>
          <a:p>
            <a:r>
              <a:rPr lang="en-US" dirty="0"/>
              <a:t>And filled your soul with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343751"/>
      </p:ext>
    </p:extLst>
  </p:cSld>
  <p:clrMapOvr>
    <a:masterClrMapping/>
  </p:clrMapOvr>
</p:sld>
</file>

<file path=ppt/slides/slide1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 new song unto the Lord;</a:t>
            </a:r>
          </a:p>
          <a:p>
            <a:r>
              <a:rPr lang="en-US" dirty="0"/>
              <a:t>Let your song be sung from mountains high. </a:t>
            </a:r>
          </a:p>
          <a:p>
            <a:r>
              <a:rPr lang="en-US" dirty="0"/>
              <a:t>Sing a new song unto the Lord, </a:t>
            </a:r>
          </a:p>
          <a:p>
            <a:r>
              <a:rPr lang="en-US" dirty="0"/>
              <a:t>Singing alleluia.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24266"/>
      </p:ext>
    </p:extLst>
  </p:cSld>
  <p:clrMapOvr>
    <a:masterClrMapping/>
  </p:clrMapOvr>
</p:sld>
</file>

<file path=ppt/slides/slide1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Glad my soul, for I have seen</a:t>
            </a:r>
          </a:p>
          <a:p>
            <a:r>
              <a:rPr lang="en-US" dirty="0"/>
              <a:t>The glory of the Lord.</a:t>
            </a:r>
          </a:p>
          <a:p>
            <a:r>
              <a:rPr lang="en-US" dirty="0"/>
              <a:t>The trumpet sounds; the dead shall be raised.</a:t>
            </a:r>
          </a:p>
          <a:p>
            <a:r>
              <a:rPr lang="en-US" dirty="0"/>
              <a:t>I know my </a:t>
            </a:r>
            <a:r>
              <a:rPr lang="en-US" dirty="0" err="1"/>
              <a:t>Saviour</a:t>
            </a:r>
            <a:r>
              <a:rPr lang="en-US" dirty="0"/>
              <a:t> lives.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992853"/>
      </p:ext>
    </p:extLst>
  </p:cSld>
  <p:clrMapOvr>
    <a:masterClrMapping/>
  </p:clrMapOvr>
</p:sld>
</file>

<file path=ppt/slides/slide1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 new song unto the Lord;</a:t>
            </a:r>
          </a:p>
          <a:p>
            <a:r>
              <a:rPr lang="en-US" dirty="0"/>
              <a:t>Let your song be sung from mountains high. </a:t>
            </a:r>
          </a:p>
          <a:p>
            <a:r>
              <a:rPr lang="en-US" dirty="0"/>
              <a:t>Sing a new song unto the Lord, </a:t>
            </a:r>
          </a:p>
          <a:p>
            <a:r>
              <a:rPr lang="en-US" dirty="0"/>
              <a:t>Singing alleluia.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622357"/>
      </p:ext>
    </p:extLst>
  </p:cSld>
  <p:clrMapOvr>
    <a:masterClrMapping/>
  </p:clrMapOvr>
</p:sld>
</file>

<file path=ppt/slides/slide1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1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349 - Sing a song to the Lord, for he is good.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Sing a song to the Lord, for he is good.</a:t>
            </a:r>
          </a:p>
          <a:p>
            <a:r>
              <a:rPr lang="en-US" dirty="0"/>
              <a:t>Sing a song to the Lord, for he is good. </a:t>
            </a:r>
          </a:p>
          <a:p>
            <a:endParaRPr lang="en-US" sz="2400" dirty="0"/>
          </a:p>
          <a:p>
            <a:r>
              <a:rPr lang="en-US" dirty="0"/>
              <a:t>It is fitting to bless his holy name, </a:t>
            </a:r>
          </a:p>
          <a:p>
            <a:r>
              <a:rPr lang="en-US" dirty="0"/>
              <a:t>Sing him anthems filled with praise; </a:t>
            </a:r>
          </a:p>
          <a:p>
            <a:r>
              <a:rPr lang="en-US" dirty="0"/>
              <a:t>And to tell of his mercy with the dawn </a:t>
            </a:r>
          </a:p>
          <a:p>
            <a:r>
              <a:rPr lang="en-US" dirty="0"/>
              <a:t>And of his truth in the night.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023646"/>
      </p:ext>
    </p:extLst>
  </p:cSld>
  <p:clrMapOvr>
    <a:masterClrMapping/>
  </p:clrMapOvr>
</p:sld>
</file>

<file path=ppt/slides/slide1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Lord with the lyre and the lute, </a:t>
            </a:r>
          </a:p>
          <a:p>
            <a:r>
              <a:rPr lang="en-US" dirty="0"/>
              <a:t>With the murmur of the harp.</a:t>
            </a:r>
          </a:p>
          <a:p>
            <a:r>
              <a:rPr lang="en-US" dirty="0"/>
              <a:t>For the works of his hands I shout for joy: </a:t>
            </a:r>
          </a:p>
          <a:p>
            <a:r>
              <a:rPr lang="en-US" dirty="0"/>
              <a:t>O God how deep your designs.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312999"/>
      </p:ext>
    </p:extLst>
  </p:cSld>
  <p:clrMapOvr>
    <a:masterClrMapping/>
  </p:clrMapOvr>
</p:sld>
</file>

<file path=ppt/slides/slide1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the foolish, O Father, sing your praise? </a:t>
            </a:r>
          </a:p>
          <a:p>
            <a:r>
              <a:rPr lang="en-US" dirty="0"/>
              <a:t>Evil doers ever thrive? </a:t>
            </a:r>
          </a:p>
          <a:p>
            <a:r>
              <a:rPr lang="en-US" dirty="0"/>
              <a:t>The discerning will flourish like a tree, </a:t>
            </a:r>
          </a:p>
          <a:p>
            <a:r>
              <a:rPr lang="en-US" dirty="0"/>
              <a:t>Forever green, bearing fruit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235339"/>
      </p:ext>
    </p:extLst>
  </p:cSld>
  <p:clrMapOvr>
    <a:masterClrMapping/>
  </p:clrMapOvr>
</p:sld>
</file>

<file path=ppt/slides/slide1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wicked shall spring up </a:t>
            </a:r>
          </a:p>
          <a:p>
            <a:r>
              <a:rPr lang="en-US" dirty="0"/>
              <a:t>like the grass, </a:t>
            </a:r>
          </a:p>
          <a:p>
            <a:r>
              <a:rPr lang="en-US" dirty="0"/>
              <a:t>To destruction they are doomed. </a:t>
            </a:r>
          </a:p>
          <a:p>
            <a:r>
              <a:rPr lang="en-US" dirty="0"/>
              <a:t>But you, Lord, are eternally on high: </a:t>
            </a:r>
          </a:p>
          <a:p>
            <a:r>
              <a:rPr lang="en-US" dirty="0"/>
              <a:t>You are my stronghold, my fortress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462443"/>
      </p:ext>
    </p:extLst>
  </p:cSld>
  <p:clrMapOvr>
    <a:masterClrMapping/>
  </p:clrMapOvr>
</p:sld>
</file>

<file path=ppt/slides/slide1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350 - Sing and shout for joy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and shout for joy</a:t>
            </a:r>
          </a:p>
          <a:p>
            <a:r>
              <a:rPr lang="en-US" dirty="0"/>
              <a:t>Great in your midst is the Holy one of Israel!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943227"/>
      </p:ext>
    </p:extLst>
  </p:cSld>
  <p:clrMapOvr>
    <a:masterClrMapping/>
  </p:clrMapOvr>
</p:sld>
</file>

<file path=ppt/slides/slide1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Truly God is my salvation;</a:t>
            </a:r>
          </a:p>
          <a:p>
            <a:r>
              <a:rPr lang="en-US" dirty="0"/>
              <a:t>Him I trust I shall not fear:</a:t>
            </a:r>
          </a:p>
          <a:p>
            <a:r>
              <a:rPr lang="en-US" dirty="0"/>
              <a:t>For the Lord’s my strength, my anthem,</a:t>
            </a:r>
          </a:p>
          <a:p>
            <a:r>
              <a:rPr lang="en-US" dirty="0"/>
              <a:t>He became my saving Rock!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358801"/>
      </p:ext>
    </p:extLst>
  </p:cSld>
  <p:clrMapOvr>
    <a:masterClrMapping/>
  </p:clrMapOvr>
</p:sld>
</file>

<file path=ppt/slides/slide1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with joy you will draw water,</a:t>
            </a:r>
          </a:p>
          <a:p>
            <a:r>
              <a:rPr lang="en-US" dirty="0"/>
              <a:t>From the saving wells of God.</a:t>
            </a:r>
          </a:p>
          <a:p>
            <a:r>
              <a:rPr lang="en-US" dirty="0"/>
              <a:t>Tell his deeds among the peoples,</a:t>
            </a:r>
          </a:p>
          <a:p>
            <a:r>
              <a:rPr lang="en-US" dirty="0"/>
              <a:t>Give him thanks and praise his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290117"/>
      </p:ext>
    </p:extLst>
  </p:cSld>
  <p:clrMapOvr>
    <a:masterClrMapping/>
  </p:clrMapOvr>
</p:sld>
</file>

<file path=ppt/slides/slide1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and shout for joy, O Zion</a:t>
            </a:r>
          </a:p>
          <a:p>
            <a:r>
              <a:rPr lang="en-US" dirty="0"/>
              <a:t>Sing a psalm unto the Lord;</a:t>
            </a:r>
          </a:p>
          <a:p>
            <a:r>
              <a:rPr lang="en-US" dirty="0"/>
              <a:t>For his works are great and glorious,</a:t>
            </a:r>
          </a:p>
          <a:p>
            <a:r>
              <a:rPr lang="en-US" dirty="0"/>
              <a:t>In your midst, O Israel!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761057"/>
      </p:ext>
    </p:extLst>
  </p:cSld>
  <p:clrMapOvr>
    <a:masterClrMapping/>
  </p:clrMapOvr>
</p:sld>
</file>

<file path=ppt/slides/slide1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351 - Sing life, sing love, sing Jesus,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life, sing love, sing Jesus,</a:t>
            </a:r>
          </a:p>
          <a:p>
            <a:r>
              <a:rPr lang="en-US" dirty="0"/>
              <a:t>Sing out whoever you are.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624356"/>
      </p:ext>
    </p:extLst>
  </p:cSld>
  <p:clrMapOvr>
    <a:masterClrMapping/>
  </p:clrMapOvr>
</p:sld>
</file>

<file path=ppt/slides/slide1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 is around us to use or abuse. </a:t>
            </a:r>
          </a:p>
          <a:p>
            <a:r>
              <a:rPr lang="en-US" dirty="0"/>
              <a:t>Life in the great or the small. </a:t>
            </a:r>
          </a:p>
          <a:p>
            <a:r>
              <a:rPr lang="en-US" dirty="0"/>
              <a:t>Each one of us has the power to choose, </a:t>
            </a:r>
          </a:p>
          <a:p>
            <a:r>
              <a:rPr lang="en-US" dirty="0"/>
              <a:t>Whether to notice or just ignore life’s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205326"/>
      </p:ext>
    </p:extLst>
  </p:cSld>
  <p:clrMapOvr>
    <a:masterClrMapping/>
  </p:clrMapOvr>
</p:sld>
</file>

<file path=ppt/slides/slide1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life, sing love, sing Jesus,</a:t>
            </a:r>
          </a:p>
          <a:p>
            <a:r>
              <a:rPr lang="en-US" dirty="0"/>
              <a:t>Sing out whoever you are.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143654"/>
      </p:ext>
    </p:extLst>
  </p:cSld>
  <p:clrMapOvr>
    <a:masterClrMapping/>
  </p:clrMapOvr>
</p:sld>
</file>

<file path=ppt/slides/slide1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Love is around us to take and to give,</a:t>
            </a:r>
          </a:p>
          <a:p>
            <a:r>
              <a:rPr lang="en-US" dirty="0"/>
              <a:t>Love bringing life to us all. </a:t>
            </a:r>
          </a:p>
          <a:p>
            <a:r>
              <a:rPr lang="en-US" dirty="0"/>
              <a:t>Each one of us in the way that we live</a:t>
            </a:r>
          </a:p>
          <a:p>
            <a:r>
              <a:rPr lang="en-US" dirty="0"/>
              <a:t>Shows that we notice or just ignore love’s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297371"/>
      </p:ext>
    </p:extLst>
  </p:cSld>
  <p:clrMapOvr>
    <a:masterClrMapping/>
  </p:clrMapOvr>
</p:sld>
</file>

<file path=ppt/slides/slide1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life, sing love, sing Jesus,</a:t>
            </a:r>
          </a:p>
          <a:p>
            <a:r>
              <a:rPr lang="en-US" dirty="0"/>
              <a:t>Sing out whoever you are.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1499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651933"/>
      </p:ext>
    </p:extLst>
  </p:cSld>
  <p:clrMapOvr>
    <a:masterClrMapping/>
  </p:clrMapOvr>
</p:sld>
</file>

<file path=ppt/slides/slide1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loved life, but for love Jesus died, </a:t>
            </a:r>
          </a:p>
          <a:p>
            <a:r>
              <a:rPr lang="en-US" dirty="0"/>
              <a:t>Jesus, the truth and the way. </a:t>
            </a:r>
          </a:p>
          <a:p>
            <a:r>
              <a:rPr lang="en-US" dirty="0"/>
              <a:t>Though life was lost and the truth was denied, </a:t>
            </a:r>
          </a:p>
          <a:p>
            <a:r>
              <a:rPr lang="en-US" dirty="0"/>
              <a:t>Love lives again as we greet </a:t>
            </a:r>
          </a:p>
          <a:p>
            <a:r>
              <a:rPr lang="en-US" dirty="0"/>
              <a:t>the Lord’s new day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984581"/>
      </p:ext>
    </p:extLst>
  </p:cSld>
  <p:clrMapOvr>
    <a:masterClrMapping/>
  </p:clrMapOvr>
</p:sld>
</file>

<file path=ppt/slides/slide1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life, sing love, sing Jesus,</a:t>
            </a:r>
          </a:p>
          <a:p>
            <a:r>
              <a:rPr lang="en-US" dirty="0"/>
              <a:t>Sing out whoever you are. [2]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500008"/>
      </p:ext>
    </p:extLst>
  </p:cSld>
  <p:clrMapOvr>
    <a:masterClrMapping/>
  </p:clrMapOvr>
</p:sld>
</file>

<file path=ppt/slides/slide1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352 - Sing my soul at the joy that I feel: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my soul at the joy that I feel:</a:t>
            </a:r>
          </a:p>
          <a:p>
            <a:r>
              <a:rPr lang="en-US" dirty="0"/>
              <a:t>There is now, dwelling in me, my God.</a:t>
            </a:r>
          </a:p>
          <a:p>
            <a:endParaRPr lang="en-IN" sz="2400" dirty="0"/>
          </a:p>
          <a:p>
            <a:r>
              <a:rPr lang="en-US" dirty="0"/>
              <a:t>It is through you, Lord, that I act,</a:t>
            </a:r>
          </a:p>
          <a:p>
            <a:r>
              <a:rPr lang="en-US" dirty="0"/>
              <a:t>Every prayer, every thought of mine,</a:t>
            </a:r>
          </a:p>
          <a:p>
            <a:r>
              <a:rPr lang="en-US" dirty="0"/>
              <a:t>Comes from you, Lord divine.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720740"/>
      </p:ext>
    </p:extLst>
  </p:cSld>
  <p:clrMapOvr>
    <a:masterClrMapping/>
  </p:clrMapOvr>
</p:sld>
</file>

<file path=ppt/slides/slide1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my soul at the joy that I feel:</a:t>
            </a:r>
          </a:p>
          <a:p>
            <a:r>
              <a:rPr lang="en-US" dirty="0"/>
              <a:t>There is now, dwelling in me, my God.</a:t>
            </a:r>
          </a:p>
          <a:p>
            <a:r>
              <a:rPr lang="en-US" dirty="0"/>
              <a:t>Lord, it is your wish, that I may,</a:t>
            </a:r>
          </a:p>
          <a:p>
            <a:r>
              <a:rPr lang="en-US" dirty="0"/>
              <a:t>By my life, show to those around</a:t>
            </a:r>
          </a:p>
          <a:p>
            <a:r>
              <a:rPr lang="en-US" dirty="0"/>
              <a:t>How to love, more and more.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491808"/>
      </p:ext>
    </p:extLst>
  </p:cSld>
  <p:clrMapOvr>
    <a:masterClrMapping/>
  </p:clrMapOvr>
</p:sld>
</file>

<file path=ppt/slides/slide1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dirty="0"/>
              <a:t>Sing my soul at the joy that I feel:</a:t>
            </a:r>
          </a:p>
          <a:p>
            <a:r>
              <a:rPr lang="en-US" dirty="0"/>
              <a:t>There is now, dwelling in me, my God.</a:t>
            </a:r>
          </a:p>
          <a:p>
            <a:endParaRPr lang="en-US" dirty="0"/>
          </a:p>
          <a:p>
            <a:r>
              <a:rPr lang="en-US" dirty="0"/>
              <a:t>It is to you, Lord, that I turn</a:t>
            </a:r>
          </a:p>
          <a:p>
            <a:r>
              <a:rPr lang="en-US" dirty="0"/>
              <a:t>When in need and my heart is grieved;</a:t>
            </a:r>
          </a:p>
          <a:p>
            <a:r>
              <a:rPr lang="en-US" dirty="0"/>
              <a:t>For your love brings me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43100"/>
      </p:ext>
    </p:extLst>
  </p:cSld>
  <p:clrMapOvr>
    <a:masterClrMapping/>
  </p:clrMapOvr>
</p:sld>
</file>

<file path=ppt/slides/slide1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my soul at the joy that I feel:</a:t>
            </a:r>
          </a:p>
          <a:p>
            <a:r>
              <a:rPr lang="en-US" dirty="0"/>
              <a:t>There is now, dwelling in me, my God.</a:t>
            </a:r>
          </a:p>
          <a:p>
            <a:endParaRPr lang="en-US" dirty="0"/>
          </a:p>
          <a:p>
            <a:r>
              <a:rPr lang="en-US" dirty="0"/>
              <a:t>Lord, it is your wish that my life</a:t>
            </a:r>
          </a:p>
          <a:p>
            <a:r>
              <a:rPr lang="en-US" dirty="0"/>
              <a:t>In this world bears abundant fruit </a:t>
            </a:r>
          </a:p>
          <a:p>
            <a:r>
              <a:rPr lang="en-US" dirty="0"/>
              <a:t>For the kingdom of heaven.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12931"/>
      </p:ext>
    </p:extLst>
  </p:cSld>
  <p:clrMapOvr>
    <a:masterClrMapping/>
  </p:clrMapOvr>
</p:sld>
</file>

<file path=ppt/slides/slide1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353 - Sing my tongue, in exaltation of the body sacrificed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56511"/>
            <a:ext cx="11753537" cy="4987834"/>
          </a:xfrm>
        </p:spPr>
        <p:txBody>
          <a:bodyPr/>
          <a:lstStyle/>
          <a:p>
            <a:r>
              <a:rPr lang="en-US" dirty="0"/>
              <a:t>Sing my tongue, </a:t>
            </a:r>
          </a:p>
          <a:p>
            <a:r>
              <a:rPr lang="en-US" dirty="0"/>
              <a:t>in exaltation of the body sacrificed </a:t>
            </a:r>
          </a:p>
          <a:p>
            <a:r>
              <a:rPr lang="en-US" dirty="0"/>
              <a:t>And in glad commemoration of the blood so highly priced </a:t>
            </a:r>
          </a:p>
          <a:p>
            <a:r>
              <a:rPr lang="en-US" dirty="0"/>
              <a:t>Shed to ransom all creation by our King and </a:t>
            </a:r>
            <a:r>
              <a:rPr lang="en-US" dirty="0" err="1"/>
              <a:t>Saviour</a:t>
            </a:r>
            <a:r>
              <a:rPr lang="en-US" dirty="0"/>
              <a:t>, Christ.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486636"/>
      </p:ext>
    </p:extLst>
  </p:cSld>
  <p:clrMapOvr>
    <a:masterClrMapping/>
  </p:clrMapOvr>
</p:sld>
</file>

<file path=ppt/slides/slide1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incarnate to restore us, </a:t>
            </a:r>
          </a:p>
          <a:p>
            <a:r>
              <a:rPr lang="en-US" dirty="0"/>
              <a:t>of the Virgin full of grace, </a:t>
            </a:r>
          </a:p>
          <a:p>
            <a:r>
              <a:rPr lang="en-US" dirty="0"/>
              <a:t>Born to us and given for us, </a:t>
            </a:r>
          </a:p>
          <a:p>
            <a:r>
              <a:rPr lang="en-US" dirty="0"/>
              <a:t>at God’s chosen time and place; </a:t>
            </a:r>
          </a:p>
          <a:p>
            <a:r>
              <a:rPr lang="en-US" dirty="0"/>
              <a:t>He had sown the word before us, </a:t>
            </a:r>
          </a:p>
          <a:p>
            <a:r>
              <a:rPr lang="en-US" dirty="0"/>
              <a:t>dwelling with us face to face.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2902"/>
      </p:ext>
    </p:extLst>
  </p:cSld>
  <p:clrMapOvr>
    <a:masterClrMapping/>
  </p:clrMapOvr>
</p:sld>
</file>

<file path=ppt/slides/slide1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6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354 - Sing out to God, shout to the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 out to God, shout to the Lord,</a:t>
            </a:r>
          </a:p>
          <a:p>
            <a:r>
              <a:rPr lang="en-US" dirty="0"/>
              <a:t>Praise him with all your heart.</a:t>
            </a:r>
          </a:p>
          <a:p>
            <a:r>
              <a:rPr lang="en-US" dirty="0"/>
              <a:t>Sing out to God, shout to the Lord, </a:t>
            </a:r>
          </a:p>
          <a:p>
            <a:r>
              <a:rPr lang="en-US" dirty="0"/>
              <a:t>Praise him with all your heart. </a:t>
            </a:r>
          </a:p>
          <a:p>
            <a:endParaRPr lang="en-IN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622144"/>
      </p:ext>
    </p:extLst>
  </p:cSld>
  <p:clrMapOvr>
    <a:masterClrMapping/>
  </p:clrMapOvr>
</p:sld>
</file>

<file path=ppt/slides/slide1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 the Lord with me. bless his holy name. </a:t>
            </a:r>
          </a:p>
          <a:p>
            <a:r>
              <a:rPr lang="en-US" dirty="0"/>
              <a:t>Now that he has set me free, nothing is the same.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876664"/>
      </p:ext>
    </p:extLst>
  </p:cSld>
  <p:clrMapOvr>
    <a:masterClrMapping/>
  </p:clrMapOvr>
</p:sld>
</file>

<file path=ppt/slides/slide1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out to God, shout to the Lord,</a:t>
            </a:r>
          </a:p>
          <a:p>
            <a:r>
              <a:rPr lang="en-US" dirty="0"/>
              <a:t>Praise him with all your heart.</a:t>
            </a:r>
          </a:p>
          <a:p>
            <a:r>
              <a:rPr lang="en-US" dirty="0"/>
              <a:t>Sing out to God, shout to the Lord, </a:t>
            </a:r>
          </a:p>
          <a:p>
            <a:r>
              <a:rPr lang="en-US" dirty="0"/>
              <a:t>Praise him with all your heart.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47919"/>
      </p:ext>
    </p:extLst>
  </p:cSld>
  <p:clrMapOvr>
    <a:masterClrMapping/>
  </p:clrMapOvr>
</p:sld>
</file>

<file path=ppt/slides/slide1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your deeds I shout for joy: </a:t>
            </a:r>
          </a:p>
          <a:p>
            <a:r>
              <a:rPr lang="en-US" dirty="0"/>
              <a:t>Lord, how great you are! </a:t>
            </a:r>
          </a:p>
          <a:p>
            <a:r>
              <a:rPr lang="en-US" dirty="0"/>
              <a:t>And how deep are your designs, </a:t>
            </a:r>
          </a:p>
          <a:p>
            <a:r>
              <a:rPr lang="en-US" dirty="0"/>
              <a:t>working in my heart!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952588"/>
      </p:ext>
    </p:extLst>
  </p:cSld>
  <p:clrMapOvr>
    <a:masterClrMapping/>
  </p:clrMapOvr>
</p:sld>
</file>

<file path=ppt/slides/slide1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out to God, shout to the Lord,</a:t>
            </a:r>
          </a:p>
          <a:p>
            <a:r>
              <a:rPr lang="en-US" dirty="0"/>
              <a:t>Praise him with all your heart.</a:t>
            </a:r>
          </a:p>
          <a:p>
            <a:r>
              <a:rPr lang="en-US" dirty="0"/>
              <a:t>Sing out to God, shout to the Lord, </a:t>
            </a:r>
          </a:p>
          <a:p>
            <a:r>
              <a:rPr lang="en-US" dirty="0"/>
              <a:t>Praise him with all your heart.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293861"/>
      </p:ext>
    </p:extLst>
  </p:cSld>
  <p:clrMapOvr>
    <a:masterClrMapping/>
  </p:clrMapOvr>
</p:sld>
</file>

<file path=ppt/slides/slide1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Father and the Son, </a:t>
            </a:r>
          </a:p>
          <a:p>
            <a:r>
              <a:rPr lang="en-US" dirty="0"/>
              <a:t>glory, honour, praise,</a:t>
            </a:r>
          </a:p>
          <a:p>
            <a:r>
              <a:rPr lang="en-US" dirty="0"/>
              <a:t>Through the Spirit with them one, joyful hearts we raise!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623539"/>
      </p:ext>
    </p:extLst>
  </p:cSld>
  <p:clrMapOvr>
    <a:masterClrMapping/>
  </p:clrMapOvr>
</p:sld>
</file>

<file path=ppt/slides/slide1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out to God, shout to the Lord,</a:t>
            </a:r>
          </a:p>
          <a:p>
            <a:r>
              <a:rPr lang="en-US" dirty="0"/>
              <a:t>Praise him with all your heart.</a:t>
            </a:r>
          </a:p>
          <a:p>
            <a:r>
              <a:rPr lang="en-US" dirty="0"/>
              <a:t>Sing out to God, shout to the Lord, </a:t>
            </a:r>
          </a:p>
          <a:p>
            <a:r>
              <a:rPr lang="en-US" dirty="0"/>
              <a:t>Praise him with all your heart.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383957"/>
      </p:ext>
    </p:extLst>
  </p:cSld>
  <p:clrMapOvr>
    <a:masterClrMapping/>
  </p:clrMapOvr>
</p:sld>
</file>

<file path=ppt/slides/slide1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02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355 - Sing praises to the living God, glory Hallelujah!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46366"/>
            <a:ext cx="11753537" cy="4508863"/>
          </a:xfrm>
        </p:spPr>
        <p:txBody>
          <a:bodyPr/>
          <a:lstStyle/>
          <a:p>
            <a:r>
              <a:rPr lang="en-US" dirty="0"/>
              <a:t>Sing praises to the living God, glory Hallelujah!</a:t>
            </a:r>
          </a:p>
          <a:p>
            <a:r>
              <a:rPr lang="en-US" dirty="0"/>
              <a:t>Come adore the living God, glory Hallelujah! </a:t>
            </a:r>
          </a:p>
          <a:p>
            <a:r>
              <a:rPr lang="en-US" dirty="0"/>
              <a:t>Though sun and moon may pass away, </a:t>
            </a:r>
          </a:p>
          <a:p>
            <a:r>
              <a:rPr lang="en-US" dirty="0"/>
              <a:t>His Word will ever stay, </a:t>
            </a:r>
          </a:p>
          <a:p>
            <a:r>
              <a:rPr lang="en-US" dirty="0"/>
              <a:t>His power is forever more, glory Hallelujah!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841045"/>
      </p:ext>
    </p:extLst>
  </p:cSld>
  <p:clrMapOvr>
    <a:masterClrMapping/>
  </p:clrMapOvr>
</p:sld>
</file>

<file path=ppt/slides/slide1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to the Trinity, the undivided unity, </a:t>
            </a:r>
          </a:p>
          <a:p>
            <a:r>
              <a:rPr lang="en-US" dirty="0"/>
              <a:t>The Father, Son and Spirit One,  </a:t>
            </a:r>
          </a:p>
          <a:p>
            <a:r>
              <a:rPr lang="en-US" dirty="0"/>
              <a:t>From whom all life and goodness come.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121332"/>
      </p:ext>
    </p:extLst>
  </p:cSld>
  <p:clrMapOvr>
    <a:masterClrMapping/>
  </p:clrMapOvr>
</p:sld>
</file>

<file path=ppt/slides/slide1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living God we sing, glory Hallelujah! </a:t>
            </a:r>
          </a:p>
          <a:p>
            <a:r>
              <a:rPr lang="en-US" dirty="0"/>
              <a:t>Let our love and praises ring, glory Hallelujah! </a:t>
            </a:r>
          </a:p>
          <a:p>
            <a:r>
              <a:rPr lang="en-US" dirty="0"/>
              <a:t>To each of us He always gives, </a:t>
            </a:r>
          </a:p>
          <a:p>
            <a:r>
              <a:rPr lang="en-US" dirty="0"/>
              <a:t>His mercy and his love </a:t>
            </a:r>
          </a:p>
          <a:p>
            <a:r>
              <a:rPr lang="en-US" dirty="0"/>
              <a:t>Praise Him now forever more, glory Hallelujah!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356130"/>
      </p:ext>
    </p:extLst>
  </p:cSld>
  <p:clrMapOvr>
    <a:masterClrMapping/>
  </p:clrMapOvr>
</p:sld>
</file>

<file path=ppt/slides/slide1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Lord who cannot die, glory Hallelujah! </a:t>
            </a:r>
          </a:p>
          <a:p>
            <a:r>
              <a:rPr lang="en-US" dirty="0"/>
              <a:t>To the loving God we cry, glory Hallelujah! </a:t>
            </a:r>
          </a:p>
          <a:p>
            <a:r>
              <a:rPr lang="en-US" dirty="0"/>
              <a:t>His promised to be with us, and He lives in everyone, Love Him now for evermore, glory Hallelujah!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811903"/>
      </p:ext>
    </p:extLst>
  </p:cSld>
  <p:clrMapOvr>
    <a:masterClrMapping/>
  </p:clrMapOvr>
</p:sld>
</file>

<file path=ppt/slides/slide1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6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356 - Sing to the bride, sing to the groom,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Sing to the bride, sing to the groom,</a:t>
            </a:r>
          </a:p>
          <a:p>
            <a:r>
              <a:rPr lang="en-US" dirty="0"/>
              <a:t>For they love one another in Jesus, the Lord. </a:t>
            </a:r>
          </a:p>
          <a:p>
            <a:r>
              <a:rPr lang="en-US" dirty="0"/>
              <a:t>Sing to the bride, sing to the groom, </a:t>
            </a:r>
          </a:p>
          <a:p>
            <a:r>
              <a:rPr lang="en-US" dirty="0"/>
              <a:t>Sing to Jesus Christ!</a:t>
            </a:r>
          </a:p>
          <a:p>
            <a:endParaRPr lang="en-IN" sz="2400" dirty="0"/>
          </a:p>
          <a:p>
            <a:r>
              <a:rPr lang="en-US" dirty="0"/>
              <a:t>You are the sign of the new Jerusalem, </a:t>
            </a:r>
          </a:p>
          <a:p>
            <a:r>
              <a:rPr lang="en-US" dirty="0"/>
              <a:t>Come down out of heaven from our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391873"/>
      </p:ext>
    </p:extLst>
  </p:cSld>
  <p:clrMapOvr>
    <a:masterClrMapping/>
  </p:clrMapOvr>
</p:sld>
</file>

<file path=ppt/slides/slide1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Love one another for love is of God, </a:t>
            </a:r>
          </a:p>
          <a:p>
            <a:r>
              <a:rPr lang="en-US" dirty="0"/>
              <a:t>The person who loves is born of God.</a:t>
            </a:r>
          </a:p>
          <a:p>
            <a:endParaRPr lang="en-US" dirty="0"/>
          </a:p>
          <a:p>
            <a:r>
              <a:rPr lang="en-US" dirty="0"/>
              <a:t>Faith, hope and love be with you unto the end,</a:t>
            </a:r>
          </a:p>
          <a:p>
            <a:r>
              <a:rPr lang="en-US" dirty="0"/>
              <a:t>The greatest of these is surely love!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207965"/>
      </p:ext>
    </p:extLst>
  </p:cSld>
  <p:clrMapOvr>
    <a:masterClrMapping/>
  </p:clrMapOvr>
</p:sld>
</file>

<file path=ppt/slides/slide1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Vain is your </a:t>
            </a:r>
            <a:r>
              <a:rPr lang="en-US" dirty="0" err="1"/>
              <a:t>labour</a:t>
            </a:r>
            <a:r>
              <a:rPr lang="en-US" dirty="0"/>
              <a:t>, all your planning, </a:t>
            </a:r>
          </a:p>
          <a:p>
            <a:r>
              <a:rPr lang="en-US" dirty="0"/>
              <a:t>your dreams</a:t>
            </a:r>
          </a:p>
          <a:p>
            <a:r>
              <a:rPr lang="en-US" dirty="0"/>
              <a:t>Unless the Lord build your home.</a:t>
            </a:r>
          </a:p>
          <a:p>
            <a:endParaRPr lang="en-US" dirty="0"/>
          </a:p>
          <a:p>
            <a:r>
              <a:rPr lang="en-US" dirty="0"/>
              <a:t>May God protect you all the days of your life, </a:t>
            </a:r>
          </a:p>
          <a:p>
            <a:r>
              <a:rPr lang="en-US" dirty="0"/>
              <a:t>May peace and prosperity be yours.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982623"/>
      </p:ext>
    </p:extLst>
  </p:cSld>
  <p:clrMapOvr>
    <a:masterClrMapping/>
  </p:clrMapOvr>
</p:sld>
</file>

<file path=ppt/slides/slide1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9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357 - Sing to the mountains, sing to the sea,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to the mountains, sing to the sea,</a:t>
            </a:r>
          </a:p>
          <a:p>
            <a:r>
              <a:rPr lang="en-US" dirty="0"/>
              <a:t>Raise your voices, lift your heart.</a:t>
            </a:r>
          </a:p>
          <a:p>
            <a:r>
              <a:rPr lang="en-US" dirty="0"/>
              <a:t>This is the day the Lord has made,</a:t>
            </a:r>
          </a:p>
          <a:p>
            <a:r>
              <a:rPr lang="en-US" dirty="0"/>
              <a:t>Let all the earth rejoice.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479599"/>
      </p:ext>
    </p:extLst>
  </p:cSld>
  <p:clrMapOvr>
    <a:masterClrMapping/>
  </p:clrMapOvr>
</p:sld>
</file>

<file path=ppt/slides/slide1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give thanks to you, my Lord. </a:t>
            </a:r>
          </a:p>
          <a:p>
            <a:r>
              <a:rPr lang="en-US" dirty="0"/>
              <a:t>You have answered my plea.</a:t>
            </a:r>
          </a:p>
          <a:p>
            <a:r>
              <a:rPr lang="en-US" dirty="0"/>
              <a:t>You  have   saved   my   soul   from   death.</a:t>
            </a:r>
          </a:p>
          <a:p>
            <a:r>
              <a:rPr lang="en-US" dirty="0"/>
              <a:t>You   are   my   strength   and   my  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333657"/>
      </p:ext>
    </p:extLst>
  </p:cSld>
  <p:clrMapOvr>
    <a:masterClrMapping/>
  </p:clrMapOvr>
</p:sld>
</file>

<file path=ppt/slides/slide1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to the mountains, sing to the sea,</a:t>
            </a:r>
          </a:p>
          <a:p>
            <a:r>
              <a:rPr lang="en-US" dirty="0"/>
              <a:t>Raise your voices, lift your heart.</a:t>
            </a:r>
          </a:p>
          <a:p>
            <a:r>
              <a:rPr lang="en-US" dirty="0"/>
              <a:t>This is the day the Lord has made,</a:t>
            </a:r>
          </a:p>
          <a:p>
            <a:r>
              <a:rPr lang="en-US" dirty="0"/>
              <a:t>Let all the earth rejoice.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869905"/>
      </p:ext>
    </p:extLst>
  </p:cSld>
  <p:clrMapOvr>
    <a:masterClrMapping/>
  </p:clrMapOvr>
</p:sld>
</file>

<file path=ppt/slides/slide1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day the Lord has made.</a:t>
            </a:r>
          </a:p>
          <a:p>
            <a:r>
              <a:rPr lang="en-US" dirty="0"/>
              <a:t>Let us be glad and rejoice. </a:t>
            </a:r>
          </a:p>
          <a:p>
            <a:r>
              <a:rPr lang="en-US" dirty="0"/>
              <a:t>He has turned all death to life </a:t>
            </a:r>
          </a:p>
          <a:p>
            <a:r>
              <a:rPr lang="en-US" dirty="0"/>
              <a:t>Sing of the glory of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853134"/>
      </p:ext>
    </p:extLst>
  </p:cSld>
  <p:clrMapOvr>
    <a:masterClrMapping/>
  </p:clrMapOvr>
</p:sld>
</file>

<file path=ppt/slides/slide1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to the mountains, sing to the sea,</a:t>
            </a:r>
          </a:p>
          <a:p>
            <a:r>
              <a:rPr lang="en-US" dirty="0"/>
              <a:t>Raise your voices, lift your heart.</a:t>
            </a:r>
          </a:p>
          <a:p>
            <a:r>
              <a:rPr lang="en-US" dirty="0"/>
              <a:t>This is the day the Lord has made,</a:t>
            </a:r>
          </a:p>
          <a:p>
            <a:r>
              <a:rPr lang="en-US" dirty="0"/>
              <a:t>Let all the earth rejoice.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97057"/>
      </p:ext>
    </p:extLst>
  </p:cSld>
  <p:clrMapOvr>
    <a:masterClrMapping/>
  </p:clrMapOvr>
</p:sld>
</file>

<file path=ppt/slides/slide1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358 - Sing unto the Lord a new song,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unto the Lord a new song,</a:t>
            </a:r>
          </a:p>
          <a:p>
            <a:r>
              <a:rPr lang="en-US" dirty="0"/>
              <a:t>Sing unto the Lord, all the earth. </a:t>
            </a:r>
          </a:p>
          <a:p>
            <a:r>
              <a:rPr lang="en-US" dirty="0"/>
              <a:t>Sing to the Lord, bless his name, </a:t>
            </a:r>
          </a:p>
          <a:p>
            <a:r>
              <a:rPr lang="en-US" dirty="0"/>
              <a:t>He is greatly to be praised, </a:t>
            </a:r>
          </a:p>
          <a:p>
            <a:r>
              <a:rPr lang="en-US" dirty="0"/>
              <a:t>Sing unto the Lord a new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00682"/>
      </p:ext>
    </p:extLst>
  </p:cSld>
  <p:clrMapOvr>
    <a:masterClrMapping/>
  </p:clrMapOvr>
</p:sld>
</file>

<file path=ppt/slides/slide1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among the nations the Lord reigns,</a:t>
            </a:r>
          </a:p>
          <a:p>
            <a:r>
              <a:rPr lang="en-US" dirty="0"/>
              <a:t>The world shall never be moved.</a:t>
            </a:r>
          </a:p>
          <a:p>
            <a:r>
              <a:rPr lang="en-US" dirty="0"/>
              <a:t>Let the heavens be glad and the earth rejoice,</a:t>
            </a:r>
          </a:p>
          <a:p>
            <a:r>
              <a:rPr lang="en-US" dirty="0"/>
              <a:t>Sing unto the Lord a new song.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532876"/>
      </p:ext>
    </p:extLst>
  </p:cSld>
  <p:clrMapOvr>
    <a:masterClrMapping/>
  </p:clrMapOvr>
</p:sld>
</file>

<file path=ppt/slides/slide1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shall all the trees sing for joy</a:t>
            </a:r>
          </a:p>
          <a:p>
            <a:r>
              <a:rPr lang="en-US" dirty="0"/>
              <a:t>Before the Lord for he comes,</a:t>
            </a:r>
          </a:p>
          <a:p>
            <a:r>
              <a:rPr lang="en-US" dirty="0"/>
              <a:t>He will judge the world with His righteousness,</a:t>
            </a:r>
          </a:p>
          <a:p>
            <a:r>
              <a:rPr lang="en-US" dirty="0"/>
              <a:t>Sing unto the Lord a new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270467"/>
      </p:ext>
    </p:extLst>
  </p:cSld>
  <p:clrMapOvr>
    <a:masterClrMapping/>
  </p:clrMapOvr>
</p:sld>
</file>

<file path=ppt/slides/slide1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359 - Sing we now in praise of Mary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Sing we now in praise of Mary, </a:t>
            </a:r>
          </a:p>
          <a:p>
            <a:r>
              <a:rPr lang="en-US" dirty="0"/>
              <a:t>sing with joy her praises due,</a:t>
            </a:r>
          </a:p>
          <a:p>
            <a:r>
              <a:rPr lang="en-US" dirty="0"/>
              <a:t>Imitate her every virtue as a loyal child and true.</a:t>
            </a:r>
          </a:p>
          <a:p>
            <a:r>
              <a:rPr lang="en-US" dirty="0"/>
              <a:t>In her womb she </a:t>
            </a:r>
            <a:r>
              <a:rPr lang="en-US" dirty="0" err="1"/>
              <a:t>moulded</a:t>
            </a:r>
            <a:r>
              <a:rPr lang="en-US" dirty="0"/>
              <a:t> Jesus, </a:t>
            </a:r>
          </a:p>
          <a:p>
            <a:r>
              <a:rPr lang="en-US" dirty="0"/>
              <a:t>to her heart God’s Word did stay.</a:t>
            </a:r>
          </a:p>
          <a:p>
            <a:r>
              <a:rPr lang="en-US" dirty="0"/>
              <a:t>Into other Christ’s she’ll change us in a mother’s gentle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258139"/>
      </p:ext>
    </p:extLst>
  </p:cSld>
  <p:clrMapOvr>
    <a:masterClrMapping/>
  </p:clrMapOvr>
</p:sld>
</file>

<file path=ppt/slides/slide1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Sing of Jesus, Son of Mary, </a:t>
            </a:r>
          </a:p>
          <a:p>
            <a:r>
              <a:rPr lang="en-US" dirty="0"/>
              <a:t>in the home at Nazareth. </a:t>
            </a:r>
          </a:p>
          <a:p>
            <a:r>
              <a:rPr lang="en-US" dirty="0"/>
              <a:t>Toil and </a:t>
            </a:r>
            <a:r>
              <a:rPr lang="en-US" dirty="0" err="1"/>
              <a:t>labour</a:t>
            </a:r>
            <a:r>
              <a:rPr lang="en-US" dirty="0"/>
              <a:t> cannot weary love </a:t>
            </a:r>
          </a:p>
          <a:p>
            <a:r>
              <a:rPr lang="en-US" dirty="0"/>
              <a:t>enduring unto death. </a:t>
            </a:r>
          </a:p>
          <a:p>
            <a:r>
              <a:rPr lang="en-US" dirty="0"/>
              <a:t>Constant was the love he gave her, </a:t>
            </a:r>
          </a:p>
          <a:p>
            <a:r>
              <a:rPr lang="en-US" dirty="0"/>
              <a:t>though he went forth from her side, </a:t>
            </a:r>
          </a:p>
          <a:p>
            <a:r>
              <a:rPr lang="en-US" dirty="0"/>
              <a:t>Forth to preach and heal and suffer, </a:t>
            </a:r>
          </a:p>
          <a:p>
            <a:r>
              <a:rPr lang="en-US" dirty="0"/>
              <a:t>till on Calvary he died.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160016"/>
      </p:ext>
    </p:extLst>
  </p:cSld>
  <p:clrMapOvr>
    <a:masterClrMapping/>
  </p:clrMapOvr>
</p:sld>
</file>

<file path=ppt/slides/slide1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360 - Softly and tenderly Jesus is calling,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Softly and tenderly Jesus is calling,</a:t>
            </a:r>
          </a:p>
          <a:p>
            <a:r>
              <a:rPr lang="en-US" dirty="0"/>
              <a:t>Calling for you and for me. </a:t>
            </a:r>
          </a:p>
          <a:p>
            <a:r>
              <a:rPr lang="en-US" dirty="0"/>
              <a:t>See on the portals He’s waiting and watching, </a:t>
            </a:r>
          </a:p>
          <a:p>
            <a:r>
              <a:rPr lang="en-US" dirty="0"/>
              <a:t>Watching for you and for 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678823"/>
      </p:ext>
    </p:extLst>
  </p:cSld>
  <p:clrMapOvr>
    <a:masterClrMapping/>
  </p:clrMapOvr>
</p:sld>
</file>

<file path=ppt/slides/slide1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home, come home, </a:t>
            </a:r>
          </a:p>
          <a:p>
            <a:r>
              <a:rPr lang="en-US" dirty="0"/>
              <a:t>You who are weary come home, </a:t>
            </a:r>
          </a:p>
          <a:p>
            <a:r>
              <a:rPr lang="en-US" dirty="0"/>
              <a:t>Earnestly, tenderly, Jesus is calling, </a:t>
            </a:r>
          </a:p>
          <a:p>
            <a:r>
              <a:rPr lang="en-US" dirty="0"/>
              <a:t>Calling, O sinner, come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943509"/>
      </p:ext>
    </p:extLst>
  </p:cSld>
  <p:clrMapOvr>
    <a:masterClrMapping/>
  </p:clrMapOvr>
</p:sld>
</file>

<file path=ppt/slides/slide1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should we delay when Jesus is pleading? </a:t>
            </a:r>
          </a:p>
          <a:p>
            <a:r>
              <a:rPr lang="en-US" dirty="0"/>
              <a:t>Pleading for you and for me. </a:t>
            </a:r>
          </a:p>
          <a:p>
            <a:r>
              <a:rPr lang="en-US" dirty="0"/>
              <a:t>Why should we linger </a:t>
            </a:r>
          </a:p>
          <a:p>
            <a:r>
              <a:rPr lang="en-US" dirty="0"/>
              <a:t>and heed not His mercies? </a:t>
            </a:r>
          </a:p>
          <a:p>
            <a:r>
              <a:rPr lang="en-US" dirty="0"/>
              <a:t>Mercies for you and for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543359"/>
      </p:ext>
    </p:extLst>
  </p:cSld>
  <p:clrMapOvr>
    <a:masterClrMapping/>
  </p:clrMapOvr>
</p:sld>
</file>

<file path=ppt/slides/slide1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home, come home, </a:t>
            </a:r>
          </a:p>
          <a:p>
            <a:r>
              <a:rPr lang="en-US" dirty="0"/>
              <a:t>You who are weary come home, </a:t>
            </a:r>
          </a:p>
          <a:p>
            <a:r>
              <a:rPr lang="en-US" dirty="0"/>
              <a:t>Earnestly, tenderly, Jesus is calling, </a:t>
            </a:r>
          </a:p>
          <a:p>
            <a:r>
              <a:rPr lang="en-US" dirty="0"/>
              <a:t>Calling, O sinner, come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5259030"/>
      </p:ext>
    </p:extLst>
  </p:cSld>
  <p:clrMapOvr>
    <a:masterClrMapping/>
  </p:clrMapOvr>
</p:sld>
</file>

<file path=ppt/slides/slide1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for the wonderful love He has promised, </a:t>
            </a:r>
          </a:p>
          <a:p>
            <a:r>
              <a:rPr lang="en-US" dirty="0"/>
              <a:t>Promised for you and for me. </a:t>
            </a:r>
          </a:p>
          <a:p>
            <a:r>
              <a:rPr lang="en-US" dirty="0"/>
              <a:t>Though we have sinned </a:t>
            </a:r>
          </a:p>
          <a:p>
            <a:r>
              <a:rPr lang="en-US" dirty="0"/>
              <a:t>he has mercy and pardon, </a:t>
            </a:r>
          </a:p>
          <a:p>
            <a:r>
              <a:rPr lang="en-US" dirty="0"/>
              <a:t>Pardon for you and for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320483"/>
      </p:ext>
    </p:extLst>
  </p:cSld>
  <p:clrMapOvr>
    <a:masterClrMapping/>
  </p:clrMapOvr>
</p:sld>
</file>

<file path=ppt/slides/slide1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home, come home, </a:t>
            </a:r>
          </a:p>
          <a:p>
            <a:r>
              <a:rPr lang="en-US" dirty="0"/>
              <a:t>You who are weary come home, </a:t>
            </a:r>
          </a:p>
          <a:p>
            <a:r>
              <a:rPr lang="en-US" dirty="0"/>
              <a:t>Earnestly, tenderly, Jesus is calling, </a:t>
            </a:r>
          </a:p>
          <a:p>
            <a:r>
              <a:rPr lang="en-US" dirty="0"/>
              <a:t>Calling, O sinner, come home.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694699"/>
      </p:ext>
    </p:extLst>
  </p:cSld>
  <p:clrMapOvr>
    <a:masterClrMapping/>
  </p:clrMapOvr>
</p:sld>
</file>

<file path=ppt/slides/slide1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4" y="53368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361 - Somewhere far from town and people in a stable poor,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30678"/>
            <a:ext cx="11753537" cy="4280265"/>
          </a:xfrm>
        </p:spPr>
        <p:txBody>
          <a:bodyPr/>
          <a:lstStyle/>
          <a:p>
            <a:r>
              <a:rPr lang="en-US" dirty="0"/>
              <a:t>Somewhere far from town </a:t>
            </a:r>
          </a:p>
          <a:p>
            <a:r>
              <a:rPr lang="en-US" dirty="0"/>
              <a:t>and people in a stable poor,</a:t>
            </a:r>
          </a:p>
          <a:p>
            <a:r>
              <a:rPr lang="en-US" dirty="0"/>
              <a:t>Jesus Christ was born of Mary, </a:t>
            </a:r>
          </a:p>
          <a:p>
            <a:r>
              <a:rPr lang="en-US" dirty="0"/>
              <a:t>in a cave obscure.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557789"/>
      </p:ext>
    </p:extLst>
  </p:cSld>
  <p:clrMapOvr>
    <a:masterClrMapping/>
  </p:clrMapOvr>
</p:sld>
</file>

<file path=ppt/slides/slide1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seek him, don’t trouble to Bethlehem to go.</a:t>
            </a:r>
          </a:p>
          <a:p>
            <a:r>
              <a:rPr lang="en-US" dirty="0"/>
              <a:t>In silence you’ll find him and in the poor next door.</a:t>
            </a:r>
          </a:p>
          <a:p>
            <a:endParaRPr lang="en-IN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422997"/>
      </p:ext>
    </p:extLst>
  </p:cSld>
  <p:clrMapOvr>
    <a:masterClrMapping/>
  </p:clrMapOvr>
</p:sld>
</file>

<file path=ppt/slides/slide1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900" dirty="0"/>
          </a:p>
          <a:p>
            <a:r>
              <a:rPr lang="en-US" dirty="0"/>
              <a:t>In the midst of noise and tumult, </a:t>
            </a:r>
          </a:p>
          <a:p>
            <a:r>
              <a:rPr lang="en-US" dirty="0"/>
              <a:t>can his voice be heard?</a:t>
            </a:r>
          </a:p>
          <a:p>
            <a:r>
              <a:rPr lang="en-US" dirty="0"/>
              <a:t>No, we’ll live in peace and silence, </a:t>
            </a:r>
          </a:p>
          <a:p>
            <a:r>
              <a:rPr lang="en-US" dirty="0"/>
              <a:t>eager for his 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830123"/>
      </p:ext>
    </p:extLst>
  </p:cSld>
  <p:clrMapOvr>
    <a:masterClrMapping/>
  </p:clrMapOvr>
</p:sld>
</file>

<file path=ppt/slides/slide1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seek him, don’t trouble to Bethlehem to go.</a:t>
            </a:r>
          </a:p>
          <a:p>
            <a:r>
              <a:rPr lang="en-US" dirty="0"/>
              <a:t>In silence you’ll find him and in the poor next door.</a:t>
            </a:r>
          </a:p>
          <a:p>
            <a:endParaRPr lang="en-IN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803233"/>
      </p:ext>
    </p:extLst>
  </p:cSld>
  <p:clrMapOvr>
    <a:masterClrMapping/>
  </p:clrMapOvr>
</p:sld>
</file>

<file path=ppt/slides/slide1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hungry, sick and homeless, </a:t>
            </a:r>
          </a:p>
          <a:p>
            <a:r>
              <a:rPr lang="en-US" dirty="0"/>
              <a:t>Christ himself conceals;</a:t>
            </a:r>
          </a:p>
          <a:p>
            <a:r>
              <a:rPr lang="en-US" dirty="0"/>
              <a:t>To the lowly, meek and humble, </a:t>
            </a:r>
          </a:p>
          <a:p>
            <a:r>
              <a:rPr lang="en-US" dirty="0"/>
              <a:t>He himself reveals. 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028586"/>
      </p:ext>
    </p:extLst>
  </p:cSld>
  <p:clrMapOvr>
    <a:masterClrMapping/>
  </p:clrMapOvr>
</p:sld>
</file>

<file path=ppt/slides/slide1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seek him, don’t trouble to Bethlehem to go.</a:t>
            </a:r>
          </a:p>
          <a:p>
            <a:r>
              <a:rPr lang="en-US" dirty="0"/>
              <a:t>In silence you’ll find him and in the poor next door.</a:t>
            </a:r>
          </a:p>
          <a:p>
            <a:endParaRPr lang="en-IN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627749"/>
      </p:ext>
    </p:extLst>
  </p:cSld>
  <p:clrMapOvr>
    <a:masterClrMapping/>
  </p:clrMapOvr>
</p:sld>
</file>

<file path=ppt/slides/slide1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you hear the angels’ tiding? </a:t>
            </a:r>
          </a:p>
          <a:p>
            <a:r>
              <a:rPr lang="en-US" dirty="0"/>
              <a:t>You can hear it still,</a:t>
            </a:r>
          </a:p>
          <a:p>
            <a:r>
              <a:rPr lang="en-US" dirty="0"/>
              <a:t>If you bend his cave to enter, if you’re of good will.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593541"/>
      </p:ext>
    </p:extLst>
  </p:cSld>
  <p:clrMapOvr>
    <a:masterClrMapping/>
  </p:clrMapOvr>
</p:sld>
</file>

<file path=ppt/slides/slide1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seek him, don’t trouble to Bethlehem to go.</a:t>
            </a:r>
          </a:p>
          <a:p>
            <a:r>
              <a:rPr lang="en-US" dirty="0"/>
              <a:t>In silence you’ll find him and in the poor next door.</a:t>
            </a:r>
          </a:p>
          <a:p>
            <a:endParaRPr lang="en-IN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20425"/>
      </p:ext>
    </p:extLst>
  </p:cSld>
  <p:clrMapOvr>
    <a:masterClrMapping/>
  </p:clrMapOvr>
</p:sld>
</file>

<file path=ppt/slides/slide1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9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362 - Spirit of God in the clear running water.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Spirit of God in the clear running water.</a:t>
            </a:r>
          </a:p>
          <a:p>
            <a:r>
              <a:rPr lang="en-US" dirty="0"/>
              <a:t>Blowing to greatness the trees on the hill. </a:t>
            </a:r>
          </a:p>
          <a:p>
            <a:r>
              <a:rPr lang="en-US" dirty="0"/>
              <a:t>Spirit of God in the finger of morning: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121984"/>
      </p:ext>
    </p:extLst>
  </p:cSld>
  <p:clrMapOvr>
    <a:masterClrMapping/>
  </p:clrMapOvr>
</p:sld>
</file>

<file path=ppt/slides/slide1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the earth bring it to birth,</a:t>
            </a:r>
          </a:p>
          <a:p>
            <a:r>
              <a:rPr lang="en-US" dirty="0"/>
              <a:t>And blow where you will,</a:t>
            </a:r>
          </a:p>
          <a:p>
            <a:r>
              <a:rPr lang="en-US" dirty="0"/>
              <a:t>Blow, blow, blow till I be,</a:t>
            </a:r>
          </a:p>
          <a:p>
            <a:r>
              <a:rPr lang="en-US" dirty="0"/>
              <a:t>But breath of the Spirit, blowing in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912054"/>
      </p:ext>
    </p:extLst>
  </p:cSld>
  <p:clrMapOvr>
    <a:masterClrMapping/>
  </p:clrMapOvr>
</p:sld>
</file>

<file path=ppt/slides/slide1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Spirit of God every person is lonely, </a:t>
            </a:r>
          </a:p>
          <a:p>
            <a:r>
              <a:rPr lang="en-US" dirty="0"/>
              <a:t>Watching and waiting and hungering still, </a:t>
            </a:r>
          </a:p>
          <a:p>
            <a:r>
              <a:rPr lang="en-US" dirty="0"/>
              <a:t>Spirit of God we long that you only.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174213"/>
      </p:ext>
    </p:extLst>
  </p:cSld>
  <p:clrMapOvr>
    <a:masterClrMapping/>
  </p:clrMapOvr>
</p:sld>
</file>

<file path=ppt/slides/slide1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the earth bring it to birth,</a:t>
            </a:r>
          </a:p>
          <a:p>
            <a:r>
              <a:rPr lang="en-US" dirty="0"/>
              <a:t>And blow where you will,</a:t>
            </a:r>
          </a:p>
          <a:p>
            <a:r>
              <a:rPr lang="en-US" dirty="0"/>
              <a:t>Blow, blow, blow till I be,</a:t>
            </a:r>
          </a:p>
          <a:p>
            <a:r>
              <a:rPr lang="en-US" dirty="0"/>
              <a:t>But breath of the Spirit, blowing in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285856"/>
      </p:ext>
    </p:extLst>
  </p:cSld>
  <p:clrMapOvr>
    <a:masterClrMapping/>
  </p:clrMapOvr>
</p:sld>
</file>

<file path=ppt/slides/slide1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 in the meadow the willows are blowing, </a:t>
            </a:r>
          </a:p>
          <a:p>
            <a:r>
              <a:rPr lang="en-US" dirty="0"/>
              <a:t>Sheep in the pasture land cannot lie still, </a:t>
            </a:r>
          </a:p>
          <a:p>
            <a:r>
              <a:rPr lang="en-US" dirty="0"/>
              <a:t>Spirit of God creation is groaning.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610889"/>
      </p:ext>
    </p:extLst>
  </p:cSld>
  <p:clrMapOvr>
    <a:masterClrMapping/>
  </p:clrMapOvr>
</p:sld>
</file>

<file path=ppt/slides/slide1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the earth bring it to birth,</a:t>
            </a:r>
          </a:p>
          <a:p>
            <a:r>
              <a:rPr lang="en-US" dirty="0"/>
              <a:t>And blow where you will,</a:t>
            </a:r>
          </a:p>
          <a:p>
            <a:r>
              <a:rPr lang="en-US" dirty="0"/>
              <a:t>Blow, blow, blow till I be,</a:t>
            </a:r>
          </a:p>
          <a:p>
            <a:r>
              <a:rPr lang="en-US" dirty="0"/>
              <a:t>But breath of the Spirit, blowing in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237785"/>
      </p:ext>
    </p:extLst>
  </p:cSld>
  <p:clrMapOvr>
    <a:masterClrMapping/>
  </p:clrMapOvr>
</p:sld>
</file>

<file path=ppt/slides/slide1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681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363 - Spirit of the living God, </a:t>
            </a:r>
            <a:br>
              <a:rPr lang="en-US" dirty="0"/>
            </a:br>
            <a:r>
              <a:rPr lang="en-US" dirty="0"/>
              <a:t>fall afresh on me!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85111"/>
            <a:ext cx="11753537" cy="4861630"/>
          </a:xfrm>
        </p:spPr>
        <p:txBody>
          <a:bodyPr/>
          <a:lstStyle/>
          <a:p>
            <a:r>
              <a:rPr lang="en-US" dirty="0"/>
              <a:t>Spirit of the living God, fall afresh on me!</a:t>
            </a:r>
          </a:p>
          <a:p>
            <a:r>
              <a:rPr lang="en-US" dirty="0"/>
              <a:t>Spirit of the living God, fall afresh on me!</a:t>
            </a:r>
          </a:p>
          <a:p>
            <a:endParaRPr lang="en-IN" sz="2400" dirty="0"/>
          </a:p>
          <a:p>
            <a:r>
              <a:rPr lang="en-US" dirty="0"/>
              <a:t>Break us, melt us, </a:t>
            </a:r>
            <a:r>
              <a:rPr lang="en-US" dirty="0" err="1"/>
              <a:t>mould</a:t>
            </a:r>
            <a:r>
              <a:rPr lang="en-US" dirty="0"/>
              <a:t> us, fill us.</a:t>
            </a:r>
          </a:p>
          <a:p>
            <a:r>
              <a:rPr lang="en-US" dirty="0"/>
              <a:t>Spirit of the living God, fall afresh on 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258276"/>
      </p:ext>
    </p:extLst>
  </p:cSld>
  <p:clrMapOvr>
    <a:masterClrMapping/>
  </p:clrMapOvr>
</p:sld>
</file>

<file path=ppt/slides/slide1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Spirit of the living God, </a:t>
            </a:r>
          </a:p>
          <a:p>
            <a:r>
              <a:rPr lang="en-US" dirty="0"/>
              <a:t>cleanse us from our sins ….</a:t>
            </a:r>
          </a:p>
          <a:p>
            <a:r>
              <a:rPr lang="en-US" dirty="0"/>
              <a:t>Break us, melt us, </a:t>
            </a:r>
            <a:r>
              <a:rPr lang="en-US" dirty="0" err="1"/>
              <a:t>mould</a:t>
            </a:r>
            <a:r>
              <a:rPr lang="en-US" dirty="0"/>
              <a:t> us, fill us.</a:t>
            </a:r>
          </a:p>
          <a:p>
            <a:r>
              <a:rPr lang="en-US" dirty="0"/>
              <a:t>Spirit of the living God, fall afresh on me!</a:t>
            </a:r>
          </a:p>
          <a:p>
            <a:endParaRPr lang="en-US" dirty="0"/>
          </a:p>
          <a:p>
            <a:endParaRPr lang="en-US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247850"/>
      </p:ext>
    </p:extLst>
  </p:cSld>
  <p:clrMapOvr>
    <a:masterClrMapping/>
  </p:clrMapOvr>
</p:sld>
</file>

<file path=ppt/slides/slide1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300" dirty="0"/>
          </a:p>
          <a:p>
            <a:r>
              <a:rPr lang="en-US" dirty="0"/>
              <a:t>Spirit of the living God, </a:t>
            </a:r>
          </a:p>
          <a:p>
            <a:r>
              <a:rPr lang="en-US" dirty="0"/>
              <a:t>teach us how to pray ...</a:t>
            </a:r>
          </a:p>
          <a:p>
            <a:r>
              <a:rPr lang="en-US" dirty="0"/>
              <a:t>Break us, melt us, </a:t>
            </a:r>
            <a:r>
              <a:rPr lang="en-US" dirty="0" err="1"/>
              <a:t>mould</a:t>
            </a:r>
            <a:r>
              <a:rPr lang="en-US" dirty="0"/>
              <a:t> us, fill us.</a:t>
            </a:r>
          </a:p>
          <a:p>
            <a:r>
              <a:rPr lang="en-US" dirty="0"/>
              <a:t>Spirit of the living God, fall afresh on me!</a:t>
            </a:r>
          </a:p>
          <a:p>
            <a:endParaRPr lang="en-IN" dirty="0"/>
          </a:p>
          <a:p>
            <a:endParaRPr lang="en-US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046625"/>
      </p:ext>
    </p:extLst>
  </p:cSld>
  <p:clrMapOvr>
    <a:masterClrMapping/>
  </p:clrMapOvr>
</p:sld>
</file>

<file path=ppt/slides/slide1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300" dirty="0"/>
          </a:p>
          <a:p>
            <a:r>
              <a:rPr lang="en-US" dirty="0"/>
              <a:t>Spirit of the living God, </a:t>
            </a:r>
          </a:p>
          <a:p>
            <a:r>
              <a:rPr lang="en-US" dirty="0"/>
              <a:t>fill our hearts with love ...</a:t>
            </a:r>
          </a:p>
          <a:p>
            <a:r>
              <a:rPr lang="en-US" dirty="0"/>
              <a:t>Break us, melt us, </a:t>
            </a:r>
            <a:r>
              <a:rPr lang="en-US" dirty="0" err="1"/>
              <a:t>mould</a:t>
            </a:r>
            <a:r>
              <a:rPr lang="en-US" dirty="0"/>
              <a:t> us, fill us.</a:t>
            </a:r>
          </a:p>
          <a:p>
            <a:r>
              <a:rPr lang="en-US" dirty="0"/>
              <a:t>Spirit of the living God, fall afresh on me!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348284"/>
      </p:ext>
    </p:extLst>
  </p:cSld>
  <p:clrMapOvr>
    <a:masterClrMapping/>
  </p:clrMapOvr>
</p:sld>
</file>

<file path=ppt/slides/slide1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5" y="250651"/>
            <a:ext cx="11092546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364 - Star of the ocean &amp; gateway to heaven,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053737"/>
            <a:ext cx="11753537" cy="54276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 of the ocean and gateway to heaven,</a:t>
            </a:r>
          </a:p>
          <a:p>
            <a:r>
              <a:rPr lang="en-US" dirty="0"/>
              <a:t>Guide of the pilgrim and light of our way, </a:t>
            </a:r>
          </a:p>
          <a:p>
            <a:r>
              <a:rPr lang="en-US" dirty="0"/>
              <a:t>Save us from danger and lead us onward: </a:t>
            </a:r>
          </a:p>
          <a:p>
            <a:r>
              <a:rPr lang="en-US" dirty="0"/>
              <a:t>Mary, we trust in your care.</a:t>
            </a:r>
          </a:p>
          <a:p>
            <a:endParaRPr lang="en-IN" sz="2000" dirty="0"/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</a:t>
            </a:r>
            <a:r>
              <a:rPr lang="en-US" dirty="0" err="1"/>
              <a:t>ave</a:t>
            </a:r>
            <a:r>
              <a:rPr lang="en-US" dirty="0"/>
              <a:t> Maria. </a:t>
            </a:r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hail Mary full of grace!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564232"/>
      </p:ext>
    </p:extLst>
  </p:cSld>
  <p:clrMapOvr>
    <a:masterClrMapping/>
  </p:clrMapOvr>
</p:sld>
</file>

<file path=ppt/slides/slide1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Show us, O Mary, that you are our Mother, </a:t>
            </a:r>
          </a:p>
          <a:p>
            <a:r>
              <a:rPr lang="en-US" dirty="0"/>
              <a:t>Show to the rest of your offspring your Son, </a:t>
            </a:r>
          </a:p>
          <a:p>
            <a:r>
              <a:rPr lang="en-US" dirty="0"/>
              <a:t>Who by his dying and rising healed us: </a:t>
            </a:r>
          </a:p>
          <a:p>
            <a:r>
              <a:rPr lang="en-US" dirty="0"/>
              <a:t>Pouring new wine at your word.</a:t>
            </a:r>
          </a:p>
          <a:p>
            <a:endParaRPr lang="en-IN" sz="2000" dirty="0"/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</a:t>
            </a:r>
            <a:r>
              <a:rPr lang="en-US" dirty="0" err="1"/>
              <a:t>ave</a:t>
            </a:r>
            <a:r>
              <a:rPr lang="en-US" dirty="0"/>
              <a:t> Maria. </a:t>
            </a:r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hail Mary full of grace!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305691"/>
      </p:ext>
    </p:extLst>
  </p:cSld>
  <p:clrMapOvr>
    <a:masterClrMapping/>
  </p:clrMapOvr>
</p:sld>
</file>

<file path=ppt/slides/slide1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Guard us in danger, O blest among women, </a:t>
            </a:r>
          </a:p>
          <a:p>
            <a:r>
              <a:rPr lang="en-US" dirty="0"/>
              <a:t>Keep us from sin on our journey through life; </a:t>
            </a:r>
          </a:p>
          <a:p>
            <a:r>
              <a:rPr lang="en-US" dirty="0"/>
              <a:t>Till we reach </a:t>
            </a:r>
            <a:r>
              <a:rPr lang="en-US" dirty="0" err="1"/>
              <a:t>harbour</a:t>
            </a:r>
            <a:r>
              <a:rPr lang="en-US" dirty="0"/>
              <a:t> protect us, guide us:</a:t>
            </a:r>
          </a:p>
          <a:p>
            <a:r>
              <a:rPr lang="en-US" dirty="0"/>
              <a:t>Mary, bright star in the night!</a:t>
            </a:r>
          </a:p>
          <a:p>
            <a:endParaRPr lang="en-IN" sz="2000" dirty="0"/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</a:t>
            </a:r>
            <a:r>
              <a:rPr lang="en-US" dirty="0" err="1"/>
              <a:t>ave</a:t>
            </a:r>
            <a:r>
              <a:rPr lang="en-US" dirty="0"/>
              <a:t> Maria. </a:t>
            </a:r>
          </a:p>
          <a:p>
            <a:r>
              <a:rPr lang="en-US" dirty="0"/>
              <a:t>Ave, </a:t>
            </a:r>
            <a:r>
              <a:rPr lang="en-US" dirty="0" err="1"/>
              <a:t>ave</a:t>
            </a:r>
            <a:r>
              <a:rPr lang="en-US" dirty="0"/>
              <a:t>, hail Mary full of grace!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765662"/>
      </p:ext>
    </p:extLst>
  </p:cSld>
  <p:clrMapOvr>
    <a:masterClrMapping/>
  </p:clrMapOvr>
</p:sld>
</file>

<file path=ppt/slides/slide1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365 - Stay awake, the Master is coming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 awake, the Master is coming.</a:t>
            </a:r>
          </a:p>
          <a:p>
            <a:r>
              <a:rPr lang="en-US" dirty="0"/>
              <a:t>Be not asleep for all may be lost, </a:t>
            </a:r>
          </a:p>
          <a:p>
            <a:r>
              <a:rPr lang="en-US" dirty="0"/>
              <a:t>Stand ready, the Son of Man is coming </a:t>
            </a:r>
          </a:p>
          <a:p>
            <a:r>
              <a:rPr lang="en-US" dirty="0"/>
              <a:t>At a time we may least expect!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175137"/>
      </p:ext>
    </p:extLst>
  </p:cSld>
  <p:clrMapOvr>
    <a:masterClrMapping/>
  </p:clrMapOvr>
</p:sld>
</file>

<file path=ppt/slides/slide1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the way and clear the bye lanes </a:t>
            </a:r>
          </a:p>
          <a:p>
            <a:r>
              <a:rPr lang="en-US" dirty="0"/>
              <a:t>For our Lord and Master yet to come, </a:t>
            </a:r>
          </a:p>
          <a:p>
            <a:r>
              <a:rPr lang="en-US" dirty="0"/>
              <a:t>With open minds and grateful hearts </a:t>
            </a:r>
          </a:p>
          <a:p>
            <a:r>
              <a:rPr lang="en-US" dirty="0"/>
              <a:t>Let’s now repent our sinful past.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193945"/>
      </p:ext>
    </p:extLst>
  </p:cSld>
  <p:clrMapOvr>
    <a:masterClrMapping/>
  </p:clrMapOvr>
</p:sld>
</file>

<file path=ppt/slides/slide1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Master’s work proclaims his glory, </a:t>
            </a:r>
          </a:p>
          <a:p>
            <a:r>
              <a:rPr lang="en-US" dirty="0"/>
              <a:t>He has given sight to the blind, </a:t>
            </a:r>
          </a:p>
          <a:p>
            <a:r>
              <a:rPr lang="en-US" dirty="0"/>
              <a:t>The deafened ears have been unsealed, </a:t>
            </a:r>
          </a:p>
          <a:p>
            <a:r>
              <a:rPr lang="en-US" dirty="0"/>
              <a:t>The lame have leapt and sung for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529721"/>
      </p:ext>
    </p:extLst>
  </p:cSld>
  <p:clrMapOvr>
    <a:masterClrMapping/>
  </p:clrMapOvr>
</p:sld>
</file>

<file path=ppt/slides/slide1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“Forgive”, he says, “all those who hurt you, </a:t>
            </a:r>
          </a:p>
          <a:p>
            <a:r>
              <a:rPr lang="en-US" dirty="0"/>
              <a:t>Love instead as God’s good children should, </a:t>
            </a:r>
          </a:p>
          <a:p>
            <a:r>
              <a:rPr lang="en-US" dirty="0"/>
              <a:t>Don’t be their judge lest you be judged, </a:t>
            </a:r>
          </a:p>
          <a:p>
            <a:r>
              <a:rPr lang="en-US" dirty="0"/>
              <a:t>As God alone can judge us all.”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307063"/>
      </p:ext>
    </p:extLst>
  </p:cSld>
  <p:clrMapOvr>
    <a:masterClrMapping/>
  </p:clrMapOvr>
</p:sld>
</file>

<file path=ppt/slides/slide1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love them all who are around us, </a:t>
            </a:r>
          </a:p>
          <a:p>
            <a:r>
              <a:rPr lang="en-US" dirty="0"/>
              <a:t>Most of all the poorest of the poor, </a:t>
            </a:r>
          </a:p>
          <a:p>
            <a:r>
              <a:rPr lang="en-US" dirty="0"/>
              <a:t>By this we’ll bring a ray of hope </a:t>
            </a:r>
          </a:p>
          <a:p>
            <a:r>
              <a:rPr lang="en-US" dirty="0"/>
              <a:t>And joy into their saddened hearts.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606348"/>
      </p:ext>
    </p:extLst>
  </p:cSld>
  <p:clrMapOvr>
    <a:masterClrMapping/>
  </p:clrMapOvr>
</p:sld>
</file>

<file path=ppt/slides/slide1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366 - Sweet sacrament divine,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Sweet sacrament divine, hid in Thy earthly home, </a:t>
            </a:r>
          </a:p>
          <a:p>
            <a:r>
              <a:rPr lang="en-US" dirty="0"/>
              <a:t>Lo! round Thy lowly shrine, </a:t>
            </a:r>
          </a:p>
          <a:p>
            <a:r>
              <a:rPr lang="en-US" dirty="0"/>
              <a:t>with suppliant heart we come,</a:t>
            </a:r>
          </a:p>
          <a:p>
            <a:r>
              <a:rPr lang="en-US" dirty="0"/>
              <a:t>Jesus, to Thee our voice we raise, </a:t>
            </a:r>
          </a:p>
          <a:p>
            <a:r>
              <a:rPr lang="en-US" dirty="0"/>
              <a:t>In songs of love and heartfelt praise,         </a:t>
            </a:r>
          </a:p>
          <a:p>
            <a:r>
              <a:rPr lang="en-US" dirty="0"/>
              <a:t>Sweet Sacrament Divine, </a:t>
            </a:r>
          </a:p>
          <a:p>
            <a:r>
              <a:rPr lang="en-US" dirty="0"/>
              <a:t>Sweet Sacrament of peace.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945073"/>
      </p:ext>
    </p:extLst>
  </p:cSld>
  <p:clrMapOvr>
    <a:masterClrMapping/>
  </p:clrMapOvr>
</p:sld>
</file>

<file path=ppt/slides/slide1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Sweet Sacrament of peace, </a:t>
            </a:r>
          </a:p>
          <a:p>
            <a:r>
              <a:rPr lang="en-US" dirty="0"/>
              <a:t>dear home of every heart, </a:t>
            </a:r>
          </a:p>
          <a:p>
            <a:r>
              <a:rPr lang="en-US" dirty="0"/>
              <a:t>Where restless yearnings cease, </a:t>
            </a:r>
          </a:p>
          <a:p>
            <a:r>
              <a:rPr lang="en-US" dirty="0"/>
              <a:t>and sorrows all depart.</a:t>
            </a:r>
          </a:p>
          <a:p>
            <a:r>
              <a:rPr lang="en-US" dirty="0"/>
              <a:t>There in </a:t>
            </a:r>
            <a:r>
              <a:rPr lang="en-US" dirty="0" err="1"/>
              <a:t>Thine</a:t>
            </a:r>
            <a:r>
              <a:rPr lang="en-US" dirty="0"/>
              <a:t> ear, all trustfully, </a:t>
            </a:r>
          </a:p>
          <a:p>
            <a:r>
              <a:rPr lang="en-US" dirty="0"/>
              <a:t>We tell our tale of misery,</a:t>
            </a:r>
          </a:p>
          <a:p>
            <a:r>
              <a:rPr lang="en-US" dirty="0"/>
              <a:t>Sweet Sacrament of peace, </a:t>
            </a:r>
          </a:p>
          <a:p>
            <a:r>
              <a:rPr lang="en-US" dirty="0"/>
              <a:t>Sweet Sacrament of peace.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29425"/>
      </p:ext>
    </p:extLst>
  </p:cSld>
  <p:clrMapOvr>
    <a:masterClrMapping/>
  </p:clrMapOvr>
</p:sld>
</file>

<file path=ppt/slides/slide1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Sweet Sacrament of Rest, </a:t>
            </a:r>
          </a:p>
          <a:p>
            <a:r>
              <a:rPr lang="en-US" dirty="0"/>
              <a:t>ark from the ocean’s roar, </a:t>
            </a:r>
          </a:p>
          <a:p>
            <a:r>
              <a:rPr lang="en-US" dirty="0"/>
              <a:t>Within Thy shelter blest, </a:t>
            </a:r>
          </a:p>
          <a:p>
            <a:r>
              <a:rPr lang="en-US" dirty="0"/>
              <a:t>soon may we reach the shore. </a:t>
            </a:r>
          </a:p>
          <a:p>
            <a:r>
              <a:rPr lang="en-US" dirty="0"/>
              <a:t>Save us, for still the tempest raves; </a:t>
            </a:r>
          </a:p>
          <a:p>
            <a:r>
              <a:rPr lang="en-US" dirty="0"/>
              <a:t>Save, lest we sink beneath the waves. </a:t>
            </a:r>
          </a:p>
          <a:p>
            <a:r>
              <a:rPr lang="en-US" dirty="0"/>
              <a:t>Sweet Sacrament of Rest, </a:t>
            </a:r>
          </a:p>
          <a:p>
            <a:r>
              <a:rPr lang="en-US" dirty="0"/>
              <a:t>Sweet Sacrament of Rest.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058693"/>
      </p:ext>
    </p:extLst>
  </p:cSld>
  <p:clrMapOvr>
    <a:masterClrMapping/>
  </p:clrMapOvr>
</p:sld>
</file>

<file path=ppt/slides/slide1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Sweet Sacrament Divine, earth’s light and jubilee,</a:t>
            </a:r>
          </a:p>
          <a:p>
            <a:r>
              <a:rPr lang="en-IN" dirty="0"/>
              <a:t>In Thy far depths doth shine </a:t>
            </a:r>
          </a:p>
          <a:p>
            <a:r>
              <a:rPr lang="en-IN" dirty="0"/>
              <a:t>Thy Godhead’s Majesty.</a:t>
            </a:r>
          </a:p>
          <a:p>
            <a:r>
              <a:rPr lang="en-IN" dirty="0"/>
              <a:t>Sweet Light, so shine on us, we pray,</a:t>
            </a:r>
          </a:p>
          <a:p>
            <a:r>
              <a:rPr lang="en-IN" dirty="0"/>
              <a:t>That earthly joys may fade away,</a:t>
            </a:r>
          </a:p>
          <a:p>
            <a:r>
              <a:rPr lang="en-IN" dirty="0"/>
              <a:t>Sweet Sacrament Divine, Sweet Sacrament Divine.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529609"/>
      </p:ext>
    </p:extLst>
  </p:cSld>
  <p:clrMapOvr>
    <a:masterClrMapping/>
  </p:clrMapOvr>
</p:sld>
</file>

<file path=ppt/slides/slide1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367 - Take and eat; this is my body.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and eat; this is my body. </a:t>
            </a:r>
          </a:p>
          <a:p>
            <a:r>
              <a:rPr lang="en-US" dirty="0"/>
              <a:t>Take and drink for this is my blood.</a:t>
            </a:r>
          </a:p>
          <a:p>
            <a:endParaRPr lang="en-US" dirty="0"/>
          </a:p>
          <a:p>
            <a:r>
              <a:rPr lang="en-US" dirty="0"/>
              <a:t>Gather at the altar, share the holy bread, </a:t>
            </a:r>
          </a:p>
          <a:p>
            <a:r>
              <a:rPr lang="en-US" dirty="0"/>
              <a:t>Join in celebration of the words He said: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936560"/>
      </p:ext>
    </p:extLst>
  </p:cSld>
  <p:clrMapOvr>
    <a:masterClrMapping/>
  </p:clrMapOvr>
</p:sld>
</file>

<file path=ppt/slides/slide1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all invited to the sacred meal;</a:t>
            </a:r>
          </a:p>
          <a:p>
            <a:r>
              <a:rPr lang="en-US" dirty="0"/>
              <a:t>Food and drink he offers all our sins to heal.</a:t>
            </a:r>
          </a:p>
          <a:p>
            <a:endParaRPr lang="en-US" dirty="0"/>
          </a:p>
          <a:p>
            <a:r>
              <a:rPr lang="en-US" dirty="0"/>
              <a:t>By the bread I give you, life will be restored. </a:t>
            </a:r>
          </a:p>
          <a:p>
            <a:r>
              <a:rPr lang="en-US" dirty="0"/>
              <a:t>You will be my people, I will be your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450931"/>
      </p:ext>
    </p:extLst>
  </p:cSld>
  <p:clrMapOvr>
    <a:masterClrMapping/>
  </p:clrMapOvr>
</p:sld>
</file>

<file path=ppt/slides/slide1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cup I offer, know that you are mine, </a:t>
            </a:r>
          </a:p>
          <a:p>
            <a:r>
              <a:rPr lang="en-US" dirty="0"/>
              <a:t>Know that I am with you to the end of time</a:t>
            </a:r>
          </a:p>
          <a:p>
            <a:endParaRPr lang="en-IN" dirty="0"/>
          </a:p>
          <a:p>
            <a:r>
              <a:rPr lang="en-US" dirty="0"/>
              <a:t>We must now pass over from the land of sin, </a:t>
            </a:r>
          </a:p>
          <a:p>
            <a:r>
              <a:rPr lang="en-US" dirty="0"/>
              <a:t>Let the Holy Spirit write his law within.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870574"/>
      </p:ext>
    </p:extLst>
  </p:cSld>
  <p:clrMapOvr>
    <a:masterClrMapping/>
  </p:clrMapOvr>
</p:sld>
</file>

<file path=ppt/slides/slide1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share this supper, </a:t>
            </a:r>
          </a:p>
          <a:p>
            <a:r>
              <a:rPr lang="en-US" dirty="0"/>
              <a:t>when you drink this wine, </a:t>
            </a:r>
          </a:p>
          <a:p>
            <a:r>
              <a:rPr lang="en-US" dirty="0"/>
              <a:t>You proclaim my dying till the end of time.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226538"/>
      </p:ext>
    </p:extLst>
  </p:cSld>
  <p:clrMapOvr>
    <a:masterClrMapping/>
  </p:clrMapOvr>
</p:sld>
</file>

<file path=ppt/slides/slide1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368 - Take and receive, O Lord, my liberty,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and receive, O Lord, my liberty,</a:t>
            </a:r>
          </a:p>
          <a:p>
            <a:r>
              <a:rPr lang="en-US" dirty="0"/>
              <a:t>Take all my will, my mind, my memory,</a:t>
            </a:r>
          </a:p>
          <a:p>
            <a:r>
              <a:rPr lang="en-US" dirty="0"/>
              <a:t>Do thou direct and govern all and sway, </a:t>
            </a:r>
          </a:p>
          <a:p>
            <a:r>
              <a:rPr lang="en-US" dirty="0"/>
              <a:t>Do what thou wilt; command and I obey.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211599"/>
      </p:ext>
    </p:extLst>
  </p:cSld>
  <p:clrMapOvr>
    <a:masterClrMapping/>
  </p:clrMapOvr>
</p:sld>
</file>

<file path=ppt/slides/slide1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thy grace and love on me bestow, </a:t>
            </a:r>
          </a:p>
          <a:p>
            <a:r>
              <a:rPr lang="en-US" dirty="0"/>
              <a:t>Possessing these, all riches I forego.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941992"/>
      </p:ext>
    </p:extLst>
  </p:cSld>
  <p:clrMapOvr>
    <a:masterClrMapping/>
  </p:clrMapOvr>
</p:sld>
</file>

<file path=ppt/slides/slide1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things I hold, and all I own, are </a:t>
            </a:r>
            <a:r>
              <a:rPr lang="en-US" dirty="0" err="1"/>
              <a:t>thine</a:t>
            </a:r>
            <a:r>
              <a:rPr lang="en-US" dirty="0"/>
              <a:t>;</a:t>
            </a:r>
          </a:p>
          <a:p>
            <a:r>
              <a:rPr lang="en-US" dirty="0" err="1"/>
              <a:t>Thine</a:t>
            </a:r>
            <a:r>
              <a:rPr lang="en-US" dirty="0"/>
              <a:t> was the gift, to thee I all resign. </a:t>
            </a:r>
          </a:p>
          <a:p>
            <a:r>
              <a:rPr lang="en-US" dirty="0"/>
              <a:t>Do thou direct and govern all and sway, </a:t>
            </a:r>
          </a:p>
          <a:p>
            <a:r>
              <a:rPr lang="en-US" dirty="0"/>
              <a:t>Do what thou wilt, command and I obey.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408992"/>
      </p:ext>
    </p:extLst>
  </p:cSld>
  <p:clrMapOvr>
    <a:masterClrMapping/>
  </p:clrMapOvr>
</p:sld>
</file>

<file path=ppt/slides/slide1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thy grace and love on me bestow, </a:t>
            </a:r>
          </a:p>
          <a:p>
            <a:r>
              <a:rPr lang="en-US" dirty="0"/>
              <a:t>Possessing these, all riches I forego.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883794"/>
      </p:ext>
    </p:extLst>
  </p:cSld>
  <p:clrMapOvr>
    <a:masterClrMapping/>
  </p:clrMapOvr>
</p:sld>
</file>

<file path=ppt/slides/slide1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91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369 - Take, eat, this is my body, </a:t>
            </a:r>
            <a:br>
              <a:rPr lang="en-US" sz="4400" dirty="0"/>
            </a:br>
            <a:r>
              <a:rPr lang="en-US" sz="4400" dirty="0"/>
              <a:t>broken for you.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98027"/>
            <a:ext cx="11753537" cy="4389120"/>
          </a:xfrm>
        </p:spPr>
        <p:txBody>
          <a:bodyPr/>
          <a:lstStyle/>
          <a:p>
            <a:r>
              <a:rPr lang="en-US" dirty="0"/>
              <a:t>Take, eat, this is my body, broken for you.</a:t>
            </a:r>
          </a:p>
          <a:p>
            <a:r>
              <a:rPr lang="en-US" dirty="0"/>
              <a:t>Take this and drink, the blood I have shed </a:t>
            </a:r>
          </a:p>
          <a:p>
            <a:r>
              <a:rPr lang="en-US" dirty="0"/>
              <a:t>Eat of my flesh and live, </a:t>
            </a:r>
          </a:p>
          <a:p>
            <a:r>
              <a:rPr lang="en-US" dirty="0"/>
              <a:t>Drink of this covenant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616140"/>
      </p:ext>
    </p:extLst>
  </p:cSld>
  <p:clrMapOvr>
    <a:masterClrMapping/>
  </p:clrMapOvr>
</p:sld>
</file>

<file path=ppt/slides/slide1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blood was shed for many healing your sin.</a:t>
            </a:r>
          </a:p>
          <a:p>
            <a:r>
              <a:rPr lang="en-US" dirty="0"/>
              <a:t>And if you live in spirit and truth </a:t>
            </a:r>
          </a:p>
          <a:p>
            <a:r>
              <a:rPr lang="en-US" dirty="0"/>
              <a:t>You shall be free indeed, </a:t>
            </a:r>
          </a:p>
          <a:p>
            <a:r>
              <a:rPr lang="en-US" dirty="0"/>
              <a:t>You shall be free indeed.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860772"/>
      </p:ext>
    </p:extLst>
  </p:cSld>
  <p:clrMapOvr>
    <a:masterClrMapping/>
  </p:clrMapOvr>
</p:sld>
</file>

<file path=ppt/slides/slide1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like crimson </a:t>
            </a:r>
          </a:p>
          <a:p>
            <a:r>
              <a:rPr lang="en-US" dirty="0"/>
              <a:t>and scarlet be all your sins, </a:t>
            </a:r>
          </a:p>
          <a:p>
            <a:r>
              <a:rPr lang="en-US" dirty="0"/>
              <a:t>They shall be white, white, whiter than snow, </a:t>
            </a:r>
          </a:p>
          <a:p>
            <a:r>
              <a:rPr lang="en-US" dirty="0"/>
              <a:t>They shall become as wool, </a:t>
            </a:r>
          </a:p>
          <a:p>
            <a:r>
              <a:rPr lang="en-US" dirty="0"/>
              <a:t>They shall become as wool.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975810"/>
      </p:ext>
    </p:extLst>
  </p:cSld>
  <p:clrMapOvr>
    <a:masterClrMapping/>
  </p:clrMapOvr>
</p:sld>
</file>

<file path=ppt/slides/slide1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be great be the servant of all;</a:t>
            </a:r>
          </a:p>
          <a:p>
            <a:r>
              <a:rPr lang="en-US" dirty="0"/>
              <a:t>For if Christ Jesus, Master and Lord,</a:t>
            </a:r>
          </a:p>
          <a:p>
            <a:r>
              <a:rPr lang="en-US" dirty="0"/>
              <a:t>Deigned to wash our feet, </a:t>
            </a:r>
          </a:p>
          <a:p>
            <a:r>
              <a:rPr lang="en-US" dirty="0"/>
              <a:t>We must serve others too.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064846"/>
      </p:ext>
    </p:extLst>
  </p:cSld>
  <p:clrMapOvr>
    <a:masterClrMapping/>
  </p:clrMapOvr>
</p:sld>
</file>

<file path=ppt/slides/slide1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God so loved the world he gave us his Son</a:t>
            </a:r>
          </a:p>
          <a:p>
            <a:r>
              <a:rPr lang="en-US" dirty="0"/>
              <a:t>That whosoever has faith in him </a:t>
            </a:r>
          </a:p>
          <a:p>
            <a:r>
              <a:rPr lang="en-US" dirty="0"/>
              <a:t>May gain eternal life, </a:t>
            </a:r>
          </a:p>
          <a:p>
            <a:r>
              <a:rPr lang="en-US" dirty="0"/>
              <a:t>May gain eternal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926758"/>
      </p:ext>
    </p:extLst>
  </p:cSld>
  <p:clrMapOvr>
    <a:masterClrMapping/>
  </p:clrMapOvr>
</p:sld>
</file>

<file path=ppt/slides/slide1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26" y="294192"/>
            <a:ext cx="10787743" cy="561202"/>
          </a:xfrm>
        </p:spPr>
        <p:txBody>
          <a:bodyPr>
            <a:noAutofit/>
          </a:bodyPr>
          <a:lstStyle/>
          <a:p>
            <a:r>
              <a:rPr lang="en-US" sz="4400" dirty="0"/>
              <a:t>370 - Take my life, O Lord, and ever let it stay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my life, O Lord, and ever let it stay </a:t>
            </a:r>
          </a:p>
          <a:p>
            <a:r>
              <a:rPr lang="en-US" dirty="0"/>
              <a:t>Consecrated to your care.</a:t>
            </a:r>
          </a:p>
          <a:p>
            <a:r>
              <a:rPr lang="en-US" dirty="0"/>
              <a:t>Take my life and give me your life abundantly. </a:t>
            </a:r>
          </a:p>
          <a:p>
            <a:r>
              <a:rPr lang="en-US" dirty="0"/>
              <a:t>Make it beautiful in service, </a:t>
            </a:r>
          </a:p>
          <a:p>
            <a:r>
              <a:rPr lang="en-US" dirty="0"/>
              <a:t>beautiful and free.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858013"/>
      </p:ext>
    </p:extLst>
  </p:cSld>
  <p:clrMapOvr>
    <a:masterClrMapping/>
  </p:clrMapOvr>
</p:sld>
</file>

<file path=ppt/slides/slide1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my hands </a:t>
            </a:r>
          </a:p>
          <a:p>
            <a:r>
              <a:rPr lang="en-US" dirty="0"/>
              <a:t>the channels of your love. </a:t>
            </a:r>
          </a:p>
          <a:p>
            <a:r>
              <a:rPr lang="en-US" dirty="0"/>
              <a:t>And may my feet walk in your way, </a:t>
            </a:r>
          </a:p>
          <a:p>
            <a:r>
              <a:rPr lang="en-US" dirty="0"/>
              <a:t>Take my voice and let it sing a song of praise. </a:t>
            </a:r>
          </a:p>
          <a:p>
            <a:r>
              <a:rPr lang="en-US" dirty="0"/>
              <a:t>From my lips may your word overflow.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88329"/>
      </p:ext>
    </p:extLst>
  </p:cSld>
  <p:clrMapOvr>
    <a:masterClrMapping/>
  </p:clrMapOvr>
</p:sld>
</file>

<file path=ppt/slides/slide1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my life, O Lord, and ever let it stay </a:t>
            </a:r>
          </a:p>
          <a:p>
            <a:r>
              <a:rPr lang="en-US" dirty="0"/>
              <a:t>Consecrated to your care.</a:t>
            </a:r>
          </a:p>
          <a:p>
            <a:r>
              <a:rPr lang="en-US" dirty="0"/>
              <a:t>Take my life and give me your life abundantly. </a:t>
            </a:r>
          </a:p>
          <a:p>
            <a:r>
              <a:rPr lang="en-US" dirty="0"/>
              <a:t>Make it beautiful in service, </a:t>
            </a:r>
          </a:p>
          <a:p>
            <a:r>
              <a:rPr lang="en-US" dirty="0"/>
              <a:t>beautiful and free.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420065"/>
      </p:ext>
    </p:extLst>
  </p:cSld>
  <p:clrMapOvr>
    <a:masterClrMapping/>
  </p:clrMapOvr>
</p:sld>
</file>

<file path=ppt/slides/slide1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you I bring my intellect and will. </a:t>
            </a:r>
          </a:p>
          <a:p>
            <a:r>
              <a:rPr lang="en-US" dirty="0"/>
              <a:t>Lord, take my heart, make it your own. </a:t>
            </a:r>
          </a:p>
          <a:p>
            <a:r>
              <a:rPr lang="en-US" dirty="0"/>
              <a:t>Take my energy, my silver and my gold.</a:t>
            </a:r>
          </a:p>
          <a:p>
            <a:r>
              <a:rPr lang="en-US" dirty="0"/>
              <a:t>In exchange I will treasure your word.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535578"/>
      </p:ext>
    </p:extLst>
  </p:cSld>
  <p:clrMapOvr>
    <a:masterClrMapping/>
  </p:clrMapOvr>
</p:sld>
</file>

<file path=ppt/slides/slide1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my life, O Lord, and ever let it stay </a:t>
            </a:r>
          </a:p>
          <a:p>
            <a:r>
              <a:rPr lang="en-US" dirty="0"/>
              <a:t>Consecrated to your care.</a:t>
            </a:r>
          </a:p>
          <a:p>
            <a:r>
              <a:rPr lang="en-US" dirty="0"/>
              <a:t>Take my life and give me your life abundantly. </a:t>
            </a:r>
          </a:p>
          <a:p>
            <a:r>
              <a:rPr lang="en-US" dirty="0"/>
              <a:t>Make it beautiful in service, </a:t>
            </a:r>
          </a:p>
          <a:p>
            <a:r>
              <a:rPr lang="en-US" dirty="0"/>
              <a:t>beautiful and free.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41831"/>
      </p:ext>
    </p:extLst>
  </p:cSld>
  <p:clrMapOvr>
    <a:masterClrMapping/>
  </p:clrMapOvr>
</p:sld>
</file>

<file path=ppt/slides/slide1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make my body a living sacrifice. </a:t>
            </a:r>
          </a:p>
          <a:p>
            <a:r>
              <a:rPr lang="en-US" dirty="0"/>
              <a:t>Take and anoint it with your love.</a:t>
            </a:r>
          </a:p>
          <a:p>
            <a:r>
              <a:rPr lang="en-US" dirty="0"/>
              <a:t>Let me worship you in spirit and in truth.</a:t>
            </a:r>
          </a:p>
          <a:p>
            <a:r>
              <a:rPr lang="en-US" dirty="0"/>
              <a:t>By your touch may my life be renewed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721486"/>
      </p:ext>
    </p:extLst>
  </p:cSld>
  <p:clrMapOvr>
    <a:masterClrMapping/>
  </p:clrMapOvr>
</p:sld>
</file>

<file path=ppt/slides/slide1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my life, O Lord, and ever let it stay </a:t>
            </a:r>
          </a:p>
          <a:p>
            <a:r>
              <a:rPr lang="en-US" dirty="0"/>
              <a:t>Consecrated to your care.</a:t>
            </a:r>
          </a:p>
          <a:p>
            <a:r>
              <a:rPr lang="en-US" dirty="0"/>
              <a:t>Take my life and give me your life abundantly. </a:t>
            </a:r>
          </a:p>
          <a:p>
            <a:r>
              <a:rPr lang="en-US" dirty="0"/>
              <a:t>Make it beautiful in service, </a:t>
            </a:r>
          </a:p>
          <a:p>
            <a:r>
              <a:rPr lang="en-US" dirty="0"/>
              <a:t>beautiful and free.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15374"/>
      </p:ext>
    </p:extLst>
  </p:cSld>
  <p:clrMapOvr>
    <a:masterClrMapping/>
  </p:clrMapOvr>
</p:sld>
</file>

<file path=ppt/slides/slide1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371 - Take Our Bread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our bread, we ask you, </a:t>
            </a:r>
          </a:p>
          <a:p>
            <a:r>
              <a:rPr lang="en-US" dirty="0"/>
              <a:t>take our hearts, we love you, </a:t>
            </a:r>
          </a:p>
          <a:p>
            <a:r>
              <a:rPr lang="en-US" dirty="0"/>
              <a:t>Take our lives, </a:t>
            </a:r>
          </a:p>
          <a:p>
            <a:r>
              <a:rPr lang="en-US" dirty="0"/>
              <a:t>O Father, we are yours, we are yours.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969967"/>
      </p:ext>
    </p:extLst>
  </p:cSld>
  <p:clrMapOvr>
    <a:masterClrMapping/>
  </p:clrMapOvr>
</p:sld>
</file>

<file path=ppt/slides/slide1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Yours as we stand at the table you set,</a:t>
            </a:r>
          </a:p>
          <a:p>
            <a:r>
              <a:rPr lang="en-US" dirty="0"/>
              <a:t>Yours as we eat the bread </a:t>
            </a:r>
          </a:p>
          <a:p>
            <a:r>
              <a:rPr lang="en-US" dirty="0"/>
              <a:t>our hearts can’t forget.</a:t>
            </a:r>
          </a:p>
          <a:p>
            <a:r>
              <a:rPr lang="en-US" dirty="0"/>
              <a:t>We are the signs of your life with us yet:</a:t>
            </a:r>
          </a:p>
          <a:p>
            <a:r>
              <a:rPr lang="en-US" dirty="0"/>
              <a:t>We are yours, we are yours.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614273"/>
      </p:ext>
    </p:extLst>
  </p:cSld>
  <p:clrMapOvr>
    <a:masterClrMapping/>
  </p:clrMapOvr>
</p:sld>
</file>

<file path=ppt/slides/slide1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our bread, we ask you, </a:t>
            </a:r>
          </a:p>
          <a:p>
            <a:r>
              <a:rPr lang="en-US" dirty="0"/>
              <a:t>take our hearts, we love you, </a:t>
            </a:r>
          </a:p>
          <a:p>
            <a:r>
              <a:rPr lang="en-US" dirty="0"/>
              <a:t>Take our lives, </a:t>
            </a:r>
          </a:p>
          <a:p>
            <a:r>
              <a:rPr lang="en-US" dirty="0"/>
              <a:t>O Father, we are yours, we are yours.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910927"/>
      </p:ext>
    </p:extLst>
  </p:cSld>
  <p:clrMapOvr>
    <a:masterClrMapping/>
  </p:clrMapOvr>
</p:sld>
</file>

<file path=ppt/slides/slide1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holy people stand washed in your blood,</a:t>
            </a:r>
          </a:p>
          <a:p>
            <a:r>
              <a:rPr lang="en-US" dirty="0"/>
              <a:t>Spirit filled, yet hungry we await your food,</a:t>
            </a:r>
          </a:p>
          <a:p>
            <a:r>
              <a:rPr lang="en-US" dirty="0"/>
              <a:t>Poor though we are we have brought ourselves to you:</a:t>
            </a:r>
          </a:p>
          <a:p>
            <a:r>
              <a:rPr lang="en-US" dirty="0"/>
              <a:t>We are yours, we are yours.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973895"/>
      </p:ext>
    </p:extLst>
  </p:cSld>
  <p:clrMapOvr>
    <a:masterClrMapping/>
  </p:clrMapOvr>
</p:sld>
</file>

<file path=ppt/slides/slide1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our bread, we ask you, </a:t>
            </a:r>
          </a:p>
          <a:p>
            <a:r>
              <a:rPr lang="en-US" dirty="0"/>
              <a:t>take our hearts, we love you, </a:t>
            </a:r>
          </a:p>
          <a:p>
            <a:r>
              <a:rPr lang="en-US" dirty="0"/>
              <a:t>Take our lives, </a:t>
            </a:r>
          </a:p>
          <a:p>
            <a:r>
              <a:rPr lang="en-US" dirty="0"/>
              <a:t>O Father, we are yours, we are yours.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15752"/>
      </p:ext>
    </p:extLst>
  </p:cSld>
  <p:clrMapOvr>
    <a:masterClrMapping/>
  </p:clrMapOvr>
</p:sld>
</file>

<file path=ppt/slides/slide1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0" y="31596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372 - Take this and eat it, for this is my body.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r>
              <a:rPr lang="en-US" dirty="0"/>
              <a:t>Taste and see that the Lord is all goodness. </a:t>
            </a:r>
          </a:p>
          <a:p>
            <a:r>
              <a:rPr lang="en-US" dirty="0"/>
              <a:t>Happy those who take refuge in Him.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139909"/>
      </p:ext>
    </p:extLst>
  </p:cSld>
  <p:clrMapOvr>
    <a:masterClrMapping/>
  </p:clrMapOvr>
</p:sld>
</file>

<file path=ppt/slides/slide1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Come to Me, you who are heavy laden; </a:t>
            </a:r>
          </a:p>
          <a:p>
            <a:r>
              <a:rPr lang="en-US" dirty="0"/>
              <a:t>Take my yoke, for my burden is light.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26092"/>
      </p:ext>
    </p:extLst>
  </p:cSld>
  <p:clrMapOvr>
    <a:masterClrMapping/>
  </p:clrMapOvr>
</p:sld>
</file>

<file path=ppt/slides/slide1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When you eat and you drink at this table</a:t>
            </a:r>
          </a:p>
          <a:p>
            <a:r>
              <a:rPr lang="en-US" dirty="0"/>
              <a:t>Jesus’ death you proclaim till he comes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713624"/>
      </p:ext>
    </p:extLst>
  </p:cSld>
  <p:clrMapOvr>
    <a:masterClrMapping/>
  </p:clrMapOvr>
</p:sld>
</file>

<file path=ppt/slides/slide1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Eat, you poor, and be filled, you afflicted. </a:t>
            </a:r>
          </a:p>
          <a:p>
            <a:r>
              <a:rPr lang="en-US" dirty="0"/>
              <a:t>Those who seek him, give praise to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332216"/>
      </p:ext>
    </p:extLst>
  </p:cSld>
  <p:clrMapOvr>
    <a:masterClrMapping/>
  </p:clrMapOvr>
</p:sld>
</file>

<file path=ppt/slides/slide1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Come, be filled as you sit at my table.</a:t>
            </a:r>
          </a:p>
          <a:p>
            <a:r>
              <a:rPr lang="en-US" dirty="0"/>
              <a:t>Quench your thirst as you drink of my wine.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001525"/>
      </p:ext>
    </p:extLst>
  </p:cSld>
  <p:clrMapOvr>
    <a:masterClrMapping/>
  </p:clrMapOvr>
</p:sld>
</file>

<file path=ppt/slides/slide1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You who eat, </a:t>
            </a:r>
          </a:p>
          <a:p>
            <a:r>
              <a:rPr lang="en-US" dirty="0"/>
              <a:t>break your bread with the hungry. </a:t>
            </a:r>
          </a:p>
          <a:p>
            <a:r>
              <a:rPr lang="en-US" dirty="0"/>
              <a:t>You who drink of his Spirit, give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232259"/>
      </p:ext>
    </p:extLst>
  </p:cSld>
  <p:clrMapOvr>
    <a:masterClrMapping/>
  </p:clrMapOvr>
</p:sld>
</file>

<file path=ppt/slides/slide1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Beautiful is the place of your dwelling; </a:t>
            </a:r>
          </a:p>
          <a:p>
            <a:r>
              <a:rPr lang="en-US" dirty="0"/>
              <a:t>How my soul longs for you, O my God.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1599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793090"/>
      </p:ext>
    </p:extLst>
  </p:cSld>
  <p:clrMapOvr>
    <a:masterClrMapping/>
  </p:clrMapOvr>
</p:sld>
</file>

<file path=ppt/slides/slide1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this and eat it, for this is my body.</a:t>
            </a:r>
          </a:p>
          <a:p>
            <a:r>
              <a:rPr lang="en-US" dirty="0"/>
              <a:t>Take this and drink it, for this is my blood.</a:t>
            </a:r>
          </a:p>
          <a:p>
            <a:endParaRPr lang="en-US" dirty="0"/>
          </a:p>
          <a:p>
            <a:r>
              <a:rPr lang="en-US" dirty="0"/>
              <a:t>See, how good and delightful that people </a:t>
            </a:r>
          </a:p>
          <a:p>
            <a:r>
              <a:rPr lang="en-US" dirty="0"/>
              <a:t>Share this meal to bring unity.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078383"/>
      </p:ext>
    </p:extLst>
  </p:cSld>
  <p:clrMapOvr>
    <a:masterClrMapping/>
  </p:clrMapOvr>
</p:sld>
</file>

<file path=ppt/slides/slide1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373 - Take thou the offering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thou the offering Thy children make,</a:t>
            </a:r>
          </a:p>
          <a:p>
            <a:r>
              <a:rPr lang="en-US" dirty="0"/>
              <a:t>All united for Thy name’s sake.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988925"/>
      </p:ext>
    </p:extLst>
  </p:cSld>
  <p:clrMapOvr>
    <a:masterClrMapping/>
  </p:clrMapOvr>
</p:sld>
</file>

<file path=ppt/slides/slide1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Heavenly Father, almighty God, </a:t>
            </a:r>
          </a:p>
          <a:p>
            <a:r>
              <a:rPr lang="en-US" dirty="0"/>
              <a:t>We offer Thee this sacrifice.</a:t>
            </a:r>
          </a:p>
          <a:p>
            <a:r>
              <a:rPr lang="en-US" dirty="0"/>
              <a:t>Show to us thy mercy, O Lord, </a:t>
            </a:r>
          </a:p>
          <a:p>
            <a:r>
              <a:rPr lang="en-US" dirty="0"/>
              <a:t>Forgive us the sins of all our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82033"/>
      </p:ext>
    </p:extLst>
  </p:cSld>
  <p:clrMapOvr>
    <a:masterClrMapping/>
  </p:clrMapOvr>
</p:sld>
</file>

<file path=ppt/slides/slide1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thee, O Lord, our joy we give, </a:t>
            </a:r>
          </a:p>
          <a:p>
            <a:r>
              <a:rPr lang="en-US" dirty="0"/>
              <a:t>Our weariness, our work and woe, </a:t>
            </a:r>
          </a:p>
          <a:p>
            <a:r>
              <a:rPr lang="en-US" dirty="0"/>
              <a:t>The anxious moments that we live; </a:t>
            </a:r>
          </a:p>
          <a:p>
            <a:r>
              <a:rPr lang="en-US" dirty="0"/>
              <a:t>Lighten our burden as we go.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46884"/>
      </p:ext>
    </p:extLst>
  </p:cSld>
  <p:clrMapOvr>
    <a:masterClrMapping/>
  </p:clrMapOvr>
</p:sld>
</file>

<file path=ppt/slides/slide1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the living take Thou this gift,</a:t>
            </a:r>
          </a:p>
          <a:p>
            <a:r>
              <a:rPr lang="en-US" dirty="0"/>
              <a:t>For our brothers and sisters who join in prayer,</a:t>
            </a:r>
          </a:p>
          <a:p>
            <a:r>
              <a:rPr lang="en-US" dirty="0"/>
              <a:t>For the absent ones our hearts we lift,</a:t>
            </a:r>
          </a:p>
          <a:p>
            <a:r>
              <a:rPr lang="en-US" dirty="0"/>
              <a:t>Keep them all in Thy loving care.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56170"/>
      </p:ext>
    </p:extLst>
  </p:cSld>
  <p:clrMapOvr>
    <a:masterClrMapping/>
  </p:clrMapOvr>
</p:sld>
</file>

<file path=ppt/slides/slide1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374 - Take up my cross,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up my cross, it is the Way,</a:t>
            </a:r>
          </a:p>
          <a:p>
            <a:r>
              <a:rPr lang="en-US" dirty="0"/>
              <a:t>Keep my Word, it is the Truth,</a:t>
            </a:r>
          </a:p>
          <a:p>
            <a:r>
              <a:rPr lang="en-US" dirty="0"/>
              <a:t>At my Table you’ll find Life!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055374"/>
      </p:ext>
    </p:extLst>
  </p:cSld>
  <p:clrMapOvr>
    <a:masterClrMapping/>
  </p:clrMapOvr>
</p:sld>
</file>

<file path=ppt/slides/slide1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cross of sheer folly to Gentile and Jew,</a:t>
            </a:r>
          </a:p>
          <a:p>
            <a:r>
              <a:rPr lang="en-US" dirty="0"/>
              <a:t>But to us who are saved ’tis the power of God,</a:t>
            </a:r>
          </a:p>
          <a:p>
            <a:r>
              <a:rPr lang="en-US" dirty="0"/>
              <a:t>So we know and proclaim only Jesus, as Lord.</a:t>
            </a:r>
          </a:p>
          <a:p>
            <a:r>
              <a:rPr lang="en-US" dirty="0"/>
              <a:t>Jesus Christ who was nailed to the Tree.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346361"/>
      </p:ext>
    </p:extLst>
  </p:cSld>
  <p:clrMapOvr>
    <a:masterClrMapping/>
  </p:clrMapOvr>
</p:sld>
</file>

<file path=ppt/slides/slide1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word of the Lord </a:t>
            </a:r>
          </a:p>
          <a:p>
            <a:r>
              <a:rPr lang="en-US" dirty="0"/>
              <a:t>is a double-edged sword,</a:t>
            </a:r>
          </a:p>
          <a:p>
            <a:r>
              <a:rPr lang="en-US" dirty="0"/>
              <a:t>So alive and so active, it pierces the heart,</a:t>
            </a:r>
          </a:p>
          <a:p>
            <a:r>
              <a:rPr lang="en-US" dirty="0"/>
              <a:t>Not a creature can hide </a:t>
            </a:r>
          </a:p>
          <a:p>
            <a:r>
              <a:rPr lang="en-US" dirty="0"/>
              <a:t>from the truth it declares,</a:t>
            </a:r>
          </a:p>
          <a:p>
            <a:r>
              <a:rPr lang="en-US" dirty="0"/>
              <a:t>It exposes, lays bare all our thoughts!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162085"/>
      </p:ext>
    </p:extLst>
  </p:cSld>
  <p:clrMapOvr>
    <a:masterClrMapping/>
  </p:clrMapOvr>
</p:sld>
</file>

<file path=ppt/slides/slide1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to whom shall we go? </a:t>
            </a:r>
          </a:p>
          <a:p>
            <a:r>
              <a:rPr lang="en-US" dirty="0"/>
              <a:t>You’re the Bread of Life:</a:t>
            </a:r>
          </a:p>
          <a:p>
            <a:r>
              <a:rPr lang="en-US" dirty="0"/>
              <a:t>Living Bread that descends </a:t>
            </a:r>
          </a:p>
          <a:p>
            <a:r>
              <a:rPr lang="en-US" dirty="0"/>
              <a:t>like the heavenly dew,</a:t>
            </a:r>
          </a:p>
          <a:p>
            <a:r>
              <a:rPr lang="en-US" dirty="0"/>
              <a:t>Not the manna you gave to our fathers of old,</a:t>
            </a:r>
          </a:p>
          <a:p>
            <a:r>
              <a:rPr lang="en-US" dirty="0"/>
              <a:t>But your flesh for the life of the world!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9254"/>
      </p:ext>
    </p:extLst>
  </p:cSld>
  <p:clrMapOvr>
    <a:masterClrMapping/>
  </p:clrMapOvr>
</p:sld>
</file>

<file path=ppt/slides/slide1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4" y="51190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375 - Taste &amp; see how good our God can be,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12965"/>
            <a:ext cx="11753537" cy="4204063"/>
          </a:xfrm>
        </p:spPr>
        <p:txBody>
          <a:bodyPr/>
          <a:lstStyle/>
          <a:p>
            <a:r>
              <a:rPr lang="en-US" dirty="0"/>
              <a:t>Taste and see how good our God can be,</a:t>
            </a:r>
          </a:p>
          <a:p>
            <a:r>
              <a:rPr lang="en-US" dirty="0"/>
              <a:t>O taste and see how good our God can be.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288237"/>
      </p:ext>
    </p:extLst>
  </p:cSld>
  <p:clrMapOvr>
    <a:masterClrMapping/>
  </p:clrMapOvr>
</p:sld>
</file>

<file path=ppt/slides/slide1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bless the Lord at all times:</a:t>
            </a:r>
          </a:p>
          <a:p>
            <a:r>
              <a:rPr lang="en-US" dirty="0"/>
              <a:t>My mouth will proclaim his praise,</a:t>
            </a:r>
          </a:p>
          <a:p>
            <a:r>
              <a:rPr lang="en-US" dirty="0"/>
              <a:t>My soul make its boast in the Lord, our God.</a:t>
            </a:r>
          </a:p>
          <a:p>
            <a:r>
              <a:rPr lang="en-US" dirty="0"/>
              <a:t>Let the humble hear and be glad.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569431"/>
      </p:ext>
    </p:extLst>
  </p:cSld>
  <p:clrMapOvr>
    <a:masterClrMapping/>
  </p:clrMapOvr>
</p:sld>
</file>

<file path=ppt/slides/slide1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Come, glorify the Lord with me.</a:t>
            </a:r>
          </a:p>
          <a:p>
            <a:r>
              <a:rPr lang="en-US" dirty="0"/>
              <a:t>Together let us praise his name.</a:t>
            </a:r>
          </a:p>
          <a:p>
            <a:r>
              <a:rPr lang="en-US" dirty="0"/>
              <a:t>Look to him </a:t>
            </a:r>
          </a:p>
          <a:p>
            <a:r>
              <a:rPr lang="en-US" dirty="0"/>
              <a:t>and grow bright in his radiant light.</a:t>
            </a:r>
          </a:p>
          <a:p>
            <a:r>
              <a:rPr lang="en-US" dirty="0"/>
              <a:t>And your face will never be ashamed.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417836"/>
      </p:ext>
    </p:extLst>
  </p:cSld>
  <p:clrMapOvr>
    <a:masterClrMapping/>
  </p:clrMapOvr>
</p:sld>
</file>

<file path=ppt/slides/slide1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eyes of the Lord are on the just, </a:t>
            </a:r>
          </a:p>
          <a:p>
            <a:r>
              <a:rPr lang="en-US" dirty="0"/>
              <a:t>And his ear toward all their cries.  </a:t>
            </a:r>
          </a:p>
          <a:p>
            <a:r>
              <a:rPr lang="en-US" dirty="0"/>
              <a:t>The Lord is near to the broken heart </a:t>
            </a:r>
          </a:p>
          <a:p>
            <a:r>
              <a:rPr lang="en-US" dirty="0"/>
              <a:t>And the crushed in spirit he saves.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325291"/>
      </p:ext>
    </p:extLst>
  </p:cSld>
  <p:clrMapOvr>
    <a:masterClrMapping/>
  </p:clrMapOvr>
</p:sld>
</file>

<file path=ppt/slides/slide1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9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376 - Thank you for giving me the morning,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for giving me the morning,</a:t>
            </a:r>
          </a:p>
          <a:p>
            <a:r>
              <a:rPr lang="en-US" dirty="0"/>
              <a:t>Thank you for every day that’s new, </a:t>
            </a:r>
          </a:p>
          <a:p>
            <a:r>
              <a:rPr lang="en-US" dirty="0"/>
              <a:t>Thank you that I can know my worries </a:t>
            </a:r>
          </a:p>
          <a:p>
            <a:r>
              <a:rPr lang="en-US" dirty="0"/>
              <a:t>Can be cast on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533560"/>
      </p:ext>
    </p:extLst>
  </p:cSld>
  <p:clrMapOvr>
    <a:masterClrMapping/>
  </p:clrMapOvr>
</p:sld>
</file>

<file path=ppt/slides/slide1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for all my friends and kinsfolk, </a:t>
            </a:r>
          </a:p>
          <a:p>
            <a:r>
              <a:rPr lang="en-US" dirty="0"/>
              <a:t>Thank you for everyone that lives </a:t>
            </a:r>
          </a:p>
          <a:p>
            <a:r>
              <a:rPr lang="en-US" dirty="0"/>
              <a:t>Thank you for even greatest enemies </a:t>
            </a:r>
          </a:p>
          <a:p>
            <a:r>
              <a:rPr lang="en-US" dirty="0"/>
              <a:t>I can forgive.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51040"/>
      </p:ext>
    </p:extLst>
  </p:cSld>
  <p:clrMapOvr>
    <a:masterClrMapping/>
  </p:clrMapOvr>
</p:sld>
</file>

<file path=ppt/slides/slide1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I have my occupation, </a:t>
            </a:r>
          </a:p>
          <a:p>
            <a:r>
              <a:rPr lang="en-US" dirty="0"/>
              <a:t>Thank you for every pleasure small, </a:t>
            </a:r>
          </a:p>
          <a:p>
            <a:r>
              <a:rPr lang="en-US" dirty="0"/>
              <a:t>Thank you for music, light and gladness, </a:t>
            </a:r>
          </a:p>
          <a:p>
            <a:r>
              <a:rPr lang="en-US" dirty="0"/>
              <a:t>Thank you for them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831484"/>
      </p:ext>
    </p:extLst>
  </p:cSld>
  <p:clrMapOvr>
    <a:masterClrMapping/>
  </p:clrMapOvr>
</p:sld>
</file>

<file path=ppt/slides/slide1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I see your Word has meaning, </a:t>
            </a:r>
          </a:p>
          <a:p>
            <a:r>
              <a:rPr lang="en-US" dirty="0"/>
              <a:t>Thank you, I know your Spirit’s here, </a:t>
            </a:r>
          </a:p>
          <a:p>
            <a:r>
              <a:rPr lang="en-US" dirty="0"/>
              <a:t>Thank you because you love all people, </a:t>
            </a:r>
          </a:p>
          <a:p>
            <a:r>
              <a:rPr lang="en-US" dirty="0"/>
              <a:t>Both those far and near.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521724"/>
      </p:ext>
    </p:extLst>
  </p:cSld>
  <p:clrMapOvr>
    <a:masterClrMapping/>
  </p:clrMapOvr>
</p:sld>
</file>

<file path=ppt/slides/slide1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7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377 - Thank you, Lord, for all you’ve done,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146477"/>
      </p:ext>
    </p:extLst>
  </p:cSld>
  <p:clrMapOvr>
    <a:masterClrMapping/>
  </p:clrMapOvr>
</p:sld>
</file>

<file path=ppt/slides/slide1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forgive us when we falter, </a:t>
            </a:r>
          </a:p>
          <a:p>
            <a:r>
              <a:rPr lang="en-US" dirty="0"/>
              <a:t>You bring healing when we sin, </a:t>
            </a:r>
          </a:p>
          <a:p>
            <a:r>
              <a:rPr lang="en-US" dirty="0"/>
              <a:t>You redeem our life from bondage, </a:t>
            </a:r>
          </a:p>
          <a:p>
            <a:r>
              <a:rPr lang="en-US" dirty="0"/>
              <a:t>And renew us deep within.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221796"/>
      </p:ext>
    </p:extLst>
  </p:cSld>
  <p:clrMapOvr>
    <a:masterClrMapping/>
  </p:clrMapOvr>
</p:sld>
</file>

<file path=ppt/slides/slide1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906011"/>
      </p:ext>
    </p:extLst>
  </p:cSld>
  <p:clrMapOvr>
    <a:masterClrMapping/>
  </p:clrMapOvr>
</p:sld>
</file>

<file path=ppt/slides/slide1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rain comes down from heaven, </a:t>
            </a:r>
          </a:p>
          <a:p>
            <a:r>
              <a:rPr lang="en-US" dirty="0"/>
              <a:t>And it makes the earth yield fruits, </a:t>
            </a:r>
          </a:p>
          <a:p>
            <a:r>
              <a:rPr lang="en-US" dirty="0"/>
              <a:t>So the Word that you once planted </a:t>
            </a:r>
          </a:p>
          <a:p>
            <a:r>
              <a:rPr lang="en-US" dirty="0"/>
              <a:t>In our heart has taken root.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687378"/>
      </p:ext>
    </p:extLst>
  </p:cSld>
  <p:clrMapOvr>
    <a:masterClrMapping/>
  </p:clrMapOvr>
</p:sld>
</file>

<file path=ppt/slides/slide1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205426"/>
      </p:ext>
    </p:extLst>
  </p:cSld>
  <p:clrMapOvr>
    <a:masterClrMapping/>
  </p:clrMapOvr>
</p:sld>
</file>

<file path=ppt/slides/slide1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brought us out of darkness </a:t>
            </a:r>
          </a:p>
          <a:p>
            <a:r>
              <a:rPr lang="en-US" dirty="0"/>
              <a:t>To the kingdom of your Son, </a:t>
            </a:r>
          </a:p>
          <a:p>
            <a:r>
              <a:rPr lang="en-US" dirty="0"/>
              <a:t>In whom all things hold together, </a:t>
            </a:r>
          </a:p>
          <a:p>
            <a:r>
              <a:rPr lang="en-US" dirty="0"/>
              <a:t>By whose cross we are made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754052"/>
      </p:ext>
    </p:extLst>
  </p:cSld>
  <p:clrMapOvr>
    <a:masterClrMapping/>
  </p:clrMapOvr>
</p:sld>
</file>

<file path=ppt/slides/slide1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092072"/>
      </p:ext>
    </p:extLst>
  </p:cSld>
  <p:clrMapOvr>
    <a:masterClrMapping/>
  </p:clrMapOvr>
</p:sld>
</file>

<file path=ppt/slides/slide1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 heavens sing your glory</a:t>
            </a:r>
          </a:p>
          <a:p>
            <a:r>
              <a:rPr lang="en-US" dirty="0"/>
              <a:t>And the skies proclaim your work,</a:t>
            </a:r>
          </a:p>
          <a:p>
            <a:r>
              <a:rPr lang="en-US" dirty="0"/>
              <a:t>Day to day takes up the story,</a:t>
            </a:r>
          </a:p>
          <a:p>
            <a:r>
              <a:rPr lang="en-US" dirty="0"/>
              <a:t>Night to night declares your Word.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345752"/>
      </p:ext>
    </p:extLst>
  </p:cSld>
  <p:clrMapOvr>
    <a:masterClrMapping/>
  </p:clrMapOvr>
</p:sld>
</file>

<file path=ppt/slides/slide1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612303"/>
      </p:ext>
    </p:extLst>
  </p:cSld>
  <p:clrMapOvr>
    <a:masterClrMapping/>
  </p:clrMapOvr>
</p:sld>
</file>

<file path=ppt/slides/slide1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thank you for your Spirit, </a:t>
            </a:r>
          </a:p>
          <a:p>
            <a:r>
              <a:rPr lang="en-US" dirty="0"/>
              <a:t>Whom you send to us to stay, </a:t>
            </a:r>
          </a:p>
          <a:p>
            <a:r>
              <a:rPr lang="en-US" dirty="0"/>
              <a:t>For he helps us in our weakness </a:t>
            </a:r>
          </a:p>
          <a:p>
            <a:r>
              <a:rPr lang="en-US" dirty="0"/>
              <a:t>When we know not how to pray.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854337"/>
      </p:ext>
    </p:extLst>
  </p:cSld>
  <p:clrMapOvr>
    <a:masterClrMapping/>
  </p:clrMapOvr>
</p:sld>
</file>

<file path=ppt/slides/slide1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all you’ve done,</a:t>
            </a:r>
          </a:p>
          <a:p>
            <a:r>
              <a:rPr lang="en-US" dirty="0"/>
              <a:t>Things both great and small, </a:t>
            </a:r>
          </a:p>
          <a:p>
            <a:r>
              <a:rPr lang="en-US" dirty="0"/>
              <a:t>And for Jesus Christ your Son, </a:t>
            </a:r>
          </a:p>
          <a:p>
            <a:r>
              <a:rPr lang="en-US" dirty="0"/>
              <a:t>Thank you most of all.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349460"/>
      </p:ext>
    </p:extLst>
  </p:cSld>
  <p:clrMapOvr>
    <a:masterClrMapping/>
  </p:clrMapOvr>
</p:sld>
</file>

<file path=ppt/slides/slide1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6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378 - Thank you, Lord, for giving us life,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giving us life, - 3</a:t>
            </a:r>
          </a:p>
          <a:p>
            <a:r>
              <a:rPr lang="en-US" dirty="0"/>
              <a:t>Right where we are. </a:t>
            </a:r>
          </a:p>
          <a:p>
            <a:endParaRPr lang="en-IN" dirty="0"/>
          </a:p>
          <a:p>
            <a:r>
              <a:rPr lang="en-US" dirty="0"/>
              <a:t>Alleluia, praise the Lord, - 3</a:t>
            </a:r>
          </a:p>
          <a:p>
            <a:r>
              <a:rPr lang="en-US" dirty="0"/>
              <a:t>Right where we 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71350"/>
      </p:ext>
    </p:extLst>
  </p:cSld>
  <p:clrMapOvr>
    <a:masterClrMapping/>
  </p:clrMapOvr>
</p:sld>
</file>

<file path=ppt/slides/slide1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Lord, for giving us love...</a:t>
            </a:r>
          </a:p>
          <a:p>
            <a:r>
              <a:rPr lang="en-US" dirty="0"/>
              <a:t>Thank you, Lord, for giving us joy...</a:t>
            </a:r>
          </a:p>
          <a:p>
            <a:endParaRPr lang="en-US" dirty="0"/>
          </a:p>
          <a:p>
            <a:r>
              <a:rPr lang="en-US" dirty="0"/>
              <a:t>Alleluia, praise the Lord, - 3</a:t>
            </a:r>
          </a:p>
          <a:p>
            <a:r>
              <a:rPr lang="en-US" dirty="0"/>
              <a:t>Right where we 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390456"/>
      </p:ext>
    </p:extLst>
  </p:cSld>
  <p:clrMapOvr>
    <a:masterClrMapping/>
  </p:clrMapOvr>
</p:sld>
</file>

<file path=ppt/slides/slide1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6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379 - Thank you, O Lord, your love is boundless.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32709"/>
            <a:ext cx="11753537" cy="4443549"/>
          </a:xfrm>
        </p:spPr>
        <p:txBody>
          <a:bodyPr/>
          <a:lstStyle/>
          <a:p>
            <a:r>
              <a:rPr lang="en-US" dirty="0"/>
              <a:t>Thank you, O Lord, your love is boundless.</a:t>
            </a:r>
          </a:p>
          <a:p>
            <a:r>
              <a:rPr lang="en-US" dirty="0"/>
              <a:t>Thank You, your presence is our peace. </a:t>
            </a:r>
          </a:p>
          <a:p>
            <a:r>
              <a:rPr lang="en-US" dirty="0"/>
              <a:t>Thank you, O Lord, for so much goodness. </a:t>
            </a:r>
          </a:p>
          <a:p>
            <a:r>
              <a:rPr lang="en-US" dirty="0"/>
              <a:t>Thank you, your mercies never cease.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207248"/>
      </p:ext>
    </p:extLst>
  </p:cSld>
  <p:clrMapOvr>
    <a:masterClrMapping/>
  </p:clrMapOvr>
</p:sld>
</file>

<file path=ppt/slides/slide1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Thank you, we heard your word this morning/evening. </a:t>
            </a:r>
          </a:p>
          <a:p>
            <a:r>
              <a:rPr lang="en-US" dirty="0"/>
              <a:t>Thank you, we ate the bread of life. </a:t>
            </a:r>
          </a:p>
          <a:p>
            <a:r>
              <a:rPr lang="en-US" dirty="0"/>
              <a:t>Thank you for sending us your Spirit. </a:t>
            </a:r>
          </a:p>
          <a:p>
            <a:r>
              <a:rPr lang="en-US" dirty="0"/>
              <a:t>Thank you for giving us your peace.	</a:t>
            </a:r>
          </a:p>
          <a:p>
            <a:r>
              <a:rPr lang="en-US" dirty="0"/>
              <a:t>Thank you for sending us your Spirit. </a:t>
            </a:r>
          </a:p>
          <a:p>
            <a:r>
              <a:rPr lang="en-US" dirty="0"/>
              <a:t>Thank you for giving us your peace.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420311"/>
      </p:ext>
    </p:extLst>
  </p:cSld>
  <p:clrMapOvr>
    <a:masterClrMapping/>
  </p:clrMapOvr>
</p:sld>
</file>

<file path=ppt/slides/slide1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O Lord, your love is boundless.</a:t>
            </a:r>
          </a:p>
          <a:p>
            <a:r>
              <a:rPr lang="en-US" dirty="0"/>
              <a:t>Thank You, your presence is our peace. </a:t>
            </a:r>
          </a:p>
          <a:p>
            <a:r>
              <a:rPr lang="en-US" dirty="0"/>
              <a:t>Thank you, O Lord, for so much goodness. </a:t>
            </a:r>
          </a:p>
          <a:p>
            <a:r>
              <a:rPr lang="en-US" dirty="0"/>
              <a:t>Thank you, your mercies never cease.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453220"/>
      </p:ext>
    </p:extLst>
  </p:cSld>
  <p:clrMapOvr>
    <a:masterClrMapping/>
  </p:clrMapOvr>
</p:sld>
</file>

<file path=ppt/slides/slide1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you free the broken-hearted. </a:t>
            </a:r>
          </a:p>
          <a:p>
            <a:r>
              <a:rPr lang="en-US" dirty="0"/>
              <a:t>Thank you for calming all our fears. </a:t>
            </a:r>
          </a:p>
          <a:p>
            <a:r>
              <a:rPr lang="en-US" dirty="0"/>
              <a:t>Thank you for bringing us forgiveness. </a:t>
            </a:r>
          </a:p>
          <a:p>
            <a:r>
              <a:rPr lang="en-US" dirty="0"/>
              <a:t>Thank you for binding up our wounds.</a:t>
            </a:r>
          </a:p>
          <a:p>
            <a:r>
              <a:rPr lang="en-US" dirty="0"/>
              <a:t>Thank you for bringing us forgiveness. </a:t>
            </a:r>
          </a:p>
          <a:p>
            <a:r>
              <a:rPr lang="en-US" dirty="0"/>
              <a:t>Thank you for binding up our wounds.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171717"/>
      </p:ext>
    </p:extLst>
  </p:cSld>
  <p:clrMapOvr>
    <a:masterClrMapping/>
  </p:clrMapOvr>
</p:sld>
</file>

<file path=ppt/slides/slide1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O Lord, your love is boundless.</a:t>
            </a:r>
          </a:p>
          <a:p>
            <a:r>
              <a:rPr lang="en-US" dirty="0"/>
              <a:t>Thank You, your presence is our peace. </a:t>
            </a:r>
          </a:p>
          <a:p>
            <a:r>
              <a:rPr lang="en-US" dirty="0"/>
              <a:t>Thank you, O Lord, for so much goodness. </a:t>
            </a:r>
          </a:p>
          <a:p>
            <a:r>
              <a:rPr lang="en-US" dirty="0"/>
              <a:t>Thank you, your mercies never cease.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065972"/>
      </p:ext>
    </p:extLst>
  </p:cSld>
  <p:clrMapOvr>
    <a:masterClrMapping/>
  </p:clrMapOvr>
</p:sld>
</file>

<file path=ppt/slides/slide1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for giving us this moment. </a:t>
            </a:r>
          </a:p>
          <a:p>
            <a:r>
              <a:rPr lang="en-US" dirty="0"/>
              <a:t>Thank you for every joy we share. </a:t>
            </a:r>
          </a:p>
          <a:p>
            <a:r>
              <a:rPr lang="en-US" dirty="0"/>
              <a:t>Thank you for all our friends and </a:t>
            </a:r>
            <a:r>
              <a:rPr lang="en-US" dirty="0" err="1"/>
              <a:t>neighbours</a:t>
            </a:r>
            <a:r>
              <a:rPr lang="en-US" dirty="0"/>
              <a:t>. </a:t>
            </a:r>
          </a:p>
          <a:p>
            <a:r>
              <a:rPr lang="en-US" dirty="0"/>
              <a:t>Thank you for those who love and care.</a:t>
            </a:r>
          </a:p>
          <a:p>
            <a:r>
              <a:rPr lang="en-US" dirty="0"/>
              <a:t>Thank you for all our friends and </a:t>
            </a:r>
            <a:r>
              <a:rPr lang="en-US" dirty="0" err="1"/>
              <a:t>neighbours</a:t>
            </a:r>
            <a:r>
              <a:rPr lang="en-US" dirty="0"/>
              <a:t>. </a:t>
            </a:r>
          </a:p>
          <a:p>
            <a:r>
              <a:rPr lang="en-US" dirty="0"/>
              <a:t>Thank you for those who love and care.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549361"/>
      </p:ext>
    </p:extLst>
  </p:cSld>
  <p:clrMapOvr>
    <a:masterClrMapping/>
  </p:clrMapOvr>
</p:sld>
</file>

<file path=ppt/slides/slide1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O Lord, your love is boundless.</a:t>
            </a:r>
          </a:p>
          <a:p>
            <a:r>
              <a:rPr lang="en-US" dirty="0"/>
              <a:t>Thank You, your presence is our peace. </a:t>
            </a:r>
          </a:p>
          <a:p>
            <a:r>
              <a:rPr lang="en-US" dirty="0"/>
              <a:t>Thank you, O Lord, for so much goodness. </a:t>
            </a:r>
          </a:p>
          <a:p>
            <a:r>
              <a:rPr lang="en-US" dirty="0"/>
              <a:t>Thank you, your mercies never cease.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640004"/>
      </p:ext>
    </p:extLst>
  </p:cSld>
  <p:clrMapOvr>
    <a:masterClrMapping/>
  </p:clrMapOvr>
</p:sld>
</file>

<file path=ppt/slides/slide1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380 - Thanks be to God,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 be to God, thanks be to God,</a:t>
            </a:r>
          </a:p>
          <a:p>
            <a:r>
              <a:rPr lang="en-US" dirty="0"/>
              <a:t>For in union with Christ we are led to victory, </a:t>
            </a:r>
          </a:p>
          <a:p>
            <a:r>
              <a:rPr lang="en-US" dirty="0"/>
              <a:t>Thanks be to God, thanks be to God,</a:t>
            </a:r>
          </a:p>
          <a:p>
            <a:r>
              <a:rPr lang="en-US" dirty="0"/>
              <a:t>Thanks be to God!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831538"/>
      </p:ext>
    </p:extLst>
  </p:cSld>
  <p:clrMapOvr>
    <a:masterClrMapping/>
  </p:clrMapOvr>
</p:sld>
</file>

<file path=ppt/slides/slide1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Christ’s fragrance </a:t>
            </a:r>
          </a:p>
          <a:p>
            <a:r>
              <a:rPr lang="en-US" dirty="0"/>
              <a:t>That goes everywhere to save, </a:t>
            </a:r>
          </a:p>
          <a:p>
            <a:r>
              <a:rPr lang="en-US" dirty="0"/>
              <a:t>The incense that burns to bring new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611250"/>
      </p:ext>
    </p:extLst>
  </p:cSld>
  <p:clrMapOvr>
    <a:masterClrMapping/>
  </p:clrMapOvr>
</p:sld>
</file>

<file path=ppt/slides/slide1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bear his message, </a:t>
            </a:r>
          </a:p>
          <a:p>
            <a:r>
              <a:rPr lang="en-US" dirty="0"/>
              <a:t>Not as peddlers of God’s Word, </a:t>
            </a:r>
          </a:p>
          <a:p>
            <a:r>
              <a:rPr lang="en-US" dirty="0"/>
              <a:t>But armed with sincerity and truth.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522867"/>
      </p:ext>
    </p:extLst>
  </p:cSld>
  <p:clrMapOvr>
    <a:masterClrMapping/>
  </p:clrMapOvr>
</p:sld>
</file>

<file path=ppt/slides/slide1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Christ’s letter </a:t>
            </a:r>
          </a:p>
          <a:p>
            <a:r>
              <a:rPr lang="en-US" dirty="0"/>
              <a:t>Written on the human heart, </a:t>
            </a:r>
          </a:p>
          <a:p>
            <a:r>
              <a:rPr lang="en-US" dirty="0"/>
              <a:t>Inscribed by the Spirit of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463572"/>
      </p:ext>
    </p:extLst>
  </p:cSld>
  <p:clrMapOvr>
    <a:masterClrMapping/>
  </p:clrMapOvr>
</p:sld>
</file>

<file path=ppt/slides/slide1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381 - That the world may believe,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the world may believe, - 3</a:t>
            </a:r>
          </a:p>
          <a:p>
            <a:r>
              <a:rPr lang="en-US" dirty="0"/>
              <a:t>In the power of his love:</a:t>
            </a:r>
          </a:p>
          <a:p>
            <a:r>
              <a:rPr lang="en-US" dirty="0"/>
              <a:t>We will walk side by side, </a:t>
            </a:r>
          </a:p>
          <a:p>
            <a:r>
              <a:rPr lang="en-US" dirty="0"/>
              <a:t>we will walk hand in hand. </a:t>
            </a:r>
          </a:p>
          <a:p>
            <a:r>
              <a:rPr lang="en-US" dirty="0"/>
              <a:t>We’ll change the world through the power of our love!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253037"/>
      </p:ext>
    </p:extLst>
  </p:cSld>
  <p:clrMapOvr>
    <a:masterClrMapping/>
  </p:clrMapOvr>
</p:sld>
</file>

<file path=ppt/slides/slide16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prayer, says the Lord, for these my own </a:t>
            </a:r>
          </a:p>
          <a:p>
            <a:r>
              <a:rPr lang="en-US" dirty="0"/>
              <a:t>Is that they be of one heart and mind, </a:t>
            </a:r>
          </a:p>
          <a:p>
            <a:r>
              <a:rPr lang="en-US" dirty="0"/>
              <a:t>Just as You are in me and I in You, </a:t>
            </a:r>
          </a:p>
          <a:p>
            <a:r>
              <a:rPr lang="en-US" dirty="0"/>
              <a:t>May they be one in us that the world may believe.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943522"/>
      </p:ext>
    </p:extLst>
  </p:cSld>
  <p:clrMapOvr>
    <a:masterClrMapping/>
  </p:clrMapOvr>
</p:sld>
</file>

<file path=ppt/slides/slide16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you go, there I shall go,</a:t>
            </a:r>
          </a:p>
          <a:p>
            <a:r>
              <a:rPr lang="en-US" dirty="0"/>
              <a:t>And wherever you live, there shall I live</a:t>
            </a:r>
          </a:p>
          <a:p>
            <a:r>
              <a:rPr lang="en-US" dirty="0"/>
              <a:t>I will love you and serve you for ever,</a:t>
            </a:r>
          </a:p>
          <a:p>
            <a:r>
              <a:rPr lang="en-US" dirty="0"/>
              <a:t>For love is my decision today and every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905714"/>
      </p:ext>
    </p:extLst>
  </p:cSld>
  <p:clrMapOvr>
    <a:masterClrMapping/>
  </p:clrMapOvr>
</p:sld>
</file>

<file path=ppt/slides/slide16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dream our dream, to fight our foe </a:t>
            </a:r>
          </a:p>
          <a:p>
            <a:r>
              <a:rPr lang="en-US" dirty="0"/>
              <a:t>And to bear unbearable woes, </a:t>
            </a:r>
          </a:p>
          <a:p>
            <a:r>
              <a:rPr lang="en-US" dirty="0"/>
              <a:t>To forgive unforgivable hurts and wrongs, </a:t>
            </a:r>
          </a:p>
          <a:p>
            <a:r>
              <a:rPr lang="en-US" dirty="0"/>
              <a:t>To love one another “as I have loved you”.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077912"/>
      </p:ext>
    </p:extLst>
  </p:cSld>
  <p:clrMapOvr>
    <a:masterClrMapping/>
  </p:clrMapOvr>
</p:sld>
</file>

<file path=ppt/slides/slide16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773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382 - The bells of the angelus </a:t>
            </a:r>
            <a:r>
              <a:rPr lang="en-US" sz="4400" dirty="0" err="1"/>
              <a:t>calleth</a:t>
            </a:r>
            <a:r>
              <a:rPr lang="en-US" sz="4400" dirty="0"/>
              <a:t> to pray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bells of the angelus </a:t>
            </a:r>
            <a:r>
              <a:rPr lang="en-US" dirty="0" err="1"/>
              <a:t>calleth</a:t>
            </a:r>
            <a:r>
              <a:rPr lang="en-US" dirty="0"/>
              <a:t> to pray</a:t>
            </a:r>
          </a:p>
          <a:p>
            <a:r>
              <a:rPr lang="en-US" dirty="0"/>
              <a:t>In sweet tones announcing the sacred Ave:</a:t>
            </a:r>
          </a:p>
          <a:p>
            <a:endParaRPr lang="en-IN" dirty="0"/>
          </a:p>
          <a:p>
            <a:r>
              <a:rPr lang="pt-BR" dirty="0"/>
              <a:t>Ave, Ave, Ave, Maria, </a:t>
            </a:r>
          </a:p>
          <a:p>
            <a:r>
              <a:rPr lang="pt-BR" dirty="0"/>
              <a:t>Ave, Ave, Ave, Maria!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362173"/>
      </p:ext>
    </p:extLst>
  </p:cSld>
  <p:clrMapOvr>
    <a:masterClrMapping/>
  </p:clrMapOvr>
</p:sld>
</file>

<file path=ppt/slides/slide16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grief and temptation, in joy and in pain,</a:t>
            </a:r>
          </a:p>
          <a:p>
            <a:r>
              <a:rPr lang="en-US" dirty="0"/>
              <a:t>We seek thee, our mother, </a:t>
            </a:r>
          </a:p>
          <a:p>
            <a:r>
              <a:rPr lang="en-US" dirty="0"/>
              <a:t>nor seek thee in vain.</a:t>
            </a:r>
          </a:p>
          <a:p>
            <a:endParaRPr lang="en-IN" dirty="0"/>
          </a:p>
          <a:p>
            <a:r>
              <a:rPr lang="pt-BR" dirty="0"/>
              <a:t>Ave, Ave, Ave, Maria, </a:t>
            </a:r>
          </a:p>
          <a:p>
            <a:r>
              <a:rPr lang="pt-BR" dirty="0"/>
              <a:t>Ave, Ave, Ave, Maria!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799250"/>
      </p:ext>
    </p:extLst>
  </p:cSld>
  <p:clrMapOvr>
    <a:masterClrMapping/>
  </p:clrMapOvr>
</p:sld>
</file>

<file path=ppt/slides/slide16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Immaculate Mary, thy praises we sing,</a:t>
            </a:r>
          </a:p>
          <a:p>
            <a:r>
              <a:rPr lang="en-US" dirty="0"/>
              <a:t>Who </a:t>
            </a:r>
            <a:r>
              <a:rPr lang="en-US" dirty="0" err="1"/>
              <a:t>reignest</a:t>
            </a:r>
            <a:r>
              <a:rPr lang="en-US" dirty="0"/>
              <a:t> with Christ, </a:t>
            </a:r>
          </a:p>
          <a:p>
            <a:r>
              <a:rPr lang="en-US" dirty="0"/>
              <a:t>our Redeemer and King.</a:t>
            </a:r>
          </a:p>
          <a:p>
            <a:endParaRPr lang="en-US" dirty="0"/>
          </a:p>
          <a:p>
            <a:r>
              <a:rPr lang="pt-BR" dirty="0"/>
              <a:t>Ave, Ave, Ave, Maria, </a:t>
            </a:r>
          </a:p>
          <a:p>
            <a:r>
              <a:rPr lang="pt-BR" dirty="0"/>
              <a:t>Ave, Ave, Ave, Maria!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691135"/>
      </p:ext>
    </p:extLst>
  </p:cSld>
  <p:clrMapOvr>
    <a:masterClrMapping/>
  </p:clrMapOvr>
</p:sld>
</file>

<file path=ppt/slides/slide16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383 - The cup of blessing that we raise,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cup of blessing that we raise,</a:t>
            </a:r>
          </a:p>
          <a:p>
            <a:r>
              <a:rPr lang="en-US" dirty="0"/>
              <a:t>Is a communion with Christ’s own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179917"/>
      </p:ext>
    </p:extLst>
  </p:cSld>
  <p:clrMapOvr>
    <a:masterClrMapping/>
  </p:clrMapOvr>
</p:sld>
</file>

<file path=ppt/slides/slide16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me how can I repay the Lord</a:t>
            </a:r>
          </a:p>
          <a:p>
            <a:r>
              <a:rPr lang="en-US" dirty="0"/>
              <a:t>For all the goodness he has shown to me</a:t>
            </a:r>
          </a:p>
          <a:p>
            <a:r>
              <a:rPr lang="en-US" dirty="0"/>
              <a:t>I will lift up the cup of salvation.</a:t>
            </a:r>
          </a:p>
          <a:p>
            <a:r>
              <a:rPr lang="en-US" dirty="0"/>
              <a:t>The name of God I will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153317"/>
      </p:ext>
    </p:extLst>
  </p:cSld>
  <p:clrMapOvr>
    <a:masterClrMapping/>
  </p:clrMapOvr>
</p:sld>
</file>

<file path=ppt/slides/slide16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cup of blessing that we raise,</a:t>
            </a:r>
          </a:p>
          <a:p>
            <a:r>
              <a:rPr lang="en-US" dirty="0"/>
              <a:t>Is a communion with Christ’s own blood.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077415"/>
      </p:ext>
    </p:extLst>
  </p:cSld>
  <p:clrMapOvr>
    <a:masterClrMapping/>
  </p:clrMapOvr>
</p:sld>
</file>

<file path=ppt/slides/slide16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how precious in the sight of God</a:t>
            </a:r>
          </a:p>
          <a:p>
            <a:r>
              <a:rPr lang="en-US" dirty="0"/>
              <a:t>The death of those so faithful and so true</a:t>
            </a:r>
          </a:p>
          <a:p>
            <a:r>
              <a:rPr lang="en-US" dirty="0"/>
              <a:t>I’m your servant, the child of your handmaid</a:t>
            </a:r>
          </a:p>
          <a:p>
            <a:r>
              <a:rPr lang="en-US" dirty="0"/>
              <a:t>Yes, you have loosened my bonds.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242326"/>
      </p:ext>
    </p:extLst>
  </p:cSld>
  <p:clrMapOvr>
    <a:masterClrMapping/>
  </p:clrMapOvr>
</p:sld>
</file>

<file path=ppt/slides/slide16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cup of blessing that we raise,</a:t>
            </a:r>
          </a:p>
          <a:p>
            <a:r>
              <a:rPr lang="en-US" dirty="0"/>
              <a:t>Is a communion with Christ’s own blood.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181999"/>
      </p:ext>
    </p:extLst>
  </p:cSld>
  <p:clrMapOvr>
    <a:masterClrMapping/>
  </p:clrMapOvr>
</p:sld>
</file>

<file path=ppt/slides/slide16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bring a sacrifice of praise</a:t>
            </a:r>
          </a:p>
          <a:p>
            <a:r>
              <a:rPr lang="en-US" dirty="0"/>
              <a:t>And I will call upon the name of God</a:t>
            </a:r>
          </a:p>
          <a:p>
            <a:r>
              <a:rPr lang="en-US" dirty="0"/>
              <a:t>Before all I’ll fulfil my promise</a:t>
            </a:r>
          </a:p>
          <a:p>
            <a:r>
              <a:rPr lang="en-US" dirty="0"/>
              <a:t>The vows I made to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566211"/>
      </p:ext>
    </p:extLst>
  </p:cSld>
  <p:clrMapOvr>
    <a:masterClrMapping/>
  </p:clrMapOvr>
</p:sld>
</file>

<file path=ppt/slides/slide16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cup of blessing that we raise,</a:t>
            </a:r>
          </a:p>
          <a:p>
            <a:r>
              <a:rPr lang="en-US" dirty="0"/>
              <a:t>Is a communion with Christ’s own blood.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41405"/>
      </p:ext>
    </p:extLst>
  </p:cSld>
  <p:clrMapOvr>
    <a:masterClrMapping/>
  </p:clrMapOvr>
</p:sld>
</file>

<file path=ppt/slides/slide16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384 - The first Noel the Angel did say,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first Noel the Angel did say,</a:t>
            </a:r>
          </a:p>
          <a:p>
            <a:r>
              <a:rPr lang="en-US" dirty="0"/>
              <a:t>Was to certain poor shepherds </a:t>
            </a:r>
          </a:p>
          <a:p>
            <a:r>
              <a:rPr lang="en-US" dirty="0"/>
              <a:t>in fields as they lay;</a:t>
            </a:r>
          </a:p>
          <a:p>
            <a:r>
              <a:rPr lang="en-US" dirty="0"/>
              <a:t>In fields where they lay keeping their sheep,</a:t>
            </a:r>
          </a:p>
          <a:p>
            <a:r>
              <a:rPr lang="en-US" dirty="0"/>
              <a:t>On a cold winter’s night that was so deep:</a:t>
            </a:r>
          </a:p>
          <a:p>
            <a:endParaRPr lang="en-IN" sz="2200" dirty="0"/>
          </a:p>
          <a:p>
            <a:r>
              <a:rPr lang="en-IN" sz="4300" dirty="0"/>
              <a:t>Noel, Noel, Noel, Noel,</a:t>
            </a:r>
          </a:p>
          <a:p>
            <a:r>
              <a:rPr lang="en-IN" sz="4300" dirty="0"/>
              <a:t>Born is the King of Israel.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889632"/>
      </p:ext>
    </p:extLst>
  </p:cSld>
  <p:clrMapOvr>
    <a:masterClrMapping/>
  </p:clrMapOvr>
</p:sld>
</file>

<file path=ppt/slides/slide16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They </a:t>
            </a:r>
            <a:r>
              <a:rPr lang="en-US" dirty="0" err="1"/>
              <a:t>look’d</a:t>
            </a:r>
            <a:r>
              <a:rPr lang="en-US" dirty="0"/>
              <a:t> above and there saw a star, </a:t>
            </a:r>
          </a:p>
          <a:p>
            <a:r>
              <a:rPr lang="en-US" dirty="0"/>
              <a:t>That shone in the east beyond them afar, </a:t>
            </a:r>
          </a:p>
          <a:p>
            <a:r>
              <a:rPr lang="en-US" dirty="0"/>
              <a:t>And which to earth did give a great light, </a:t>
            </a:r>
          </a:p>
          <a:p>
            <a:r>
              <a:rPr lang="en-US" dirty="0"/>
              <a:t>And so it continued by day and by night.</a:t>
            </a:r>
          </a:p>
          <a:p>
            <a:endParaRPr lang="en-IN" sz="2400" dirty="0"/>
          </a:p>
          <a:p>
            <a:r>
              <a:rPr lang="en-IN" dirty="0"/>
              <a:t>Noel, Noel, Noel, Noel,</a:t>
            </a:r>
          </a:p>
          <a:p>
            <a:r>
              <a:rPr lang="en-IN" dirty="0"/>
              <a:t>Born is the King of Israel.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860849"/>
      </p:ext>
    </p:extLst>
  </p:cSld>
  <p:clrMapOvr>
    <a:masterClrMapping/>
  </p:clrMapOvr>
</p:sld>
</file>

<file path=ppt/slides/slide16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star drew near to the north west, </a:t>
            </a:r>
          </a:p>
          <a:p>
            <a:r>
              <a:rPr lang="en-US" dirty="0"/>
              <a:t>At length over Bethlehem seemed to rest, </a:t>
            </a:r>
          </a:p>
          <a:p>
            <a:r>
              <a:rPr lang="en-US" dirty="0"/>
              <a:t>And there it stayed by night and by day, </a:t>
            </a:r>
          </a:p>
          <a:p>
            <a:r>
              <a:rPr lang="en-US" dirty="0"/>
              <a:t>Right over the place where Jesus lay.</a:t>
            </a:r>
          </a:p>
          <a:p>
            <a:endParaRPr lang="en-IN" sz="2400" dirty="0"/>
          </a:p>
          <a:p>
            <a:r>
              <a:rPr lang="en-IN" dirty="0"/>
              <a:t>Noel, Noel, Noel, Noel,</a:t>
            </a:r>
          </a:p>
          <a:p>
            <a:r>
              <a:rPr lang="en-IN" dirty="0"/>
              <a:t>Born is the King of Israel.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330308"/>
      </p:ext>
    </p:extLst>
  </p:cSld>
  <p:clrMapOvr>
    <a:masterClrMapping/>
  </p:clrMapOvr>
</p:sld>
</file>

<file path=ppt/slides/slide16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Then entered in those wise men three </a:t>
            </a:r>
          </a:p>
          <a:p>
            <a:r>
              <a:rPr lang="en-US" dirty="0"/>
              <a:t>Most reverently with bended knee, </a:t>
            </a:r>
          </a:p>
          <a:p>
            <a:r>
              <a:rPr lang="en-US" dirty="0"/>
              <a:t>And offered there, in His presence, </a:t>
            </a:r>
          </a:p>
          <a:p>
            <a:r>
              <a:rPr lang="en-US" dirty="0"/>
              <a:t>Both gold and myrrh, and frankincense.</a:t>
            </a:r>
          </a:p>
          <a:p>
            <a:endParaRPr lang="en-IN" sz="2400" dirty="0"/>
          </a:p>
          <a:p>
            <a:r>
              <a:rPr lang="en-IN" dirty="0"/>
              <a:t>Noel, Noel, Noel, Noel,</a:t>
            </a:r>
          </a:p>
          <a:p>
            <a:r>
              <a:rPr lang="en-IN" dirty="0"/>
              <a:t>Born is the King of Israel.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089480"/>
      </p:ext>
    </p:extLst>
  </p:cSld>
  <p:clrMapOvr>
    <a:masterClrMapping/>
  </p:clrMapOvr>
</p:sld>
</file>

<file path=ppt/slides/slide16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Then let us all with one accord </a:t>
            </a:r>
          </a:p>
          <a:p>
            <a:r>
              <a:rPr lang="en-US" dirty="0"/>
              <a:t>Sing praises to our heavenly Lord, </a:t>
            </a:r>
          </a:p>
          <a:p>
            <a:r>
              <a:rPr lang="en-US" dirty="0"/>
              <a:t>That made both heaven and earth of </a:t>
            </a:r>
            <a:r>
              <a:rPr lang="en-US" dirty="0" err="1"/>
              <a:t>nought</a:t>
            </a:r>
            <a:r>
              <a:rPr lang="en-US" dirty="0"/>
              <a:t> </a:t>
            </a:r>
          </a:p>
          <a:p>
            <a:r>
              <a:rPr lang="en-US" dirty="0"/>
              <a:t>And with His Blood humankind hath bought.</a:t>
            </a:r>
          </a:p>
          <a:p>
            <a:endParaRPr lang="en-IN" sz="2400" dirty="0"/>
          </a:p>
          <a:p>
            <a:r>
              <a:rPr lang="en-IN" dirty="0"/>
              <a:t>Noel, Noel, Noel, Noel,</a:t>
            </a:r>
          </a:p>
          <a:p>
            <a:r>
              <a:rPr lang="en-IN" dirty="0"/>
              <a:t>Born is the King of Israel. [2]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879750"/>
      </p:ext>
    </p:extLst>
  </p:cSld>
  <p:clrMapOvr>
    <a:masterClrMapping/>
  </p:clrMapOvr>
</p:sld>
</file>

<file path=ppt/slides/slide16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135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385 - The King of glory comes, the nation rejoices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67398"/>
            <a:ext cx="11753537" cy="5227317"/>
          </a:xfrm>
        </p:spPr>
        <p:txBody>
          <a:bodyPr>
            <a:normAutofit/>
          </a:bodyPr>
          <a:lstStyle/>
          <a:p>
            <a:r>
              <a:rPr lang="en-US" dirty="0"/>
              <a:t>The King of glory comes, the nation rejoices.</a:t>
            </a:r>
          </a:p>
          <a:p>
            <a:r>
              <a:rPr lang="en-US" dirty="0"/>
              <a:t>Open the gates before him, lift up your voices.</a:t>
            </a:r>
          </a:p>
          <a:p>
            <a:endParaRPr lang="en-IN" sz="2000" dirty="0"/>
          </a:p>
          <a:p>
            <a:r>
              <a:rPr lang="en-US" dirty="0"/>
              <a:t>Who is the King of glory? </a:t>
            </a:r>
          </a:p>
          <a:p>
            <a:r>
              <a:rPr lang="en-US" dirty="0"/>
              <a:t>How shall we call him? </a:t>
            </a:r>
          </a:p>
          <a:p>
            <a:r>
              <a:rPr lang="en-US" dirty="0"/>
              <a:t>He is Emmanuel, the promised of ages.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491113"/>
      </p:ext>
    </p:extLst>
  </p:cSld>
  <p:clrMapOvr>
    <a:masterClrMapping/>
  </p:clrMapOvr>
</p:sld>
</file>

<file path=ppt/slides/slide16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King of glory comes, the nation rejoices.</a:t>
            </a:r>
          </a:p>
          <a:p>
            <a:r>
              <a:rPr lang="en-US" dirty="0"/>
              <a:t>Open the gates before him, lift up your voices.</a:t>
            </a:r>
          </a:p>
          <a:p>
            <a:endParaRPr lang="en-US" dirty="0"/>
          </a:p>
          <a:p>
            <a:r>
              <a:rPr lang="en-US" dirty="0"/>
              <a:t>In all of Galilee, in city or village,</a:t>
            </a:r>
          </a:p>
          <a:p>
            <a:r>
              <a:rPr lang="en-US" dirty="0"/>
              <a:t>He goes among his people, curing their illness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58187"/>
      </p:ext>
    </p:extLst>
  </p:cSld>
  <p:clrMapOvr>
    <a:masterClrMapping/>
  </p:clrMapOvr>
</p:sld>
</file>

<file path=ppt/slides/slide16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King of glory comes, the nation rejoices.</a:t>
            </a:r>
          </a:p>
          <a:p>
            <a:r>
              <a:rPr lang="en-US" dirty="0"/>
              <a:t>Open the gates before him, lift up your voices.</a:t>
            </a:r>
          </a:p>
          <a:p>
            <a:endParaRPr lang="en-US" dirty="0"/>
          </a:p>
          <a:p>
            <a:r>
              <a:rPr lang="en-US" dirty="0"/>
              <a:t>Sing then of David’s Son, </a:t>
            </a:r>
          </a:p>
          <a:p>
            <a:r>
              <a:rPr lang="en-US" dirty="0"/>
              <a:t>our </a:t>
            </a:r>
            <a:r>
              <a:rPr lang="en-US" dirty="0" err="1"/>
              <a:t>Saviour</a:t>
            </a:r>
            <a:r>
              <a:rPr lang="en-US" dirty="0"/>
              <a:t> and brother, </a:t>
            </a:r>
          </a:p>
          <a:p>
            <a:r>
              <a:rPr lang="en-US" dirty="0"/>
              <a:t>In all of Galilee, was never another.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611059"/>
      </p:ext>
    </p:extLst>
  </p:cSld>
  <p:clrMapOvr>
    <a:masterClrMapping/>
  </p:clrMapOvr>
</p:sld>
</file>

<file path=ppt/slides/slide16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King of glory comes, the nation rejoices.</a:t>
            </a:r>
          </a:p>
          <a:p>
            <a:r>
              <a:rPr lang="en-US" dirty="0"/>
              <a:t>Open the gates before him, lift up your voices.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 gave his life for us, the pledge of salvation, </a:t>
            </a:r>
          </a:p>
          <a:p>
            <a:r>
              <a:rPr lang="en-US" dirty="0"/>
              <a:t>He took upon himself the sins of the nation.</a:t>
            </a:r>
          </a:p>
          <a:p>
            <a:endParaRPr lang="en-US" sz="2400" dirty="0"/>
          </a:p>
          <a:p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288125"/>
      </p:ext>
    </p:extLst>
  </p:cSld>
  <p:clrMapOvr>
    <a:masterClrMapping/>
  </p:clrMapOvr>
</p:sld>
</file>

<file path=ppt/slides/slide16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King of glory comes, the nation rejoices.</a:t>
            </a:r>
          </a:p>
          <a:p>
            <a:r>
              <a:rPr lang="en-US" dirty="0"/>
              <a:t>Open the gates before him, lift up your voices.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 conquered sin and death; </a:t>
            </a:r>
          </a:p>
          <a:p>
            <a:r>
              <a:rPr lang="en-US" dirty="0"/>
              <a:t>he truly has risen. </a:t>
            </a:r>
          </a:p>
          <a:p>
            <a:r>
              <a:rPr lang="en-US" dirty="0"/>
              <a:t>And he will share with us his heavenly vision.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398889"/>
      </p:ext>
    </p:extLst>
  </p:cSld>
  <p:clrMapOvr>
    <a:masterClrMapping/>
  </p:clrMapOvr>
</p:sld>
</file>

<file path=ppt/slides/slide16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47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386 - The light of Christ has come into the world,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37112"/>
            <a:ext cx="11753537" cy="51183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light of Christ has come into the world,</a:t>
            </a:r>
          </a:p>
          <a:p>
            <a:r>
              <a:rPr lang="en-US" dirty="0"/>
              <a:t>The light of Christ has come into the world.</a:t>
            </a:r>
          </a:p>
          <a:p>
            <a:endParaRPr lang="en-IN" sz="2200" dirty="0">
              <a:highlight>
                <a:srgbClr val="FFFF00"/>
              </a:highlight>
            </a:endParaRPr>
          </a:p>
          <a:p>
            <a:r>
              <a:rPr lang="en-US" dirty="0"/>
              <a:t>All of us must be born again to see </a:t>
            </a:r>
          </a:p>
          <a:p>
            <a:r>
              <a:rPr lang="en-US" dirty="0"/>
              <a:t>the Kingdom of God; </a:t>
            </a:r>
          </a:p>
          <a:p>
            <a:r>
              <a:rPr lang="en-US" dirty="0"/>
              <a:t>The water and the Spirit bring new life in God’s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343463"/>
      </p:ext>
    </p:extLst>
  </p:cSld>
  <p:clrMapOvr>
    <a:masterClrMapping/>
  </p:clrMapOvr>
</p:sld>
</file>

<file path=ppt/slides/slide16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gave up his only Son </a:t>
            </a:r>
          </a:p>
          <a:p>
            <a:r>
              <a:rPr lang="en-US" dirty="0"/>
              <a:t>out of love for the world, </a:t>
            </a:r>
          </a:p>
          <a:p>
            <a:r>
              <a:rPr lang="en-US" dirty="0"/>
              <a:t>So that all those who believe in Him </a:t>
            </a:r>
          </a:p>
          <a:p>
            <a:r>
              <a:rPr lang="en-US" dirty="0"/>
              <a:t>will live for ever.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919968"/>
      </p:ext>
    </p:extLst>
  </p:cSld>
  <p:clrMapOvr>
    <a:masterClrMapping/>
  </p:clrMapOvr>
</p:sld>
</file>

<file path=ppt/slides/slide16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light of God has come to us so that we might have salvation;</a:t>
            </a:r>
          </a:p>
          <a:p>
            <a:r>
              <a:rPr lang="en-US" dirty="0"/>
              <a:t>From the darkness of our sins we walk into glory with Christ Jesus.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856829"/>
      </p:ext>
    </p:extLst>
  </p:cSld>
  <p:clrMapOvr>
    <a:masterClrMapping/>
  </p:clrMapOvr>
</p:sld>
</file>

<file path=ppt/slides/slide16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387 - The Lord is my salvation,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my salvation, </a:t>
            </a:r>
          </a:p>
          <a:p>
            <a:r>
              <a:rPr lang="en-US" dirty="0"/>
              <a:t>He is my light, my help;</a:t>
            </a:r>
          </a:p>
          <a:p>
            <a:r>
              <a:rPr lang="en-US" dirty="0"/>
              <a:t>He is the stronghold of my life: </a:t>
            </a:r>
          </a:p>
          <a:p>
            <a:r>
              <a:rPr lang="en-US" dirty="0"/>
              <a:t>why should I be afraid?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861316"/>
      </p:ext>
    </p:extLst>
  </p:cSld>
  <p:clrMapOvr>
    <a:masterClrMapping/>
  </p:clrMapOvr>
</p:sld>
</file>

<file path=ppt/slides/slide16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thing I seek and ask you, </a:t>
            </a:r>
          </a:p>
          <a:p>
            <a:r>
              <a:rPr lang="en-US" dirty="0"/>
              <a:t>to live within your house,</a:t>
            </a:r>
          </a:p>
          <a:p>
            <a:r>
              <a:rPr lang="en-US" dirty="0"/>
              <a:t>To </a:t>
            </a:r>
            <a:r>
              <a:rPr lang="en-US" dirty="0" err="1"/>
              <a:t>savour</a:t>
            </a:r>
            <a:r>
              <a:rPr lang="en-US" dirty="0"/>
              <a:t> of your sweetness, </a:t>
            </a:r>
          </a:p>
          <a:p>
            <a:r>
              <a:rPr lang="en-US" dirty="0"/>
              <a:t>Lord, every moment of my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430550"/>
      </p:ext>
    </p:extLst>
  </p:cSld>
  <p:clrMapOvr>
    <a:masterClrMapping/>
  </p:clrMapOvr>
</p:sld>
</file>

<file path=ppt/slides/slide16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hosts encamp against me, </a:t>
            </a:r>
          </a:p>
          <a:p>
            <a:r>
              <a:rPr lang="en-US" dirty="0"/>
              <a:t>firm in the fight I’ll stand.</a:t>
            </a:r>
          </a:p>
          <a:p>
            <a:r>
              <a:rPr lang="en-US" dirty="0"/>
              <a:t>What need my heart to shrink in fear, </a:t>
            </a:r>
          </a:p>
          <a:p>
            <a:r>
              <a:rPr lang="en-US" dirty="0"/>
              <a:t>with God at my right hand.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602652"/>
      </p:ext>
    </p:extLst>
  </p:cSld>
  <p:clrMapOvr>
    <a:masterClrMapping/>
  </p:clrMapOvr>
</p:sld>
</file>

<file path=ppt/slides/slide16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388 - The Lord is my shepherd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my shepherd, </a:t>
            </a:r>
          </a:p>
          <a:p>
            <a:r>
              <a:rPr lang="en-US" dirty="0"/>
              <a:t>there is nothing I shall want.</a:t>
            </a:r>
          </a:p>
          <a:p>
            <a:r>
              <a:rPr lang="en-US" dirty="0"/>
              <a:t>Fresh and green are the pastures </a:t>
            </a:r>
          </a:p>
          <a:p>
            <a:r>
              <a:rPr lang="en-US" dirty="0"/>
              <a:t>where he gives me repose. </a:t>
            </a:r>
          </a:p>
          <a:p>
            <a:r>
              <a:rPr lang="en-US" dirty="0"/>
              <a:t>Near restful waters he leads me </a:t>
            </a:r>
          </a:p>
          <a:p>
            <a:r>
              <a:rPr lang="en-US" dirty="0"/>
              <a:t>to revive my drooping spirit.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728995"/>
      </p:ext>
    </p:extLst>
  </p:cSld>
  <p:clrMapOvr>
    <a:masterClrMapping/>
  </p:clrMapOvr>
</p:sld>
</file>

<file path=ppt/slides/slide16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my shepherd, </a:t>
            </a:r>
          </a:p>
          <a:p>
            <a:r>
              <a:rPr lang="en-US" dirty="0"/>
              <a:t>there is nothing I shall want. </a:t>
            </a:r>
          </a:p>
          <a:p>
            <a:r>
              <a:rPr lang="en-US" dirty="0"/>
              <a:t>Yes, the Lord is my shepherd, </a:t>
            </a:r>
          </a:p>
          <a:p>
            <a:r>
              <a:rPr lang="en-US" dirty="0"/>
              <a:t>there is nothing I shall want.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812157"/>
      </p:ext>
    </p:extLst>
  </p:cSld>
  <p:clrMapOvr>
    <a:masterClrMapping/>
  </p:clrMapOvr>
</p:sld>
</file>

<file path=ppt/slides/slide16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guides me along what he knows to be right</a:t>
            </a:r>
          </a:p>
          <a:p>
            <a:r>
              <a:rPr lang="en-US" dirty="0"/>
              <a:t>If I walk in the darkness no evil would I fear. </a:t>
            </a:r>
          </a:p>
          <a:p>
            <a:r>
              <a:rPr lang="en-US" dirty="0"/>
              <a:t>I know that he will be there </a:t>
            </a:r>
          </a:p>
          <a:p>
            <a:r>
              <a:rPr lang="en-US" dirty="0"/>
              <a:t>with his crook and with his staff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589218"/>
      </p:ext>
    </p:extLst>
  </p:cSld>
  <p:clrMapOvr>
    <a:masterClrMapping/>
  </p:clrMapOvr>
</p:sld>
</file>

<file path=ppt/slides/slide16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my shepherd, </a:t>
            </a:r>
          </a:p>
          <a:p>
            <a:r>
              <a:rPr lang="en-US" dirty="0"/>
              <a:t>there is nothing I shall want. </a:t>
            </a:r>
          </a:p>
          <a:p>
            <a:r>
              <a:rPr lang="en-US" dirty="0"/>
              <a:t>Yes, the Lord is my shepherd, </a:t>
            </a:r>
          </a:p>
          <a:p>
            <a:r>
              <a:rPr lang="en-US" dirty="0"/>
              <a:t>there is nothing I shall want.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040807"/>
      </p:ext>
    </p:extLst>
  </p:cSld>
  <p:clrMapOvr>
    <a:masterClrMapping/>
  </p:clrMapOvr>
</p:sld>
</file>

<file path=ppt/slides/slide16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has prepared such a banquet for me.</a:t>
            </a:r>
          </a:p>
          <a:p>
            <a:r>
              <a:rPr lang="en-US" dirty="0"/>
              <a:t>Surely goodness and kindness </a:t>
            </a:r>
          </a:p>
          <a:p>
            <a:r>
              <a:rPr lang="en-US" dirty="0"/>
              <a:t>shall follow after me.</a:t>
            </a:r>
          </a:p>
          <a:p>
            <a:r>
              <a:rPr lang="en-US" dirty="0"/>
              <a:t>In the Lord’s own house </a:t>
            </a:r>
          </a:p>
          <a:p>
            <a:r>
              <a:rPr lang="en-US" dirty="0"/>
              <a:t>shall I dwell all the days of my life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653416"/>
      </p:ext>
    </p:extLst>
  </p:cSld>
  <p:clrMapOvr>
    <a:masterClrMapping/>
  </p:clrMapOvr>
</p:sld>
</file>

<file path=ppt/slides/slide16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my shepherd, </a:t>
            </a:r>
          </a:p>
          <a:p>
            <a:r>
              <a:rPr lang="en-US" dirty="0"/>
              <a:t>there is nothing I shall want. </a:t>
            </a:r>
          </a:p>
          <a:p>
            <a:r>
              <a:rPr lang="en-US" dirty="0"/>
              <a:t>Yes, the Lord is my shepherd, </a:t>
            </a:r>
          </a:p>
          <a:p>
            <a:r>
              <a:rPr lang="en-US" dirty="0"/>
              <a:t>there is nothing I shall want.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87549"/>
      </p:ext>
    </p:extLst>
  </p:cSld>
  <p:clrMapOvr>
    <a:masterClrMapping/>
  </p:clrMapOvr>
</p:sld>
</file>

<file path=ppt/slides/slide16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389 - The Lord is near to all who call on Him.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near to all who call on Him.</a:t>
            </a:r>
          </a:p>
          <a:p>
            <a:r>
              <a:rPr lang="en-US" dirty="0"/>
              <a:t>Rest in Him alone, rest in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948262"/>
      </p:ext>
    </p:extLst>
  </p:cSld>
  <p:clrMapOvr>
    <a:masterClrMapping/>
  </p:clrMapOvr>
</p:sld>
</file>

<file path=ppt/slides/slide16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will guard your coming and your going, </a:t>
            </a:r>
          </a:p>
          <a:p>
            <a:r>
              <a:rPr lang="en-US" dirty="0"/>
              <a:t>He will be the one to guard your life. </a:t>
            </a:r>
          </a:p>
          <a:p>
            <a:r>
              <a:rPr lang="en-US" dirty="0"/>
              <a:t>The sun will not harm you in the daylight, </a:t>
            </a:r>
          </a:p>
          <a:p>
            <a:r>
              <a:rPr lang="en-US" dirty="0"/>
              <a:t>And the Lord will watch you through the night.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606326"/>
      </p:ext>
    </p:extLst>
  </p:cSld>
  <p:clrMapOvr>
    <a:masterClrMapping/>
  </p:clrMapOvr>
</p:sld>
</file>

<file path=ppt/slides/slide16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389 - The Lord is near to all who call on Him.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near to all who call on Him.</a:t>
            </a:r>
          </a:p>
          <a:p>
            <a:r>
              <a:rPr lang="en-US" dirty="0"/>
              <a:t>Rest in Him alone, rest in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662870"/>
      </p:ext>
    </p:extLst>
  </p:cSld>
  <p:clrMapOvr>
    <a:masterClrMapping/>
  </p:clrMapOvr>
</p:sld>
</file>

<file path=ppt/slides/slide1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has seen a thousand years go past Him,</a:t>
            </a:r>
          </a:p>
          <a:p>
            <a:r>
              <a:rPr lang="en-US" dirty="0"/>
              <a:t>Swiftly as the morning fades to night. </a:t>
            </a:r>
          </a:p>
          <a:p>
            <a:r>
              <a:rPr lang="en-US" dirty="0"/>
              <a:t>So come, let Him fill you with His wisdom, </a:t>
            </a:r>
          </a:p>
          <a:p>
            <a:r>
              <a:rPr lang="en-US" dirty="0"/>
              <a:t>To number all your days aright.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928971"/>
      </p:ext>
    </p:extLst>
  </p:cSld>
  <p:clrMapOvr>
    <a:masterClrMapping/>
  </p:clrMapOvr>
</p:sld>
</file>

<file path=ppt/slides/slide16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389 - The Lord is near to all who call on Him.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near to all who call on Him.</a:t>
            </a:r>
          </a:p>
          <a:p>
            <a:r>
              <a:rPr lang="en-US" dirty="0"/>
              <a:t>Rest in Him alone, rest in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088012"/>
      </p:ext>
    </p:extLst>
  </p:cSld>
  <p:clrMapOvr>
    <a:masterClrMapping/>
  </p:clrMapOvr>
</p:sld>
</file>

<file path=ppt/slides/slide16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in You I come to take my refuge, </a:t>
            </a:r>
          </a:p>
          <a:p>
            <a:r>
              <a:rPr lang="en-US" dirty="0"/>
              <a:t>Through the night You ever counsel me. </a:t>
            </a:r>
          </a:p>
          <a:p>
            <a:r>
              <a:rPr lang="en-US" dirty="0"/>
              <a:t>O Lord, You have formed me to be holy. </a:t>
            </a:r>
          </a:p>
          <a:p>
            <a:r>
              <a:rPr lang="en-US" dirty="0"/>
              <a:t>And to rest within You peacefully.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518177"/>
      </p:ext>
    </p:extLst>
  </p:cSld>
  <p:clrMapOvr>
    <a:masterClrMapping/>
  </p:clrMapOvr>
</p:sld>
</file>

<file path=ppt/slides/slide16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389 - The Lord is near to all who call on Him.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near to all who call on Him.</a:t>
            </a:r>
          </a:p>
          <a:p>
            <a:r>
              <a:rPr lang="en-US" dirty="0"/>
              <a:t>Rest in Him alone, rest in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679792"/>
      </p:ext>
    </p:extLst>
  </p:cSld>
  <p:clrMapOvr>
    <a:masterClrMapping/>
  </p:clrMapOvr>
</p:sld>
</file>

<file path=ppt/slides/slide16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 in Him for ever, O my people,</a:t>
            </a:r>
          </a:p>
          <a:p>
            <a:r>
              <a:rPr lang="en-US" dirty="0"/>
              <a:t>Pour out all your hearts before the Lord. </a:t>
            </a:r>
          </a:p>
          <a:p>
            <a:r>
              <a:rPr lang="en-US" dirty="0"/>
              <a:t>Your God is a rock of strength, your glory; </a:t>
            </a:r>
          </a:p>
          <a:p>
            <a:r>
              <a:rPr lang="en-US" dirty="0"/>
              <a:t>In the Lord is all your hope restored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640278"/>
      </p:ext>
    </p:extLst>
  </p:cSld>
  <p:clrMapOvr>
    <a:masterClrMapping/>
  </p:clrMapOvr>
</p:sld>
</file>

<file path=ppt/slides/slide16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389 - The Lord is near to all who call on Him.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near to all who call on Him.</a:t>
            </a:r>
          </a:p>
          <a:p>
            <a:r>
              <a:rPr lang="en-US" dirty="0"/>
              <a:t>Rest in Him alone, rest in Him alone.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421144"/>
      </p:ext>
    </p:extLst>
  </p:cSld>
  <p:clrMapOvr>
    <a:masterClrMapping/>
  </p:clrMapOvr>
</p:sld>
</file>

<file path=ppt/slides/slide16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70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390 - The mass is ended, all go in peace.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mass is ended, all go in peace.</a:t>
            </a:r>
          </a:p>
          <a:p>
            <a:r>
              <a:rPr lang="en-US" dirty="0"/>
              <a:t>We must diminish and Christ increase.</a:t>
            </a:r>
          </a:p>
          <a:p>
            <a:r>
              <a:rPr lang="en-US" dirty="0"/>
              <a:t>We take him with us where ever we go.</a:t>
            </a:r>
          </a:p>
          <a:p>
            <a:r>
              <a:rPr lang="en-US" dirty="0"/>
              <a:t>That through our actions his life may show.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38497"/>
      </p:ext>
    </p:extLst>
  </p:cSld>
  <p:clrMapOvr>
    <a:masterClrMapping/>
  </p:clrMapOvr>
</p:sld>
</file>

<file path=ppt/slides/slide16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witness his love to every one </a:t>
            </a:r>
          </a:p>
          <a:p>
            <a:r>
              <a:rPr lang="en-US" dirty="0"/>
              <a:t>By our communion with Christ the Son. </a:t>
            </a:r>
          </a:p>
          <a:p>
            <a:r>
              <a:rPr lang="en-US" dirty="0"/>
              <a:t>We take the Mass to where one may be, </a:t>
            </a:r>
          </a:p>
          <a:p>
            <a:r>
              <a:rPr lang="en-US" dirty="0"/>
              <a:t>So Christ may shine forth for all to see.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088571"/>
      </p:ext>
    </p:extLst>
  </p:cSld>
  <p:clrMapOvr>
    <a:masterClrMapping/>
  </p:clrMapOvr>
</p:sld>
</file>

<file path=ppt/slides/slide16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 to the Father who shows the way. </a:t>
            </a:r>
          </a:p>
          <a:p>
            <a:r>
              <a:rPr lang="en-US" dirty="0"/>
              <a:t>His life within us throughout each day. </a:t>
            </a:r>
          </a:p>
          <a:p>
            <a:r>
              <a:rPr lang="en-US" dirty="0"/>
              <a:t>Let all our living and loving be </a:t>
            </a:r>
          </a:p>
          <a:p>
            <a:r>
              <a:rPr lang="en-US" dirty="0"/>
              <a:t>To praise and honour the Trinity.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634831"/>
      </p:ext>
    </p:extLst>
  </p:cSld>
  <p:clrMapOvr>
    <a:masterClrMapping/>
  </p:clrMapOvr>
</p:sld>
</file>

<file path=ppt/slides/slide16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391 - The more we hear of the Word of God,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more we hear of the Word of God,</a:t>
            </a:r>
          </a:p>
          <a:p>
            <a:r>
              <a:rPr lang="en-US" dirty="0"/>
              <a:t>The better we will know him.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536774"/>
      </p:ext>
    </p:extLst>
  </p:cSld>
  <p:clrMapOvr>
    <a:masterClrMapping/>
  </p:clrMapOvr>
</p:sld>
</file>

<file path=ppt/slides/slide16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our minds and our hearts, O Lord, </a:t>
            </a:r>
          </a:p>
          <a:p>
            <a:r>
              <a:rPr lang="en-US" dirty="0"/>
              <a:t>Send us your Spirit anew. </a:t>
            </a:r>
          </a:p>
          <a:p>
            <a:r>
              <a:rPr lang="en-US" dirty="0"/>
              <a:t>Open our minds and our hearts, O Father, </a:t>
            </a:r>
          </a:p>
          <a:p>
            <a:r>
              <a:rPr lang="en-US" dirty="0"/>
              <a:t>We want to learn more about you. - 2</a:t>
            </a:r>
          </a:p>
          <a:p>
            <a:endParaRPr lang="en-IN" dirty="0"/>
          </a:p>
          <a:p>
            <a:r>
              <a:rPr lang="en-IN" dirty="0"/>
              <a:t>Love...		Serve...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250741"/>
      </p:ext>
    </p:extLst>
  </p:cSld>
  <p:clrMapOvr>
    <a:masterClrMapping/>
  </p:clrMapOvr>
</p:sld>
</file>

<file path=ppt/slides/slide16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392 - The people of God who had fled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people of God who had fled </a:t>
            </a:r>
          </a:p>
          <a:p>
            <a:r>
              <a:rPr lang="en-US" dirty="0"/>
              <a:t>From the tyrant’s cruel command,</a:t>
            </a:r>
          </a:p>
          <a:p>
            <a:r>
              <a:rPr lang="en-US" dirty="0"/>
              <a:t>By God had been faithfully led, </a:t>
            </a:r>
          </a:p>
          <a:p>
            <a:r>
              <a:rPr lang="en-US" dirty="0"/>
              <a:t>Safe across the dry, arid sand,</a:t>
            </a:r>
          </a:p>
          <a:p>
            <a:r>
              <a:rPr lang="en-US" dirty="0"/>
              <a:t>With eyes that were constantly turned </a:t>
            </a:r>
          </a:p>
          <a:p>
            <a:r>
              <a:rPr lang="en-US" dirty="0"/>
              <a:t>To the distant land of God’s Word</a:t>
            </a:r>
          </a:p>
          <a:p>
            <a:r>
              <a:rPr lang="en-US" dirty="0"/>
              <a:t>The land for which every tribe yearned, </a:t>
            </a:r>
          </a:p>
          <a:p>
            <a:r>
              <a:rPr lang="en-US" dirty="0"/>
              <a:t>Where no cry of pain would be heard.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0164"/>
      </p:ext>
    </p:extLst>
  </p:cSld>
  <p:clrMapOvr>
    <a:masterClrMapping/>
  </p:clrMapOvr>
</p:sld>
</file>

<file path=ppt/slides/slide16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come land of our hope </a:t>
            </a:r>
          </a:p>
          <a:p>
            <a:r>
              <a:rPr lang="en-US" dirty="0"/>
              <a:t>Though hard be the journey and long</a:t>
            </a:r>
          </a:p>
          <a:p>
            <a:r>
              <a:rPr lang="en-US" dirty="0"/>
              <a:t>We come land of our hope, </a:t>
            </a:r>
          </a:p>
          <a:p>
            <a:r>
              <a:rPr lang="en-US" dirty="0"/>
              <a:t>We know that to you we belong</a:t>
            </a:r>
          </a:p>
          <a:p>
            <a:r>
              <a:rPr lang="en-US" dirty="0"/>
              <a:t>We come land of our hope, </a:t>
            </a:r>
          </a:p>
          <a:p>
            <a:r>
              <a:rPr lang="en-US" dirty="0"/>
              <a:t>Our hearts over flowing with song</a:t>
            </a:r>
          </a:p>
          <a:p>
            <a:r>
              <a:rPr lang="en-US" dirty="0"/>
              <a:t>We come land of our hope,  we 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445153"/>
      </p:ext>
    </p:extLst>
  </p:cSld>
  <p:clrMapOvr>
    <a:masterClrMapping/>
  </p:clrMapOvr>
</p:sld>
</file>

<file path=ppt/slides/slide16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Weighed down by the sorrows of earth, </a:t>
            </a:r>
          </a:p>
          <a:p>
            <a:r>
              <a:rPr lang="en-US" dirty="0"/>
              <a:t>See the nations look for the light, </a:t>
            </a:r>
          </a:p>
          <a:p>
            <a:r>
              <a:rPr lang="en-US" dirty="0"/>
              <a:t>A thirst for the joys of true worth, </a:t>
            </a:r>
          </a:p>
          <a:p>
            <a:r>
              <a:rPr lang="en-US" dirty="0"/>
              <a:t>For unending peace and delight, </a:t>
            </a:r>
          </a:p>
          <a:p>
            <a:r>
              <a:rPr lang="en-US" dirty="0"/>
              <a:t>0 where is the land that can fill </a:t>
            </a:r>
          </a:p>
          <a:p>
            <a:r>
              <a:rPr lang="en-US" dirty="0"/>
              <a:t>The desires that burn in the heart? </a:t>
            </a:r>
          </a:p>
          <a:p>
            <a:r>
              <a:rPr lang="en-US" dirty="0"/>
              <a:t>The true Church of God is the home </a:t>
            </a:r>
          </a:p>
          <a:p>
            <a:r>
              <a:rPr lang="en-US" dirty="0"/>
              <a:t>That alone this joy can impart.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422958"/>
      </p:ext>
    </p:extLst>
  </p:cSld>
  <p:clrMapOvr>
    <a:masterClrMapping/>
  </p:clrMapOvr>
</p:sld>
</file>

<file path=ppt/slides/slide16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Released from the bondage of sin, </a:t>
            </a:r>
          </a:p>
          <a:p>
            <a:r>
              <a:rPr lang="en-US" dirty="0"/>
              <a:t>We now freely join in the march, </a:t>
            </a:r>
          </a:p>
          <a:p>
            <a:r>
              <a:rPr lang="en-US" dirty="0"/>
              <a:t>Our </a:t>
            </a:r>
            <a:r>
              <a:rPr lang="en-US" dirty="0" err="1"/>
              <a:t>Saviour</a:t>
            </a:r>
            <a:r>
              <a:rPr lang="en-US" dirty="0"/>
              <a:t> shall help us to win </a:t>
            </a:r>
          </a:p>
          <a:p>
            <a:r>
              <a:rPr lang="en-US" dirty="0"/>
              <a:t>What has been the goal of our search. </a:t>
            </a:r>
          </a:p>
          <a:p>
            <a:r>
              <a:rPr lang="en-US" dirty="0"/>
              <a:t>Our home is God’s heaven above </a:t>
            </a:r>
          </a:p>
          <a:p>
            <a:r>
              <a:rPr lang="en-US" dirty="0"/>
              <a:t>To which every soul he will send </a:t>
            </a:r>
          </a:p>
          <a:p>
            <a:r>
              <a:rPr lang="en-US" dirty="0"/>
              <a:t>If honest in faith and in love, </a:t>
            </a:r>
          </a:p>
          <a:p>
            <a:r>
              <a:rPr lang="en-US" dirty="0"/>
              <a:t>We have followed Christ to the 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507893"/>
      </p:ext>
    </p:extLst>
  </p:cSld>
  <p:clrMapOvr>
    <a:masterClrMapping/>
  </p:clrMapOvr>
</p:sld>
</file>

<file path=ppt/slides/slide16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899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393 - The </a:t>
            </a:r>
            <a:r>
              <a:rPr lang="en-US" dirty="0" err="1"/>
              <a:t>Saviour</a:t>
            </a:r>
            <a:r>
              <a:rPr lang="en-US" dirty="0"/>
              <a:t> is waiting to enter your heart,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06569"/>
            <a:ext cx="11753537" cy="466691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Saviour</a:t>
            </a:r>
            <a:r>
              <a:rPr lang="en-US" dirty="0"/>
              <a:t> is waiting to enter your heart, </a:t>
            </a:r>
          </a:p>
          <a:p>
            <a:r>
              <a:rPr lang="en-US" dirty="0"/>
              <a:t>Why don’t you let Him come in? </a:t>
            </a:r>
          </a:p>
          <a:p>
            <a:r>
              <a:rPr lang="en-US" dirty="0"/>
              <a:t>There’s nothing in this world </a:t>
            </a:r>
          </a:p>
          <a:p>
            <a:r>
              <a:rPr lang="en-US" dirty="0"/>
              <a:t>to keep you apart, </a:t>
            </a:r>
          </a:p>
          <a:p>
            <a:r>
              <a:rPr lang="en-US" dirty="0"/>
              <a:t>What is your answer to Him?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792314"/>
      </p:ext>
    </p:extLst>
  </p:cSld>
  <p:clrMapOvr>
    <a:masterClrMapping/>
  </p:clrMapOvr>
</p:sld>
</file>

<file path=ppt/slides/slide16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after time He has waited before, </a:t>
            </a:r>
          </a:p>
          <a:p>
            <a:r>
              <a:rPr lang="en-US" dirty="0"/>
              <a:t>And now He is waiting again. </a:t>
            </a:r>
          </a:p>
          <a:p>
            <a:r>
              <a:rPr lang="en-US" dirty="0"/>
              <a:t>To see if you’re willing to open the door, </a:t>
            </a:r>
          </a:p>
          <a:p>
            <a:r>
              <a:rPr lang="en-US" dirty="0"/>
              <a:t>Oh how He wants to come 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356520"/>
      </p:ext>
    </p:extLst>
  </p:cSld>
  <p:clrMapOvr>
    <a:masterClrMapping/>
  </p:clrMapOvr>
</p:sld>
</file>

<file path=ppt/slides/slide16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you’ll take one step towards the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my friend </a:t>
            </a:r>
          </a:p>
          <a:p>
            <a:r>
              <a:rPr lang="en-US" dirty="0"/>
              <a:t>You’ll find His arms open wide. </a:t>
            </a:r>
          </a:p>
          <a:p>
            <a:r>
              <a:rPr lang="en-US" dirty="0"/>
              <a:t>Receive Him and all of your darkness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353040"/>
      </p:ext>
    </p:extLst>
  </p:cSld>
  <p:clrMapOvr>
    <a:masterClrMapping/>
  </p:clrMapOvr>
</p:sld>
</file>

<file path=ppt/slides/slide16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after time He has waited before, </a:t>
            </a:r>
          </a:p>
          <a:p>
            <a:r>
              <a:rPr lang="en-US" dirty="0"/>
              <a:t>And now He is waiting again. </a:t>
            </a:r>
          </a:p>
          <a:p>
            <a:r>
              <a:rPr lang="en-US" dirty="0"/>
              <a:t>To see if you’re willing to open the door, </a:t>
            </a:r>
          </a:p>
          <a:p>
            <a:r>
              <a:rPr lang="en-US" dirty="0"/>
              <a:t>Oh how He wants to come 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624607"/>
      </p:ext>
    </p:extLst>
  </p:cSld>
  <p:clrMapOvr>
    <a:masterClrMapping/>
  </p:clrMapOvr>
</p:sld>
</file>

<file path=ppt/slides/slide16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8" y="31527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394 - The spotless robe of Christ was mine,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 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r>
              <a:rPr lang="en-US" dirty="0"/>
              <a:t>And at his feast I took the place </a:t>
            </a:r>
          </a:p>
          <a:p>
            <a:r>
              <a:rPr lang="en-US" dirty="0"/>
              <a:t>Of those who his call had despised, 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1699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929050"/>
      </p:ext>
    </p:extLst>
  </p:cSld>
  <p:clrMapOvr>
    <a:masterClrMapping/>
  </p:clrMapOvr>
</p:sld>
</file>

<file path=ppt/slides/slide1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His loving hand was placed on me </a:t>
            </a:r>
          </a:p>
          <a:p>
            <a:r>
              <a:rPr lang="en-US" dirty="0"/>
              <a:t>And he did call me friend. 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r>
              <a:rPr lang="en-US" dirty="0"/>
              <a:t>And claiming me as his own child, </a:t>
            </a:r>
          </a:p>
          <a:p>
            <a:r>
              <a:rPr lang="en-US" dirty="0"/>
              <a:t>Did royal </a:t>
            </a:r>
            <a:r>
              <a:rPr lang="en-US" dirty="0" err="1"/>
              <a:t>favours</a:t>
            </a:r>
            <a:r>
              <a:rPr lang="en-US" dirty="0"/>
              <a:t> extend.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329871"/>
      </p:ext>
    </p:extLst>
  </p:cSld>
  <p:clrMapOvr>
    <a:masterClrMapping/>
  </p:clrMapOvr>
</p:sld>
</file>

<file path=ppt/slides/slide17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light of Christ now shines through me, </a:t>
            </a:r>
          </a:p>
          <a:p>
            <a:r>
              <a:rPr lang="en-US" dirty="0"/>
              <a:t>His Paschal joy on my brow. 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r>
              <a:rPr lang="en-US" dirty="0"/>
              <a:t>With lamp alight the bridegroom shall find </a:t>
            </a:r>
          </a:p>
          <a:p>
            <a:r>
              <a:rPr lang="en-US" dirty="0"/>
              <a:t>Me always awaiting Him now.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69909"/>
      </p:ext>
    </p:extLst>
  </p:cSld>
  <p:clrMapOvr>
    <a:masterClrMapping/>
  </p:clrMapOvr>
</p:sld>
</file>

<file path=ppt/slides/slide17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joy to be in Paradise </a:t>
            </a:r>
          </a:p>
          <a:p>
            <a:r>
              <a:rPr lang="en-US" dirty="0"/>
              <a:t>And share God’s heavenly bliss! 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r>
              <a:rPr lang="en-US" dirty="0"/>
              <a:t>And we ourselves shall Godlike be, </a:t>
            </a:r>
          </a:p>
          <a:p>
            <a:r>
              <a:rPr lang="en-US" dirty="0"/>
              <a:t>Our faces resplendent like his.</a:t>
            </a:r>
          </a:p>
          <a:p>
            <a:r>
              <a:rPr lang="en-US" dirty="0"/>
              <a:t>The spotless robe of Christ was mine, </a:t>
            </a:r>
          </a:p>
          <a:p>
            <a:r>
              <a:rPr lang="en-US" dirty="0"/>
              <a:t>The day I was </a:t>
            </a:r>
            <a:r>
              <a:rPr lang="en-US" dirty="0" err="1"/>
              <a:t>baptised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960145"/>
      </p:ext>
    </p:extLst>
  </p:cSld>
  <p:clrMapOvr>
    <a:masterClrMapping/>
  </p:clrMapOvr>
</p:sld>
</file>

<file path=ppt/slides/slide17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47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395 - The steadfast love of the Lord never ceases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37120"/>
            <a:ext cx="11753537" cy="50373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steadfast love of the Lord never ceases.</a:t>
            </a:r>
          </a:p>
          <a:p>
            <a:r>
              <a:rPr lang="en-US" dirty="0"/>
              <a:t>His mercies never come to an end. </a:t>
            </a:r>
          </a:p>
          <a:p>
            <a:r>
              <a:rPr lang="en-US" dirty="0"/>
              <a:t>They are new every morning, </a:t>
            </a:r>
          </a:p>
          <a:p>
            <a:r>
              <a:rPr lang="en-US" dirty="0"/>
              <a:t>new every morning, </a:t>
            </a:r>
          </a:p>
          <a:p>
            <a:r>
              <a:rPr lang="en-US" dirty="0"/>
              <a:t>Great is your faithfulness, O Lord, </a:t>
            </a:r>
          </a:p>
          <a:p>
            <a:r>
              <a:rPr lang="en-US" dirty="0"/>
              <a:t>Great is your faithfulness.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55393"/>
      </p:ext>
    </p:extLst>
  </p:cSld>
  <p:clrMapOvr>
    <a:masterClrMapping/>
  </p:clrMapOvr>
</p:sld>
</file>

<file path=ppt/slides/slide17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Lord is good to those who wait for him,</a:t>
            </a:r>
          </a:p>
          <a:p>
            <a:r>
              <a:rPr lang="en-US" dirty="0"/>
              <a:t>To the soul that seeks Him.</a:t>
            </a:r>
          </a:p>
          <a:p>
            <a:r>
              <a:rPr lang="en-US" dirty="0"/>
              <a:t>It is good that we should wait quietly </a:t>
            </a:r>
          </a:p>
          <a:p>
            <a:r>
              <a:rPr lang="en-US" dirty="0"/>
              <a:t>For the salvation of the Lord.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147130"/>
      </p:ext>
    </p:extLst>
  </p:cSld>
  <p:clrMapOvr>
    <a:masterClrMapping/>
  </p:clrMapOvr>
</p:sld>
</file>

<file path=ppt/slides/slide17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steadfast love of the Lord never ceases.</a:t>
            </a:r>
          </a:p>
          <a:p>
            <a:r>
              <a:rPr lang="en-US" dirty="0"/>
              <a:t>His mercies never come to an end. </a:t>
            </a:r>
          </a:p>
          <a:p>
            <a:r>
              <a:rPr lang="en-US" dirty="0"/>
              <a:t>They are new every morning, </a:t>
            </a:r>
          </a:p>
          <a:p>
            <a:r>
              <a:rPr lang="en-US" dirty="0"/>
              <a:t>new every morning, </a:t>
            </a:r>
          </a:p>
          <a:p>
            <a:r>
              <a:rPr lang="en-US" dirty="0"/>
              <a:t>Great is your faithfulness, O Lord, </a:t>
            </a:r>
          </a:p>
          <a:p>
            <a:r>
              <a:rPr lang="en-US" dirty="0"/>
              <a:t>Great is your faithfulness.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62101"/>
      </p:ext>
    </p:extLst>
  </p:cSld>
  <p:clrMapOvr>
    <a:masterClrMapping/>
  </p:clrMapOvr>
</p:sld>
</file>

<file path=ppt/slides/slide17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test and examine all our ways, </a:t>
            </a:r>
          </a:p>
          <a:p>
            <a:r>
              <a:rPr lang="en-US" dirty="0"/>
              <a:t>And return unto the Lord, </a:t>
            </a:r>
          </a:p>
          <a:p>
            <a:r>
              <a:rPr lang="en-US" dirty="0"/>
              <a:t>Let us lift our hearts and not our hands alone </a:t>
            </a:r>
          </a:p>
          <a:p>
            <a:r>
              <a:rPr lang="en-US" dirty="0"/>
              <a:t>Unto the Lord who is in heaven.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183920"/>
      </p:ext>
    </p:extLst>
  </p:cSld>
  <p:clrMapOvr>
    <a:masterClrMapping/>
  </p:clrMapOvr>
</p:sld>
</file>

<file path=ppt/slides/slide17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steadfast love of the Lord never ceases.</a:t>
            </a:r>
          </a:p>
          <a:p>
            <a:r>
              <a:rPr lang="en-US" dirty="0"/>
              <a:t>His mercies never come to an end. </a:t>
            </a:r>
          </a:p>
          <a:p>
            <a:r>
              <a:rPr lang="en-US" dirty="0"/>
              <a:t>They are new every morning, </a:t>
            </a:r>
          </a:p>
          <a:p>
            <a:r>
              <a:rPr lang="en-US" dirty="0"/>
              <a:t>new every morning, </a:t>
            </a:r>
          </a:p>
          <a:p>
            <a:r>
              <a:rPr lang="en-US" dirty="0"/>
              <a:t>Great is your faithfulness, O Lord, </a:t>
            </a:r>
          </a:p>
          <a:p>
            <a:r>
              <a:rPr lang="en-US" dirty="0"/>
              <a:t>Great is your faithfulness.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763229"/>
      </p:ext>
    </p:extLst>
  </p:cSld>
  <p:clrMapOvr>
    <a:masterClrMapping/>
  </p:clrMapOvr>
</p:sld>
</file>

<file path=ppt/slides/slide17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trample underfoot a prisoner, </a:t>
            </a:r>
          </a:p>
          <a:p>
            <a:r>
              <a:rPr lang="en-US" dirty="0"/>
              <a:t>To deny a human right, </a:t>
            </a:r>
          </a:p>
          <a:p>
            <a:r>
              <a:rPr lang="en-US" dirty="0"/>
              <a:t>To employ injustice in a court of law: </a:t>
            </a:r>
          </a:p>
          <a:p>
            <a:r>
              <a:rPr lang="en-US" dirty="0"/>
              <a:t>Such things the Lord does not approve.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050121"/>
      </p:ext>
    </p:extLst>
  </p:cSld>
  <p:clrMapOvr>
    <a:masterClrMapping/>
  </p:clrMapOvr>
</p:sld>
</file>

<file path=ppt/slides/slide17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steadfast love of the Lord never ceases.</a:t>
            </a:r>
          </a:p>
          <a:p>
            <a:r>
              <a:rPr lang="en-US" dirty="0"/>
              <a:t>His mercies never come to an end. </a:t>
            </a:r>
          </a:p>
          <a:p>
            <a:r>
              <a:rPr lang="en-US" dirty="0"/>
              <a:t>They are new every morning, </a:t>
            </a:r>
          </a:p>
          <a:p>
            <a:r>
              <a:rPr lang="en-US" dirty="0"/>
              <a:t>new every morning, </a:t>
            </a:r>
          </a:p>
          <a:p>
            <a:r>
              <a:rPr lang="en-US" dirty="0"/>
              <a:t>Great is your faithfulness, O Lord, </a:t>
            </a:r>
          </a:p>
          <a:p>
            <a:r>
              <a:rPr lang="en-US" dirty="0"/>
              <a:t>Great is your faithfulness.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491510"/>
      </p:ext>
    </p:extLst>
  </p:cSld>
  <p:clrMapOvr>
    <a:masterClrMapping/>
  </p:clrMapOvr>
</p:sld>
</file>

<file path=ppt/slides/slide17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43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396 - The world stands in need of liberation, my Lord,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62586"/>
            <a:ext cx="11753537" cy="5003294"/>
          </a:xfrm>
        </p:spPr>
        <p:txBody>
          <a:bodyPr>
            <a:normAutofit fontScale="92500"/>
          </a:bodyPr>
          <a:lstStyle/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feel your power. </a:t>
            </a:r>
          </a:p>
          <a:p>
            <a:r>
              <a:rPr lang="en-US" dirty="0"/>
              <a:t>The blind and the deaf, the dumb and the maimed,</a:t>
            </a:r>
          </a:p>
          <a:p>
            <a:r>
              <a:rPr lang="en-US" dirty="0"/>
              <a:t>All need to feel your healing touch. </a:t>
            </a:r>
          </a:p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learn to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463805"/>
      </p:ext>
    </p:extLst>
  </p:cSld>
  <p:clrMapOvr>
    <a:masterClrMapping/>
  </p:clrMapOvr>
</p:sld>
</file>

<file path=ppt/slides/slide1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those who have eyes </a:t>
            </a:r>
          </a:p>
          <a:p>
            <a:r>
              <a:rPr lang="en-US" dirty="0"/>
              <a:t>but refuse to see </a:t>
            </a:r>
          </a:p>
          <a:p>
            <a:r>
              <a:rPr lang="en-US" dirty="0"/>
              <a:t>The inhumanity that’s done.</a:t>
            </a:r>
          </a:p>
          <a:p>
            <a:r>
              <a:rPr lang="en-US" dirty="0"/>
              <a:t>There are those who have ears </a:t>
            </a:r>
          </a:p>
          <a:p>
            <a:r>
              <a:rPr lang="en-US" dirty="0"/>
              <a:t>but refuse to hear </a:t>
            </a:r>
          </a:p>
          <a:p>
            <a:r>
              <a:rPr lang="en-US" dirty="0"/>
              <a:t>The cries of those in agony.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095143"/>
      </p:ext>
    </p:extLst>
  </p:cSld>
  <p:clrMapOvr>
    <a:masterClrMapping/>
  </p:clrMapOvr>
</p:sld>
</file>

<file path=ppt/slides/slide17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feel your power. </a:t>
            </a:r>
          </a:p>
          <a:p>
            <a:r>
              <a:rPr lang="en-US" dirty="0"/>
              <a:t>The blind and the deaf, the dumb and the maimed,</a:t>
            </a:r>
          </a:p>
          <a:p>
            <a:r>
              <a:rPr lang="en-US" dirty="0"/>
              <a:t>All need to feel your healing touch. </a:t>
            </a:r>
          </a:p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learn to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436491"/>
      </p:ext>
    </p:extLst>
  </p:cSld>
  <p:clrMapOvr>
    <a:masterClrMapping/>
  </p:clrMapOvr>
</p:sld>
</file>

<file path=ppt/slides/slide17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those who have mouths </a:t>
            </a:r>
          </a:p>
          <a:p>
            <a:r>
              <a:rPr lang="en-US" dirty="0"/>
              <a:t>but refuse to speak </a:t>
            </a:r>
          </a:p>
          <a:p>
            <a:r>
              <a:rPr lang="en-US" dirty="0"/>
              <a:t>Against injustice done to some.</a:t>
            </a:r>
          </a:p>
          <a:p>
            <a:r>
              <a:rPr lang="en-US" dirty="0"/>
              <a:t>There are those who have hands </a:t>
            </a:r>
          </a:p>
          <a:p>
            <a:r>
              <a:rPr lang="en-US" dirty="0"/>
              <a:t>but refuse to reach </a:t>
            </a:r>
          </a:p>
          <a:p>
            <a:r>
              <a:rPr lang="en-US" dirty="0"/>
              <a:t>Them out in love and charity.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523955"/>
      </p:ext>
    </p:extLst>
  </p:cSld>
  <p:clrMapOvr>
    <a:masterClrMapping/>
  </p:clrMapOvr>
</p:sld>
</file>

<file path=ppt/slides/slide17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feel your power. </a:t>
            </a:r>
          </a:p>
          <a:p>
            <a:r>
              <a:rPr lang="en-US" dirty="0"/>
              <a:t>The blind and the deaf, the dumb and the maimed,</a:t>
            </a:r>
          </a:p>
          <a:p>
            <a:r>
              <a:rPr lang="en-US" dirty="0"/>
              <a:t>All need to feel your healing touch. </a:t>
            </a:r>
          </a:p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learn to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100094"/>
      </p:ext>
    </p:extLst>
  </p:cSld>
  <p:clrMapOvr>
    <a:masterClrMapping/>
  </p:clrMapOvr>
</p:sld>
</file>

<file path=ppt/slides/slide17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those who have talents </a:t>
            </a:r>
          </a:p>
          <a:p>
            <a:r>
              <a:rPr lang="en-US" dirty="0"/>
              <a:t>they do not use </a:t>
            </a:r>
          </a:p>
          <a:p>
            <a:r>
              <a:rPr lang="en-US" dirty="0"/>
              <a:t>To build a true community. </a:t>
            </a:r>
          </a:p>
          <a:p>
            <a:r>
              <a:rPr lang="en-US" dirty="0"/>
              <a:t>And we know that we all have the talent ‘</a:t>
            </a:r>
          </a:p>
          <a:p>
            <a:r>
              <a:rPr lang="en-US" dirty="0"/>
              <a:t>to love  </a:t>
            </a:r>
          </a:p>
          <a:p>
            <a:r>
              <a:rPr lang="en-US" dirty="0"/>
              <a:t>But leave it buried in ourselves.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553378"/>
      </p:ext>
    </p:extLst>
  </p:cSld>
  <p:clrMapOvr>
    <a:masterClrMapping/>
  </p:clrMapOvr>
</p:sld>
</file>

<file path=ppt/slides/slide17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feel your power. </a:t>
            </a:r>
          </a:p>
          <a:p>
            <a:r>
              <a:rPr lang="en-US" dirty="0"/>
              <a:t>The blind and the deaf, the dumb and the maimed,</a:t>
            </a:r>
          </a:p>
          <a:p>
            <a:r>
              <a:rPr lang="en-US" dirty="0"/>
              <a:t>All need to feel your healing touch. </a:t>
            </a:r>
          </a:p>
          <a:p>
            <a:r>
              <a:rPr lang="en-US" dirty="0"/>
              <a:t>The world stands in need of liberation, my Lord, </a:t>
            </a:r>
          </a:p>
          <a:p>
            <a:r>
              <a:rPr lang="en-US" dirty="0"/>
              <a:t>It still has to learn to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838101"/>
      </p:ext>
    </p:extLst>
  </p:cSld>
  <p:clrMapOvr>
    <a:masterClrMapping/>
  </p:clrMapOvr>
</p:sld>
</file>

<file path=ppt/slides/slide17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395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397 - There are numerous strings in your lute,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strings in your lute,</a:t>
            </a:r>
          </a:p>
          <a:p>
            <a:r>
              <a:rPr lang="en-US" dirty="0"/>
              <a:t>Let me add my own among them.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632813"/>
      </p:ext>
    </p:extLst>
  </p:cSld>
  <p:clrMapOvr>
    <a:masterClrMapping/>
  </p:clrMapOvr>
</p:sld>
</file>

<file path=ppt/slides/slide17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when you smite your chords,</a:t>
            </a:r>
          </a:p>
          <a:p>
            <a:r>
              <a:rPr lang="en-US" dirty="0"/>
              <a:t>My heart will break its silence,</a:t>
            </a:r>
          </a:p>
          <a:p>
            <a:r>
              <a:rPr lang="en-US" dirty="0"/>
              <a:t>And my heart will be one with your song.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683819"/>
      </p:ext>
    </p:extLst>
  </p:cSld>
  <p:clrMapOvr>
    <a:masterClrMapping/>
  </p:clrMapOvr>
</p:sld>
</file>

<file path=ppt/slides/slide17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strings in your lute,</a:t>
            </a:r>
          </a:p>
          <a:p>
            <a:r>
              <a:rPr lang="en-US" dirty="0"/>
              <a:t>Let me add my own among them.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642468"/>
      </p:ext>
    </p:extLst>
  </p:cSld>
  <p:clrMapOvr>
    <a:masterClrMapping/>
  </p:clrMapOvr>
</p:sld>
</file>

<file path=ppt/slides/slide17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Amidst your numberless stars, </a:t>
            </a:r>
          </a:p>
          <a:p>
            <a:r>
              <a:rPr lang="en-US" dirty="0"/>
              <a:t>Let me place my own little lamp.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34947"/>
      </p:ext>
    </p:extLst>
  </p:cSld>
  <p:clrMapOvr>
    <a:masterClrMapping/>
  </p:clrMapOvr>
</p:sld>
</file>

<file path=ppt/slides/slide17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strings in your lute,</a:t>
            </a:r>
          </a:p>
          <a:p>
            <a:r>
              <a:rPr lang="en-US" dirty="0"/>
              <a:t>Let me add my own among them.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570608"/>
      </p:ext>
    </p:extLst>
  </p:cSld>
  <p:clrMapOvr>
    <a:masterClrMapping/>
  </p:clrMapOvr>
</p:sld>
</file>

<file path=ppt/slides/slide17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dance of your festival of lights,</a:t>
            </a:r>
          </a:p>
          <a:p>
            <a:r>
              <a:rPr lang="en-US" dirty="0"/>
              <a:t>My heart will throb and </a:t>
            </a:r>
          </a:p>
          <a:p>
            <a:r>
              <a:rPr lang="en-US" dirty="0"/>
              <a:t>My life will be one with your smile.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035895"/>
      </p:ext>
    </p:extLst>
  </p:cSld>
  <p:clrMapOvr>
    <a:masterClrMapping/>
  </p:clrMapOvr>
</p:sld>
</file>

<file path=ppt/slides/slide17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strings in your lute,</a:t>
            </a:r>
          </a:p>
          <a:p>
            <a:r>
              <a:rPr lang="en-US" dirty="0"/>
              <a:t>Let me add my own among them.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644100"/>
      </p:ext>
    </p:extLst>
  </p:cSld>
  <p:clrMapOvr>
    <a:masterClrMapping/>
  </p:clrMapOvr>
</p:sld>
</file>

<file path=ppt/slides/slide17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398 - Therefore the redeemed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 the redeemed</a:t>
            </a:r>
          </a:p>
          <a:p>
            <a:r>
              <a:rPr lang="en-US" dirty="0"/>
              <a:t>Of the Lord shall return,</a:t>
            </a:r>
          </a:p>
          <a:p>
            <a:r>
              <a:rPr lang="en-US" dirty="0"/>
              <a:t>And come a singing unto Zion,</a:t>
            </a:r>
          </a:p>
          <a:p>
            <a:r>
              <a:rPr lang="en-US" dirty="0"/>
              <a:t>And everlasting joy shall be upon their heads. [2]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782735"/>
      </p:ext>
    </p:extLst>
  </p:cSld>
  <p:clrMapOvr>
    <a:masterClrMapping/>
  </p:clrMapOvr>
</p:sld>
</file>

<file path=ppt/slides/slide17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shall attain gladness and joy,</a:t>
            </a:r>
          </a:p>
          <a:p>
            <a:r>
              <a:rPr lang="en-US" dirty="0"/>
              <a:t>And sorrow and mourning shall flee away.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192646"/>
      </p:ext>
    </p:extLst>
  </p:cSld>
  <p:clrMapOvr>
    <a:masterClrMapping/>
  </p:clrMapOvr>
</p:sld>
</file>

<file path=ppt/slides/slide17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399 - Therefore we, before Him bending,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 we, before Him bending,</a:t>
            </a:r>
          </a:p>
          <a:p>
            <a:r>
              <a:rPr lang="en-US" dirty="0"/>
              <a:t>This great Sacrament revere, </a:t>
            </a:r>
          </a:p>
          <a:p>
            <a:r>
              <a:rPr lang="en-US" dirty="0"/>
              <a:t>Types and shadows have their ending, </a:t>
            </a:r>
          </a:p>
          <a:p>
            <a:r>
              <a:rPr lang="en-US" dirty="0"/>
              <a:t>For the newer rite is here, </a:t>
            </a:r>
          </a:p>
          <a:p>
            <a:r>
              <a:rPr lang="en-US" dirty="0"/>
              <a:t>Faith our outward sense befriending, </a:t>
            </a:r>
          </a:p>
          <a:p>
            <a:r>
              <a:rPr lang="en-US" dirty="0"/>
              <a:t>Makes the inward vision clear.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817882"/>
      </p:ext>
    </p:extLst>
  </p:cSld>
  <p:clrMapOvr>
    <a:masterClrMapping/>
  </p:clrMapOvr>
</p:sld>
</file>

<file path=ppt/slides/slide17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Glory, let us give, and blessing,</a:t>
            </a:r>
          </a:p>
          <a:p>
            <a:r>
              <a:rPr lang="en-US" dirty="0"/>
              <a:t>To the Father and the Son, </a:t>
            </a:r>
          </a:p>
          <a:p>
            <a:r>
              <a:rPr lang="en-US" dirty="0"/>
              <a:t>Honour, might and praise addressing, </a:t>
            </a:r>
          </a:p>
          <a:p>
            <a:r>
              <a:rPr lang="en-US" dirty="0"/>
              <a:t>While eternal ages run, </a:t>
            </a:r>
          </a:p>
          <a:p>
            <a:r>
              <a:rPr lang="en-US" dirty="0"/>
              <a:t>Ever too, His love confessing, </a:t>
            </a:r>
          </a:p>
          <a:p>
            <a:r>
              <a:rPr lang="en-US" dirty="0"/>
              <a:t>Who, from both , with both is One. Amen.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311840"/>
      </p:ext>
    </p:extLst>
  </p:cSld>
  <p:clrMapOvr>
    <a:masterClrMapping/>
  </p:clrMapOvr>
</p:sld>
</file>

<file path=ppt/slides/slide17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70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400 - These forty days, O Lord, we spend,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forty days, O Lord, we spend,</a:t>
            </a:r>
          </a:p>
          <a:p>
            <a:r>
              <a:rPr lang="en-US" dirty="0"/>
              <a:t>In fast and prayer with you;</a:t>
            </a:r>
          </a:p>
          <a:p>
            <a:r>
              <a:rPr lang="en-US" dirty="0"/>
              <a:t>Correct our faults and curb our pride, </a:t>
            </a:r>
          </a:p>
          <a:p>
            <a:r>
              <a:rPr lang="en-US" dirty="0"/>
              <a:t>Our minds and heart renew.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274912"/>
      </p:ext>
    </p:extLst>
  </p:cSld>
  <p:clrMapOvr>
    <a:masterClrMapping/>
  </p:clrMapOvr>
</p:sld>
</file>

<file path=ppt/slides/slide17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time of grace employ, </a:t>
            </a:r>
          </a:p>
          <a:p>
            <a:r>
              <a:rPr lang="en-US" dirty="0"/>
              <a:t>Prepare your hearts with joy,</a:t>
            </a:r>
          </a:p>
          <a:p>
            <a:r>
              <a:rPr lang="en-US" dirty="0"/>
              <a:t>To celebrate the paschal feast.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636012"/>
      </p:ext>
    </p:extLst>
  </p:cSld>
  <p:clrMapOvr>
    <a:masterClrMapping/>
  </p:clrMapOvr>
</p:sld>
</file>

<file path=ppt/slides/slide17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Lenten gift we bring to you:</a:t>
            </a:r>
          </a:p>
          <a:p>
            <a:r>
              <a:rPr lang="en-US" dirty="0"/>
              <a:t>A humbled contrite heart</a:t>
            </a:r>
          </a:p>
          <a:p>
            <a:r>
              <a:rPr lang="en-US" dirty="0"/>
              <a:t>O teach us in this world to live </a:t>
            </a:r>
          </a:p>
          <a:p>
            <a:r>
              <a:rPr lang="en-US" dirty="0"/>
              <a:t>As people set apart.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65299"/>
      </p:ext>
    </p:extLst>
  </p:cSld>
  <p:clrMapOvr>
    <a:masterClrMapping/>
  </p:clrMapOvr>
</p:sld>
</file>

<file path=ppt/slides/slide17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we each day deny ourselves</a:t>
            </a:r>
          </a:p>
          <a:p>
            <a:r>
              <a:rPr lang="en-US" dirty="0"/>
              <a:t>To raise our minds to you; </a:t>
            </a:r>
          </a:p>
          <a:p>
            <a:r>
              <a:rPr lang="en-US" dirty="0"/>
              <a:t>And show to those who are in need,</a:t>
            </a:r>
          </a:p>
          <a:p>
            <a:r>
              <a:rPr lang="en-US" dirty="0"/>
              <a:t>Your goodness and your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099710"/>
      </p:ext>
    </p:extLst>
  </p:cSld>
  <p:clrMapOvr>
    <a:masterClrMapping/>
  </p:clrMapOvr>
</p:sld>
</file>

<file path=ppt/slides/slide17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help us grow in holiness </a:t>
            </a:r>
          </a:p>
          <a:p>
            <a:r>
              <a:rPr lang="en-US" dirty="0"/>
              <a:t>And from our sins to rise. </a:t>
            </a:r>
          </a:p>
          <a:p>
            <a:r>
              <a:rPr lang="en-US" dirty="0"/>
              <a:t>Lord, through your passion and your death,</a:t>
            </a:r>
          </a:p>
          <a:p>
            <a:r>
              <a:rPr lang="en-US" dirty="0"/>
              <a:t>May Easter be our prize.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954798"/>
      </p:ext>
    </p:extLst>
  </p:cSld>
  <p:clrMapOvr>
    <a:masterClrMapping/>
  </p:clrMapOvr>
</p:sld>
</file>

<file path=ppt/slides/slide17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401 - This is my commandment: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565324"/>
      </p:ext>
    </p:extLst>
  </p:cSld>
  <p:clrMapOvr>
    <a:masterClrMapping/>
  </p:clrMapOvr>
</p:sld>
</file>

<file path=ppt/slides/slide17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Charity is kind, feels no envy.</a:t>
            </a:r>
          </a:p>
          <a:p>
            <a:r>
              <a:rPr lang="en-US" dirty="0"/>
              <a:t>Charity bears up to the end.</a:t>
            </a:r>
          </a:p>
          <a:p>
            <a:r>
              <a:rPr lang="en-US" dirty="0"/>
              <a:t>Charity is meek, seeking not its own. </a:t>
            </a:r>
          </a:p>
          <a:p>
            <a:r>
              <a:rPr lang="en-US" dirty="0"/>
              <a:t>Charity has faith to the end.</a:t>
            </a:r>
          </a:p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854677"/>
      </p:ext>
    </p:extLst>
  </p:cSld>
  <p:clrMapOvr>
    <a:masterClrMapping/>
  </p:clrMapOvr>
</p:sld>
</file>

<file path=ppt/slides/slide17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Charity is mild, thinks no evil.</a:t>
            </a:r>
          </a:p>
          <a:p>
            <a:r>
              <a:rPr lang="en-US" dirty="0"/>
              <a:t>Charity can hope to the end. </a:t>
            </a:r>
          </a:p>
          <a:p>
            <a:r>
              <a:rPr lang="en-US" dirty="0"/>
              <a:t>Charity is just, finding joy in truth, </a:t>
            </a:r>
          </a:p>
          <a:p>
            <a:r>
              <a:rPr lang="en-US" dirty="0"/>
              <a:t>Charity is patient to the end.</a:t>
            </a:r>
          </a:p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043273"/>
      </p:ext>
    </p:extLst>
  </p:cSld>
  <p:clrMapOvr>
    <a:masterClrMapping/>
  </p:clrMapOvr>
</p:sld>
</file>

<file path=ppt/slides/slide17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Charity is never conceited.</a:t>
            </a:r>
          </a:p>
          <a:p>
            <a:r>
              <a:rPr lang="en-US" dirty="0"/>
              <a:t>Charity brings joy to the end, </a:t>
            </a:r>
          </a:p>
          <a:p>
            <a:r>
              <a:rPr lang="en-US" dirty="0"/>
              <a:t>Charity is never resentful, </a:t>
            </a:r>
          </a:p>
          <a:p>
            <a:r>
              <a:rPr lang="en-US" dirty="0"/>
              <a:t>Charity makes peace to the end.</a:t>
            </a:r>
          </a:p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599618"/>
      </p:ext>
    </p:extLst>
  </p:cSld>
  <p:clrMapOvr>
    <a:masterClrMapping/>
  </p:clrMapOvr>
</p:sld>
</file>

<file path=ppt/slides/slide17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may speak in tongues, be a prophet</a:t>
            </a:r>
          </a:p>
          <a:p>
            <a:r>
              <a:rPr lang="en-US" dirty="0"/>
              <a:t>Understand every mystery.</a:t>
            </a:r>
          </a:p>
          <a:p>
            <a:r>
              <a:rPr lang="en-US" dirty="0"/>
              <a:t>Even though my faith may move mountains</a:t>
            </a:r>
          </a:p>
          <a:p>
            <a:r>
              <a:rPr lang="en-US" dirty="0"/>
              <a:t>With no love, I’m nothing at all.</a:t>
            </a:r>
          </a:p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979112"/>
      </p:ext>
    </p:extLst>
  </p:cSld>
  <p:clrMapOvr>
    <a:masterClrMapping/>
  </p:clrMapOvr>
</p:sld>
</file>

<file path=ppt/slides/slide17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may give away my possessions, </a:t>
            </a:r>
          </a:p>
          <a:p>
            <a:r>
              <a:rPr lang="en-US" dirty="0"/>
              <a:t>Even give my body to be burnt. </a:t>
            </a:r>
          </a:p>
          <a:p>
            <a:r>
              <a:rPr lang="en-US" dirty="0"/>
              <a:t>If I have no love, I’m no better. </a:t>
            </a:r>
          </a:p>
          <a:p>
            <a:r>
              <a:rPr lang="en-US" dirty="0"/>
              <a:t>For of all the greatest is love.</a:t>
            </a:r>
          </a:p>
          <a:p>
            <a:r>
              <a:rPr lang="en-US" dirty="0"/>
              <a:t>This is my commandment: </a:t>
            </a:r>
          </a:p>
          <a:p>
            <a:r>
              <a:rPr lang="en-US" dirty="0"/>
              <a:t>Love one another as I have loved you.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240802"/>
      </p:ext>
    </p:extLst>
  </p:cSld>
  <p:clrMapOvr>
    <a:masterClrMapping/>
  </p:clrMapOvr>
</p:sld>
</file>

<file path=ppt/slides/slide17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402 - This is my prayer to thee, my Lord: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prayer to thee, my Lord:</a:t>
            </a:r>
          </a:p>
          <a:p>
            <a:r>
              <a:rPr lang="en-US" dirty="0"/>
              <a:t>Strike, strike, at the root of penury </a:t>
            </a:r>
          </a:p>
          <a:p>
            <a:r>
              <a:rPr lang="en-US" dirty="0"/>
              <a:t>in my heart.</a:t>
            </a:r>
          </a:p>
          <a:p>
            <a:endParaRPr lang="en-US" dirty="0"/>
          </a:p>
          <a:p>
            <a:r>
              <a:rPr lang="en-US" dirty="0"/>
              <a:t>Give me the strength lightly to bear </a:t>
            </a:r>
          </a:p>
          <a:p>
            <a:r>
              <a:rPr lang="en-US" dirty="0"/>
              <a:t>My joys and sorrows.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980177"/>
      </p:ext>
    </p:extLst>
  </p:cSld>
  <p:clrMapOvr>
    <a:masterClrMapping/>
  </p:clrMapOvr>
</p:sld>
</file>

<file path=ppt/slides/slide17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me the strength </a:t>
            </a:r>
          </a:p>
          <a:p>
            <a:r>
              <a:rPr lang="en-US" dirty="0"/>
              <a:t>to make my love Fruitful in service.</a:t>
            </a:r>
          </a:p>
          <a:p>
            <a:endParaRPr lang="en-US" dirty="0"/>
          </a:p>
          <a:p>
            <a:r>
              <a:rPr lang="en-US" dirty="0"/>
              <a:t>Give me the strength </a:t>
            </a:r>
          </a:p>
          <a:p>
            <a:r>
              <a:rPr lang="en-US" dirty="0"/>
              <a:t>never to disown the poor </a:t>
            </a:r>
          </a:p>
          <a:p>
            <a:r>
              <a:rPr lang="en-US" dirty="0"/>
              <a:t>Or bend my knees before insolent might.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37593"/>
      </p:ext>
    </p:extLst>
  </p:cSld>
  <p:clrMapOvr>
    <a:masterClrMapping/>
  </p:clrMapOvr>
</p:sld>
</file>

<file path=ppt/slides/slide17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me the strength </a:t>
            </a:r>
          </a:p>
          <a:p>
            <a:r>
              <a:rPr lang="en-US" dirty="0"/>
              <a:t>to raise my mind high Above daily trifles.</a:t>
            </a:r>
          </a:p>
          <a:p>
            <a:endParaRPr lang="en-IN" dirty="0"/>
          </a:p>
          <a:p>
            <a:r>
              <a:rPr lang="en-US" dirty="0"/>
              <a:t>Give me the strength to surrender my strength </a:t>
            </a:r>
          </a:p>
          <a:p>
            <a:r>
              <a:rPr lang="en-US" dirty="0"/>
              <a:t>To thy will with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666039"/>
      </p:ext>
    </p:extLst>
  </p:cSld>
  <p:clrMapOvr>
    <a:masterClrMapping/>
  </p:clrMapOvr>
</p:sld>
</file>

<file path=ppt/slides/slide17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403 - This is my will, my one command,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will, my one command,</a:t>
            </a:r>
          </a:p>
          <a:p>
            <a:r>
              <a:rPr lang="en-US" dirty="0"/>
              <a:t>That love should dwell among you all. </a:t>
            </a:r>
          </a:p>
          <a:p>
            <a:r>
              <a:rPr lang="en-US" dirty="0"/>
              <a:t>This is my will that you should love</a:t>
            </a:r>
          </a:p>
          <a:p>
            <a:r>
              <a:rPr lang="en-US" dirty="0"/>
              <a:t>As I have shown that I love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468631"/>
      </p:ext>
    </p:extLst>
  </p:cSld>
  <p:clrMapOvr>
    <a:masterClrMapping/>
  </p:clrMapOvr>
</p:sld>
</file>

<file path=ppt/slides/slide17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greater love a man can have </a:t>
            </a:r>
          </a:p>
          <a:p>
            <a:r>
              <a:rPr lang="en-US" dirty="0"/>
              <a:t>Than that he die to save his friends. </a:t>
            </a:r>
          </a:p>
          <a:p>
            <a:r>
              <a:rPr lang="en-US" dirty="0"/>
              <a:t>You are my friends if you obey </a:t>
            </a:r>
          </a:p>
          <a:p>
            <a:r>
              <a:rPr lang="en-US" dirty="0"/>
              <a:t>What I command that you should do.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354185"/>
      </p:ext>
    </p:extLst>
  </p:cSld>
  <p:clrMapOvr>
    <a:masterClrMapping/>
  </p:clrMapOvr>
</p:sld>
</file>

<file path=ppt/slides/slide17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will, my one command,</a:t>
            </a:r>
          </a:p>
          <a:p>
            <a:r>
              <a:rPr lang="en-US" dirty="0"/>
              <a:t>That love should dwell among you all. </a:t>
            </a:r>
          </a:p>
          <a:p>
            <a:r>
              <a:rPr lang="en-US" dirty="0"/>
              <a:t>This is my will that you should love</a:t>
            </a:r>
          </a:p>
          <a:p>
            <a:r>
              <a:rPr lang="en-US" dirty="0"/>
              <a:t>As I have shown that I love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042624"/>
      </p:ext>
    </p:extLst>
  </p:cSld>
  <p:clrMapOvr>
    <a:masterClrMapping/>
  </p:clrMapOvr>
</p:sld>
</file>

<file path=ppt/slides/slide17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call you now no longer slaves; </a:t>
            </a:r>
          </a:p>
          <a:p>
            <a:r>
              <a:rPr lang="en-US" dirty="0"/>
              <a:t>No slave knows all his master does. </a:t>
            </a:r>
          </a:p>
          <a:p>
            <a:r>
              <a:rPr lang="en-US" dirty="0"/>
              <a:t>I call you friends for all I hear </a:t>
            </a:r>
          </a:p>
          <a:p>
            <a:r>
              <a:rPr lang="en-US" dirty="0"/>
              <a:t>My Father say, you hear from me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422969"/>
      </p:ext>
    </p:extLst>
  </p:cSld>
  <p:clrMapOvr>
    <a:masterClrMapping/>
  </p:clrMapOvr>
</p:sld>
</file>

<file path=ppt/slides/slide17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will, my one command,</a:t>
            </a:r>
          </a:p>
          <a:p>
            <a:r>
              <a:rPr lang="en-US" dirty="0"/>
              <a:t>That love should dwell among you all. </a:t>
            </a:r>
          </a:p>
          <a:p>
            <a:r>
              <a:rPr lang="en-US" dirty="0"/>
              <a:t>This is my will that you should love</a:t>
            </a:r>
          </a:p>
          <a:p>
            <a:r>
              <a:rPr lang="en-US" dirty="0"/>
              <a:t>As I have shown that I love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994956"/>
      </p:ext>
    </p:extLst>
  </p:cSld>
  <p:clrMapOvr>
    <a:masterClrMapping/>
  </p:clrMapOvr>
</p:sld>
</file>

<file path=ppt/slides/slide17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chose not me, but I chose you,</a:t>
            </a:r>
          </a:p>
          <a:p>
            <a:r>
              <a:rPr lang="en-US" dirty="0"/>
              <a:t>That you should go and bear much fruit.</a:t>
            </a:r>
          </a:p>
          <a:p>
            <a:r>
              <a:rPr lang="en-US" dirty="0"/>
              <a:t>I chose you out that you in me </a:t>
            </a:r>
          </a:p>
          <a:p>
            <a:r>
              <a:rPr lang="en-US" dirty="0"/>
              <a:t>Should bear much fruit that will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349921"/>
      </p:ext>
    </p:extLst>
  </p:cSld>
  <p:clrMapOvr>
    <a:masterClrMapping/>
  </p:clrMapOvr>
</p:sld>
</file>

<file path=ppt/slides/slide17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will, my one command,</a:t>
            </a:r>
          </a:p>
          <a:p>
            <a:r>
              <a:rPr lang="en-US" dirty="0"/>
              <a:t>That love should dwell among you all. </a:t>
            </a:r>
          </a:p>
          <a:p>
            <a:r>
              <a:rPr lang="en-US" dirty="0"/>
              <a:t>This is my will that you should love</a:t>
            </a:r>
          </a:p>
          <a:p>
            <a:r>
              <a:rPr lang="en-US" dirty="0"/>
              <a:t>As I have shown that I love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560223"/>
      </p:ext>
    </p:extLst>
  </p:cSld>
  <p:clrMapOvr>
    <a:masterClrMapping/>
  </p:clrMapOvr>
</p:sld>
</file>

<file path=ppt/slides/slide17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that you ask my Father dear</a:t>
            </a:r>
          </a:p>
          <a:p>
            <a:r>
              <a:rPr lang="en-US" dirty="0"/>
              <a:t>For my name’s sake you shall receive, </a:t>
            </a:r>
          </a:p>
          <a:p>
            <a:r>
              <a:rPr lang="en-US" dirty="0"/>
              <a:t>This is my will, my one command, </a:t>
            </a:r>
          </a:p>
          <a:p>
            <a:r>
              <a:rPr lang="en-US" dirty="0"/>
              <a:t>That love should dwell in each, in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021743"/>
      </p:ext>
    </p:extLst>
  </p:cSld>
  <p:clrMapOvr>
    <a:masterClrMapping/>
  </p:clrMapOvr>
</p:sld>
</file>

<file path=ppt/slides/slide17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will, my one command,</a:t>
            </a:r>
          </a:p>
          <a:p>
            <a:r>
              <a:rPr lang="en-US" dirty="0"/>
              <a:t>That love should dwell among you all. </a:t>
            </a:r>
          </a:p>
          <a:p>
            <a:r>
              <a:rPr lang="en-US" dirty="0"/>
              <a:t>This is my will that you should love</a:t>
            </a:r>
          </a:p>
          <a:p>
            <a:r>
              <a:rPr lang="en-US" dirty="0"/>
              <a:t>As I have shown that I love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466485"/>
      </p:ext>
    </p:extLst>
  </p:cSld>
  <p:clrMapOvr>
    <a:masterClrMapping/>
  </p:clrMapOvr>
</p:sld>
</file>

<file path=ppt/slides/slide17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404 - This is the day, this is the day,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made, that the Lord has made. </a:t>
            </a:r>
          </a:p>
          <a:p>
            <a:r>
              <a:rPr lang="en-US" dirty="0"/>
              <a:t>We will rejoice, we will rejoice.</a:t>
            </a:r>
          </a:p>
          <a:p>
            <a:r>
              <a:rPr lang="en-US" dirty="0"/>
              <a:t>And be glad in it, and be glad in it.</a:t>
            </a:r>
          </a:p>
          <a:p>
            <a:r>
              <a:rPr lang="en-US" dirty="0"/>
              <a:t>This is the day, that the Lord has made, </a:t>
            </a:r>
          </a:p>
          <a:p>
            <a:r>
              <a:rPr lang="en-US" dirty="0"/>
              <a:t>We will rejoice and be glad in it. </a:t>
            </a:r>
          </a:p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288197"/>
      </p:ext>
    </p:extLst>
  </p:cSld>
  <p:clrMapOvr>
    <a:masterClrMapping/>
  </p:clrMapOvr>
</p:sld>
</file>

<file path=ppt/slides/slide17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the Lord arose …</a:t>
            </a:r>
          </a:p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made, that the Lord has made. </a:t>
            </a:r>
          </a:p>
          <a:p>
            <a:r>
              <a:rPr lang="en-US" dirty="0"/>
              <a:t>We will rejoice, we will rejoice.</a:t>
            </a:r>
          </a:p>
          <a:p>
            <a:r>
              <a:rPr lang="en-US" dirty="0"/>
              <a:t>And be glad in it, and be glad in it.</a:t>
            </a:r>
          </a:p>
          <a:p>
            <a:r>
              <a:rPr lang="en-US" dirty="0"/>
              <a:t>This is the day, that the Lord has made, </a:t>
            </a:r>
          </a:p>
          <a:p>
            <a:r>
              <a:rPr lang="en-US" dirty="0"/>
              <a:t>We will rejoice and be glad in it. </a:t>
            </a:r>
          </a:p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776646"/>
      </p:ext>
    </p:extLst>
  </p:cSld>
  <p:clrMapOvr>
    <a:masterClrMapping/>
  </p:clrMapOvr>
</p:sld>
</file>

<file path=ppt/slides/slide17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the Spirit came...</a:t>
            </a:r>
            <a:endParaRPr lang="en-IN" dirty="0"/>
          </a:p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made, that the Lord has made. </a:t>
            </a:r>
          </a:p>
          <a:p>
            <a:r>
              <a:rPr lang="en-US" dirty="0"/>
              <a:t>We will rejoice, we will rejoice.</a:t>
            </a:r>
          </a:p>
          <a:p>
            <a:r>
              <a:rPr lang="en-US" dirty="0"/>
              <a:t>And be glad in it, and be glad in it.</a:t>
            </a:r>
          </a:p>
          <a:p>
            <a:r>
              <a:rPr lang="en-US" dirty="0"/>
              <a:t>This is the day, that the Lord has made, </a:t>
            </a:r>
          </a:p>
          <a:p>
            <a:r>
              <a:rPr lang="en-US" dirty="0"/>
              <a:t>We will rejoice and be glad in it. </a:t>
            </a:r>
          </a:p>
          <a:p>
            <a:r>
              <a:rPr lang="en-US" dirty="0"/>
              <a:t>This is the day, this is the day,</a:t>
            </a:r>
          </a:p>
          <a:p>
            <a:r>
              <a:rPr lang="en-US" dirty="0"/>
              <a:t>That the Lord has made.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558983"/>
      </p:ext>
    </p:extLst>
  </p:cSld>
  <p:clrMapOvr>
    <a:masterClrMapping/>
  </p:clrMapOvr>
</p:sld>
</file>

<file path=ppt/slides/slide17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49" y="512045"/>
            <a:ext cx="10601446" cy="561202"/>
          </a:xfrm>
        </p:spPr>
        <p:txBody>
          <a:bodyPr>
            <a:noAutofit/>
          </a:bodyPr>
          <a:lstStyle/>
          <a:p>
            <a:r>
              <a:rPr lang="en-US" sz="4400" dirty="0"/>
              <a:t>405 - This is the day which the Lord has made,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63503"/>
            <a:ext cx="11753537" cy="5237098"/>
          </a:xfrm>
        </p:spPr>
        <p:txBody>
          <a:bodyPr/>
          <a:lstStyle/>
          <a:p>
            <a:r>
              <a:rPr lang="en-US" dirty="0"/>
              <a:t>This is the day which the Lord has made,</a:t>
            </a:r>
          </a:p>
          <a:p>
            <a:r>
              <a:rPr lang="en-US" dirty="0"/>
              <a:t>Let us be glad and rejoice:</a:t>
            </a:r>
          </a:p>
          <a:p>
            <a:r>
              <a:rPr lang="en-US" dirty="0"/>
              <a:t>He is the maker of heaven and earth,</a:t>
            </a:r>
          </a:p>
          <a:p>
            <a:r>
              <a:rPr lang="en-US" dirty="0"/>
              <a:t>Praise him with heart and with voice. </a:t>
            </a:r>
          </a:p>
          <a:p>
            <a:endParaRPr lang="en-IN" sz="3200" dirty="0"/>
          </a:p>
          <a:p>
            <a:r>
              <a:rPr lang="en-IN" dirty="0"/>
              <a:t>Alleluia, alleluia, alleluia,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4994862"/>
      </p:ext>
    </p:extLst>
  </p:cSld>
  <p:clrMapOvr>
    <a:masterClrMapping/>
  </p:clrMapOvr>
</p:sld>
</file>

<file path=ppt/slides/slide17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day which the Lord has made, </a:t>
            </a:r>
          </a:p>
          <a:p>
            <a:r>
              <a:rPr lang="en-US" dirty="0"/>
              <a:t>Sing of his bounty and love; </a:t>
            </a:r>
          </a:p>
          <a:p>
            <a:r>
              <a:rPr lang="en-US" dirty="0"/>
              <a:t>Thank him this day for his wonderful gifts, </a:t>
            </a:r>
          </a:p>
          <a:p>
            <a:r>
              <a:rPr lang="en-US" dirty="0"/>
              <a:t>Poured out on us from above. </a:t>
            </a:r>
          </a:p>
          <a:p>
            <a:endParaRPr lang="en-IN" dirty="0"/>
          </a:p>
          <a:p>
            <a:r>
              <a:rPr lang="en-IN" dirty="0"/>
              <a:t>Alleluia, alleluia, alleluia,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645860"/>
      </p:ext>
    </p:extLst>
  </p:cSld>
  <p:clrMapOvr>
    <a:masterClrMapping/>
  </p:clrMapOvr>
</p:sld>
</file>

<file path=ppt/slides/slide17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day which the Lord has made,</a:t>
            </a:r>
          </a:p>
          <a:p>
            <a:r>
              <a:rPr lang="en-US" dirty="0"/>
              <a:t>Cry out in praise of his name;</a:t>
            </a:r>
          </a:p>
          <a:p>
            <a:r>
              <a:rPr lang="en-US" dirty="0"/>
              <a:t>We have assembled to ponder his word,</a:t>
            </a:r>
          </a:p>
          <a:p>
            <a:r>
              <a:rPr lang="en-US" dirty="0"/>
              <a:t>May we his message proclaim.</a:t>
            </a:r>
          </a:p>
          <a:p>
            <a:endParaRPr lang="en-IN" dirty="0"/>
          </a:p>
          <a:p>
            <a:r>
              <a:rPr lang="en-IN" dirty="0"/>
              <a:t>Alleluia, alleluia, alleluia,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512350"/>
      </p:ext>
    </p:extLst>
  </p:cSld>
  <p:clrMapOvr>
    <a:masterClrMapping/>
  </p:clrMapOvr>
</p:sld>
</file>

<file path=ppt/slides/slide17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day which the Lord has made, </a:t>
            </a:r>
          </a:p>
          <a:p>
            <a:r>
              <a:rPr lang="en-US" dirty="0"/>
              <a:t>Rising, he conquered all strife; </a:t>
            </a:r>
          </a:p>
          <a:p>
            <a:r>
              <a:rPr lang="en-US" dirty="0"/>
              <a:t>Having attended his banquet of love, </a:t>
            </a:r>
          </a:p>
          <a:p>
            <a:r>
              <a:rPr lang="en-US" dirty="0"/>
              <a:t>Rise in the newness of life.</a:t>
            </a:r>
          </a:p>
          <a:p>
            <a:endParaRPr lang="en-IN" dirty="0"/>
          </a:p>
          <a:p>
            <a:r>
              <a:rPr lang="en-IN" dirty="0"/>
              <a:t>Alleluia, alleluia, alleluia, alleluia.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00267"/>
      </p:ext>
    </p:extLst>
  </p:cSld>
  <p:clrMapOvr>
    <a:masterClrMapping/>
  </p:clrMapOvr>
</p:sld>
</file>

<file path=ppt/slides/slide17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23" y="535193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406 - This world you have made is a beautiful place;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41292"/>
            <a:ext cx="11753537" cy="4875257"/>
          </a:xfrm>
        </p:spPr>
        <p:txBody>
          <a:bodyPr/>
          <a:lstStyle/>
          <a:p>
            <a:r>
              <a:rPr lang="en-US" dirty="0"/>
              <a:t>This world you have made is a beautiful place;</a:t>
            </a:r>
          </a:p>
          <a:p>
            <a:r>
              <a:rPr lang="en-US" dirty="0"/>
              <a:t>It tells the power of your love. </a:t>
            </a:r>
          </a:p>
          <a:p>
            <a:r>
              <a:rPr lang="en-US" dirty="0"/>
              <a:t>We rejoice in the beauty of your world, </a:t>
            </a:r>
          </a:p>
          <a:p>
            <a:r>
              <a:rPr lang="en-US" dirty="0"/>
              <a:t>From the seas to the heavens above.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299185"/>
      </p:ext>
    </p:extLst>
  </p:cSld>
  <p:clrMapOvr>
    <a:masterClrMapping/>
  </p:clrMapOvr>
</p:sld>
</file>

<file path=ppt/slides/slide17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morning whispers of purity;</a:t>
            </a:r>
          </a:p>
          <a:p>
            <a:r>
              <a:rPr lang="en-US" dirty="0"/>
              <a:t>The evening of your peace. </a:t>
            </a:r>
          </a:p>
          <a:p>
            <a:r>
              <a:rPr lang="en-US" dirty="0"/>
              <a:t>The thunder booms your exuberance </a:t>
            </a:r>
          </a:p>
          <a:p>
            <a:r>
              <a:rPr lang="en-US" dirty="0"/>
              <a:t>In the awesome power you release.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053481"/>
      </p:ext>
    </p:extLst>
  </p:cSld>
  <p:clrMapOvr>
    <a:masterClrMapping/>
  </p:clrMapOvr>
</p:sld>
</file>

<file path=ppt/slides/slide17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world you have made is a beautiful place;</a:t>
            </a:r>
          </a:p>
          <a:p>
            <a:r>
              <a:rPr lang="en-US" dirty="0"/>
              <a:t>It tells the power of your love. </a:t>
            </a:r>
          </a:p>
          <a:p>
            <a:r>
              <a:rPr lang="en-US" dirty="0"/>
              <a:t>We rejoice in the beauty of your world, </a:t>
            </a:r>
          </a:p>
          <a:p>
            <a:r>
              <a:rPr lang="en-US" dirty="0"/>
              <a:t>From the seas to the heavens above.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769613"/>
      </p:ext>
    </p:extLst>
  </p:cSld>
  <p:clrMapOvr>
    <a:masterClrMapping/>
  </p:clrMapOvr>
</p:sld>
</file>

<file path=ppt/slides/slide17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tenderness of a new-born child,</a:t>
            </a:r>
          </a:p>
          <a:p>
            <a:r>
              <a:rPr lang="en-US" dirty="0"/>
              <a:t>The gentleness of the rain, 	</a:t>
            </a:r>
          </a:p>
          <a:p>
            <a:r>
              <a:rPr lang="en-US" dirty="0"/>
              <a:t>Simplicity in a single cell, </a:t>
            </a:r>
          </a:p>
          <a:p>
            <a:r>
              <a:rPr lang="en-US" dirty="0"/>
              <a:t>And complexity in a brain.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698796"/>
      </p:ext>
    </p:extLst>
  </p:cSld>
  <p:clrMapOvr>
    <a:masterClrMapping/>
  </p:clrMapOvr>
</p:sld>
</file>

<file path=ppt/slides/slide17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world you have made is a beautiful place;</a:t>
            </a:r>
          </a:p>
          <a:p>
            <a:r>
              <a:rPr lang="en-US" dirty="0"/>
              <a:t>It tells the power of your love. </a:t>
            </a:r>
          </a:p>
          <a:p>
            <a:r>
              <a:rPr lang="en-US" dirty="0"/>
              <a:t>We rejoice in the beauty of your world, </a:t>
            </a:r>
          </a:p>
          <a:p>
            <a:r>
              <a:rPr lang="en-US" dirty="0"/>
              <a:t>From the seas to the heavens above.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552755"/>
      </p:ext>
    </p:extLst>
  </p:cSld>
  <p:clrMapOvr>
    <a:masterClrMapping/>
  </p:clrMapOvr>
</p:sld>
</file>

<file path=ppt/slides/slide17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stillness rests in a silent pool, </a:t>
            </a:r>
          </a:p>
          <a:p>
            <a:r>
              <a:rPr lang="en-US" dirty="0"/>
              <a:t>Infinity drifts in space,</a:t>
            </a:r>
          </a:p>
          <a:p>
            <a:r>
              <a:rPr lang="en-US" dirty="0"/>
              <a:t>Your grandeur straddles the mountain tops, </a:t>
            </a:r>
          </a:p>
          <a:p>
            <a:r>
              <a:rPr lang="en-US" dirty="0"/>
              <a:t>And we see your face in each face.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082804"/>
      </p:ext>
    </p:extLst>
  </p:cSld>
  <p:clrMapOvr>
    <a:masterClrMapping/>
  </p:clrMapOvr>
</p:sld>
</file>

<file path=ppt/slides/slide17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world you have made is a beautiful place;</a:t>
            </a:r>
          </a:p>
          <a:p>
            <a:r>
              <a:rPr lang="en-US" dirty="0"/>
              <a:t>It tells the power of your love. </a:t>
            </a:r>
          </a:p>
          <a:p>
            <a:r>
              <a:rPr lang="en-US" dirty="0"/>
              <a:t>We rejoice in the beauty of your world, </a:t>
            </a:r>
          </a:p>
          <a:p>
            <a:r>
              <a:rPr lang="en-US" dirty="0"/>
              <a:t>From the seas to the heavens above.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906059"/>
      </p:ext>
    </p:extLst>
  </p:cSld>
  <p:clrMapOvr>
    <a:masterClrMapping/>
  </p:clrMapOvr>
</p:sld>
</file>

<file path=ppt/slides/slide17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407 - Those who weep as they sow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Those who weep as they sow, </a:t>
            </a:r>
          </a:p>
          <a:p>
            <a:r>
              <a:rPr lang="en-US" dirty="0"/>
              <a:t>Will rejoice at the harvest. </a:t>
            </a:r>
          </a:p>
          <a:p>
            <a:r>
              <a:rPr lang="en-US" dirty="0"/>
              <a:t>Give your thanks to the Lord </a:t>
            </a:r>
          </a:p>
          <a:p>
            <a:r>
              <a:rPr lang="en-US" dirty="0"/>
              <a:t>Who brings joy out of sorrow. </a:t>
            </a:r>
          </a:p>
          <a:p>
            <a:r>
              <a:rPr lang="en-US" dirty="0"/>
              <a:t>He turns sorrow into joy!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375483"/>
      </p:ext>
    </p:extLst>
  </p:cSld>
  <p:clrMapOvr>
    <a:masterClrMapping/>
  </p:clrMapOvr>
</p:sld>
</file>

<file path=ppt/slides/slide17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your building is vain </a:t>
            </a:r>
          </a:p>
          <a:p>
            <a:r>
              <a:rPr lang="en-US" dirty="0"/>
              <a:t>unless God is the builder, </a:t>
            </a:r>
          </a:p>
          <a:p>
            <a:r>
              <a:rPr lang="en-US" dirty="0"/>
              <a:t>All your watching is vain </a:t>
            </a:r>
          </a:p>
          <a:p>
            <a:r>
              <a:rPr lang="en-US" dirty="0"/>
              <a:t>unless God is the watchman!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655975"/>
      </p:ext>
    </p:extLst>
  </p:cSld>
  <p:clrMapOvr>
    <a:masterClrMapping/>
  </p:clrMapOvr>
</p:sld>
</file>

<file path=ppt/slides/slide17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rise before dawn, </a:t>
            </a:r>
          </a:p>
          <a:p>
            <a:r>
              <a:rPr lang="en-US" dirty="0"/>
              <a:t>seek your bed after nightfall, </a:t>
            </a:r>
          </a:p>
          <a:p>
            <a:r>
              <a:rPr lang="en-US" dirty="0"/>
              <a:t>And yet </a:t>
            </a:r>
            <a:r>
              <a:rPr lang="en-US" dirty="0" err="1"/>
              <a:t>labour</a:t>
            </a:r>
            <a:r>
              <a:rPr lang="en-US" dirty="0"/>
              <a:t> in vain, </a:t>
            </a:r>
          </a:p>
          <a:p>
            <a:r>
              <a:rPr lang="en-US" dirty="0"/>
              <a:t>for the Lord gives the increase.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257687"/>
      </p:ext>
    </p:extLst>
  </p:cSld>
  <p:clrMapOvr>
    <a:masterClrMapping/>
  </p:clrMapOvr>
</p:sld>
</file>

<file path=ppt/slides/slide17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love God makes rich </a:t>
            </a:r>
          </a:p>
          <a:p>
            <a:r>
              <a:rPr lang="en-US" dirty="0"/>
              <a:t>by his present of  children, </a:t>
            </a:r>
          </a:p>
          <a:p>
            <a:r>
              <a:rPr lang="en-US" dirty="0"/>
              <a:t>Who, like arrows in flight, </a:t>
            </a:r>
          </a:p>
          <a:p>
            <a:r>
              <a:rPr lang="en-US" dirty="0"/>
              <a:t>will be swift to protect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586650"/>
      </p:ext>
    </p:extLst>
  </p:cSld>
  <p:clrMapOvr>
    <a:masterClrMapping/>
  </p:clrMapOvr>
</p:sld>
</file>

<file path=ppt/slides/slide17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 blessing God gives </a:t>
            </a:r>
          </a:p>
          <a:p>
            <a:r>
              <a:rPr lang="en-US" dirty="0"/>
              <a:t>in this quiver of arrows! </a:t>
            </a:r>
          </a:p>
          <a:p>
            <a:r>
              <a:rPr lang="en-US" dirty="0"/>
              <a:t>When the enemy stands in the gate of the city.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748772"/>
      </p:ext>
    </p:extLst>
  </p:cSld>
  <p:clrMapOvr>
    <a:masterClrMapping/>
  </p:clrMapOvr>
</p:sld>
</file>

<file path=ppt/slides/slide17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408 - Though the mountains may fall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mountains may fall </a:t>
            </a:r>
          </a:p>
          <a:p>
            <a:r>
              <a:rPr lang="en-US" dirty="0"/>
              <a:t>and the hills turn to dust,</a:t>
            </a:r>
          </a:p>
          <a:p>
            <a:r>
              <a:rPr lang="en-US" dirty="0"/>
              <a:t>Yet the love of the Lord will stand,</a:t>
            </a:r>
          </a:p>
          <a:p>
            <a:r>
              <a:rPr lang="en-US" dirty="0"/>
              <a:t>As a shelter for all who will call on his name: </a:t>
            </a:r>
          </a:p>
          <a:p>
            <a:r>
              <a:rPr lang="en-US" dirty="0"/>
              <a:t>Sing the praise and the glory of God.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537855"/>
      </p:ext>
    </p:extLst>
  </p:cSld>
  <p:clrMapOvr>
    <a:masterClrMapping/>
  </p:clrMapOvr>
</p:sld>
</file>

<file path=ppt/slides/slide17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the Lord ever leave you?  </a:t>
            </a:r>
          </a:p>
          <a:p>
            <a:r>
              <a:rPr lang="en-US" dirty="0"/>
              <a:t>Could the Lord forget his love? </a:t>
            </a:r>
          </a:p>
          <a:p>
            <a:r>
              <a:rPr lang="en-US" dirty="0"/>
              <a:t>Though a mother forsake her child, </a:t>
            </a:r>
          </a:p>
          <a:p>
            <a:r>
              <a:rPr lang="en-US" dirty="0"/>
              <a:t>He will not abandon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853034"/>
      </p:ext>
    </p:extLst>
  </p:cSld>
  <p:clrMapOvr>
    <a:masterClrMapping/>
  </p:clrMapOvr>
</p:sld>
</file>

<file path=ppt/slides/slide17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mountains may fall </a:t>
            </a:r>
          </a:p>
          <a:p>
            <a:r>
              <a:rPr lang="en-US" dirty="0"/>
              <a:t>and the hills turn to dust,</a:t>
            </a:r>
          </a:p>
          <a:p>
            <a:r>
              <a:rPr lang="en-US" dirty="0"/>
              <a:t>Yet the love of the Lord will stand,</a:t>
            </a:r>
          </a:p>
          <a:p>
            <a:r>
              <a:rPr lang="en-US" dirty="0"/>
              <a:t>As a shelter for all who will call on his name: </a:t>
            </a:r>
          </a:p>
          <a:p>
            <a:r>
              <a:rPr lang="en-US" dirty="0"/>
              <a:t>Sing the praise and the glory of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8193245"/>
      </p:ext>
    </p:extLst>
  </p:cSld>
  <p:clrMapOvr>
    <a:masterClrMapping/>
  </p:clrMapOvr>
</p:sld>
</file>

<file path=ppt/slides/slide17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you turn and forsake Him, </a:t>
            </a:r>
          </a:p>
          <a:p>
            <a:r>
              <a:rPr lang="en-US" dirty="0"/>
              <a:t>He will gently call your name. </a:t>
            </a:r>
          </a:p>
          <a:p>
            <a:r>
              <a:rPr lang="en-US" dirty="0"/>
              <a:t>Should you wander away from Him, </a:t>
            </a:r>
          </a:p>
          <a:p>
            <a:r>
              <a:rPr lang="en-US" dirty="0"/>
              <a:t>He will always take you back.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8595"/>
      </p:ext>
    </p:extLst>
  </p:cSld>
  <p:clrMapOvr>
    <a:masterClrMapping/>
  </p:clrMapOvr>
</p:sld>
</file>

<file path=ppt/slides/slide17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mountains may fall </a:t>
            </a:r>
          </a:p>
          <a:p>
            <a:r>
              <a:rPr lang="en-US" dirty="0"/>
              <a:t>and the hills turn to dust,</a:t>
            </a:r>
          </a:p>
          <a:p>
            <a:r>
              <a:rPr lang="en-US" dirty="0"/>
              <a:t>Yet the love of the Lord will stand,</a:t>
            </a:r>
          </a:p>
          <a:p>
            <a:r>
              <a:rPr lang="en-US" dirty="0"/>
              <a:t>As a shelter for all who will call on his name: </a:t>
            </a:r>
          </a:p>
          <a:p>
            <a:r>
              <a:rPr lang="en-US" dirty="0"/>
              <a:t>Sing the praise and the glory of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352645"/>
      </p:ext>
    </p:extLst>
  </p:cSld>
  <p:clrMapOvr>
    <a:masterClrMapping/>
  </p:clrMapOvr>
</p:sld>
</file>

<file path=ppt/slides/slide17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Him when you’re weary; </a:t>
            </a:r>
          </a:p>
          <a:p>
            <a:r>
              <a:rPr lang="en-US" dirty="0"/>
              <a:t>He will give you eagle’s wings. </a:t>
            </a:r>
          </a:p>
          <a:p>
            <a:r>
              <a:rPr lang="en-US" dirty="0"/>
              <a:t>You will run, never tire. </a:t>
            </a:r>
          </a:p>
          <a:p>
            <a:r>
              <a:rPr lang="en-US" dirty="0"/>
              <a:t>For your God will be your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950370"/>
      </p:ext>
    </p:extLst>
  </p:cSld>
  <p:clrMapOvr>
    <a:masterClrMapping/>
  </p:clrMapOvr>
</p:sld>
</file>

<file path=ppt/slides/slide17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mountains may fall </a:t>
            </a:r>
          </a:p>
          <a:p>
            <a:r>
              <a:rPr lang="en-US" dirty="0"/>
              <a:t>and the hills turn to dust,</a:t>
            </a:r>
          </a:p>
          <a:p>
            <a:r>
              <a:rPr lang="en-US" dirty="0"/>
              <a:t>Yet the love of the Lord will stand,</a:t>
            </a:r>
          </a:p>
          <a:p>
            <a:r>
              <a:rPr lang="en-US" dirty="0"/>
              <a:t>As a shelter for all who will call on his name: </a:t>
            </a:r>
          </a:p>
          <a:p>
            <a:r>
              <a:rPr lang="en-US" dirty="0"/>
              <a:t>Sing the praise and the glory of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37695"/>
      </p:ext>
    </p:extLst>
  </p:cSld>
  <p:clrMapOvr>
    <a:masterClrMapping/>
  </p:clrMapOvr>
</p:sld>
</file>

<file path=ppt/slides/slide17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He swore to your fathers.</a:t>
            </a:r>
          </a:p>
          <a:p>
            <a:r>
              <a:rPr lang="en-US" dirty="0"/>
              <a:t>When the flood destroyed the land. </a:t>
            </a:r>
          </a:p>
          <a:p>
            <a:r>
              <a:rPr lang="en-US" dirty="0"/>
              <a:t>He will never forsake you; </a:t>
            </a:r>
          </a:p>
          <a:p>
            <a:r>
              <a:rPr lang="en-US" dirty="0"/>
              <a:t>He will swear to you again.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835406"/>
      </p:ext>
    </p:extLst>
  </p:cSld>
  <p:clrMapOvr>
    <a:masterClrMapping/>
  </p:clrMapOvr>
</p:sld>
</file>

<file path=ppt/slides/slide17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the mountains may fall </a:t>
            </a:r>
          </a:p>
          <a:p>
            <a:r>
              <a:rPr lang="en-US" dirty="0"/>
              <a:t>and the hills turn to dust,</a:t>
            </a:r>
          </a:p>
          <a:p>
            <a:r>
              <a:rPr lang="en-US" dirty="0"/>
              <a:t>Yet the love of the Lord will stand,</a:t>
            </a:r>
          </a:p>
          <a:p>
            <a:r>
              <a:rPr lang="en-US" dirty="0"/>
              <a:t>As a shelter for all who will call on his name: </a:t>
            </a:r>
          </a:p>
          <a:p>
            <a:r>
              <a:rPr lang="en-US" dirty="0"/>
              <a:t>Sing the praise and the glory of God.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041367"/>
      </p:ext>
    </p:extLst>
  </p:cSld>
  <p:clrMapOvr>
    <a:masterClrMapping/>
  </p:clrMapOvr>
</p:sld>
</file>

<file path=ppt/slides/slide17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409 - Thy loving kindness is better than life,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Thy loving kindness is better than life,</a:t>
            </a:r>
          </a:p>
          <a:p>
            <a:r>
              <a:rPr lang="en-US" dirty="0"/>
              <a:t>Thy loving kindness is better than life,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740824"/>
      </p:ext>
    </p:extLst>
  </p:cSld>
  <p:clrMapOvr>
    <a:masterClrMapping/>
  </p:clrMapOvr>
</p:sld>
</file>

<file path=ppt/slides/slide17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lips shall praise Thee, </a:t>
            </a:r>
          </a:p>
          <a:p>
            <a:r>
              <a:rPr lang="en-US" dirty="0"/>
              <a:t>thus will I bless Thee, </a:t>
            </a:r>
          </a:p>
          <a:p>
            <a:r>
              <a:rPr lang="en-US" dirty="0"/>
              <a:t>I will lift up my hands unto Thy name.</a:t>
            </a:r>
          </a:p>
          <a:p>
            <a:r>
              <a:rPr lang="en-US" dirty="0"/>
              <a:t>My lips shall praise Thee, </a:t>
            </a:r>
          </a:p>
          <a:p>
            <a:r>
              <a:rPr lang="en-US" dirty="0"/>
              <a:t>thus will I bless Thee, </a:t>
            </a:r>
          </a:p>
          <a:p>
            <a:r>
              <a:rPr lang="en-US" dirty="0"/>
              <a:t>I will lift up my hands unto Thy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421918"/>
      </p:ext>
    </p:extLst>
  </p:cSld>
  <p:clrMapOvr>
    <a:masterClrMapping/>
  </p:clrMapOvr>
</p:sld>
</file>

<file path=ppt/slides/slide17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skies are telling the glory of God...</a:t>
            </a:r>
          </a:p>
          <a:p>
            <a:r>
              <a:rPr lang="en-US" dirty="0"/>
              <a:t>Thy word is spoken, Thy message is heard...</a:t>
            </a:r>
          </a:p>
          <a:p>
            <a:r>
              <a:rPr lang="en-US" dirty="0"/>
              <a:t>I will recount, Lord, Thy wonderful deeds... </a:t>
            </a:r>
          </a:p>
          <a:p>
            <a:r>
              <a:rPr lang="en-US" dirty="0"/>
              <a:t>The Lord brings justice, He raises the poor... </a:t>
            </a:r>
          </a:p>
          <a:p>
            <a:r>
              <a:rPr lang="en-US" dirty="0"/>
              <a:t>The Lord is goodness, His wisdom is great...</a:t>
            </a:r>
          </a:p>
          <a:p>
            <a:r>
              <a:rPr lang="en-US" dirty="0"/>
              <a:t>Thou art forgiving, Thy mercy is sure...</a:t>
            </a:r>
          </a:p>
          <a:p>
            <a:r>
              <a:rPr lang="en-US" dirty="0"/>
              <a:t>Happy the people, who call on His name...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539780"/>
      </p:ext>
    </p:extLst>
  </p:cSld>
  <p:clrMapOvr>
    <a:masterClrMapping/>
  </p:clrMapOvr>
</p:sld>
</file>

<file path=ppt/slides/slide17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410 - Till the end of my days,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Till the end of my days, O Lord, </a:t>
            </a:r>
          </a:p>
          <a:p>
            <a:r>
              <a:rPr lang="en-US" dirty="0"/>
              <a:t>I will bless your name, </a:t>
            </a:r>
          </a:p>
          <a:p>
            <a:r>
              <a:rPr lang="en-US" dirty="0"/>
              <a:t>Sing your praise, give you thanks, all my days.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266809"/>
      </p:ext>
    </p:extLst>
  </p:cSld>
  <p:clrMapOvr>
    <a:masterClrMapping/>
  </p:clrMapOvr>
</p:sld>
</file>

<file path=ppt/slides/slide17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made me little less than a God, </a:t>
            </a:r>
          </a:p>
          <a:p>
            <a:r>
              <a:rPr lang="en-US" dirty="0"/>
              <a:t>And have lavished my heart with your love. </a:t>
            </a:r>
          </a:p>
          <a:p>
            <a:r>
              <a:rPr lang="en-US" dirty="0"/>
              <a:t>With dignity and honour you’ve clothed me, </a:t>
            </a:r>
          </a:p>
          <a:p>
            <a:r>
              <a:rPr lang="en-US" dirty="0"/>
              <a:t>Given me rule over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503105"/>
      </p:ext>
    </p:extLst>
  </p:cSld>
  <p:clrMapOvr>
    <a:masterClrMapping/>
  </p:clrMapOvr>
</p:sld>
</file>

<file path=ppt/slides/slide17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097280"/>
            <a:ext cx="11852745" cy="5548069"/>
          </a:xfrm>
        </p:spPr>
        <p:txBody>
          <a:bodyPr/>
          <a:lstStyle/>
          <a:p>
            <a:r>
              <a:rPr lang="en-US" dirty="0"/>
              <a:t>You have blessed me with good things &amp; plenty</a:t>
            </a:r>
          </a:p>
          <a:p>
            <a:r>
              <a:rPr lang="en-US" dirty="0"/>
              <a:t>And surrounded my table with friends. </a:t>
            </a:r>
          </a:p>
          <a:p>
            <a:r>
              <a:rPr lang="en-US" dirty="0"/>
              <a:t>Their love and their laughter enrich me, </a:t>
            </a:r>
          </a:p>
          <a:p>
            <a:r>
              <a:rPr lang="en-US" dirty="0"/>
              <a:t>Together we sing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858141"/>
      </p:ext>
    </p:extLst>
  </p:cSld>
  <p:clrMapOvr>
    <a:masterClrMapping/>
  </p:clrMapOvr>
</p:sld>
</file>

<file path=ppt/slides/slide17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06" y="1097280"/>
            <a:ext cx="11988285" cy="5548069"/>
          </a:xfrm>
        </p:spPr>
        <p:txBody>
          <a:bodyPr/>
          <a:lstStyle/>
          <a:p>
            <a:r>
              <a:rPr lang="en-US" dirty="0"/>
              <a:t>Your sun and your moon give me light, </a:t>
            </a:r>
          </a:p>
          <a:p>
            <a:r>
              <a:rPr lang="en-US" dirty="0"/>
              <a:t>And your stars show the way through the night.</a:t>
            </a:r>
          </a:p>
          <a:p>
            <a:r>
              <a:rPr lang="en-US" dirty="0"/>
              <a:t>Your rivers and streams have refreshed me: </a:t>
            </a:r>
          </a:p>
          <a:p>
            <a:r>
              <a:rPr lang="en-US" dirty="0"/>
              <a:t>I will sing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828749"/>
      </p:ext>
    </p:extLst>
  </p:cSld>
  <p:clrMapOvr>
    <a:masterClrMapping/>
  </p:clrMapOvr>
</p:sld>
</file>

<file path=ppt/slides/slide17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great is your love, O Father, </a:t>
            </a:r>
          </a:p>
          <a:p>
            <a:r>
              <a:rPr lang="en-US" dirty="0"/>
              <a:t>That you sent us your </a:t>
            </a:r>
            <a:r>
              <a:rPr lang="en-US" dirty="0" err="1"/>
              <a:t>Saviour</a:t>
            </a:r>
            <a:r>
              <a:rPr lang="en-US" dirty="0"/>
              <a:t> Son. </a:t>
            </a:r>
          </a:p>
          <a:p>
            <a:r>
              <a:rPr lang="en-US" dirty="0"/>
              <a:t>His death and his rising will heal us </a:t>
            </a:r>
          </a:p>
          <a:p>
            <a:r>
              <a:rPr lang="en-US" dirty="0"/>
              <a:t>And draw us all unto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444572"/>
      </p:ext>
    </p:extLst>
  </p:cSld>
  <p:clrMapOvr>
    <a:masterClrMapping/>
  </p:clrMapOvr>
</p:sld>
</file>

<file path=ppt/slides/slide17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8" y="52362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411 - Time is too short, even though we have forever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51008"/>
            <a:ext cx="11753537" cy="4791919"/>
          </a:xfrm>
        </p:spPr>
        <p:txBody>
          <a:bodyPr/>
          <a:lstStyle/>
          <a:p>
            <a:r>
              <a:rPr lang="en-US" dirty="0"/>
              <a:t>Time is too short, </a:t>
            </a:r>
          </a:p>
          <a:p>
            <a:r>
              <a:rPr lang="en-US" dirty="0"/>
              <a:t>even though we have forever</a:t>
            </a:r>
          </a:p>
          <a:p>
            <a:r>
              <a:rPr lang="en-US" dirty="0"/>
              <a:t>To sing our praises to the King of kings.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413935"/>
      </p:ext>
    </p:extLst>
  </p:cSld>
  <p:clrMapOvr>
    <a:masterClrMapping/>
  </p:clrMapOvr>
</p:sld>
</file>

<file path=ppt/slides/slide17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look at the earth and it speaks your name. </a:t>
            </a:r>
          </a:p>
          <a:p>
            <a:r>
              <a:rPr lang="en-US" dirty="0"/>
              <a:t>We look to the hills and they sing your praise. </a:t>
            </a:r>
          </a:p>
          <a:p>
            <a:r>
              <a:rPr lang="en-US" dirty="0"/>
              <a:t>We look to the stars and they shout with joy: </a:t>
            </a:r>
          </a:p>
          <a:p>
            <a:r>
              <a:rPr lang="en-US" dirty="0"/>
              <a:t>“He is Lord, Lord of all creation”.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440703"/>
      </p:ext>
    </p:extLst>
  </p:cSld>
  <p:clrMapOvr>
    <a:masterClrMapping/>
  </p:clrMapOvr>
</p:sld>
</file>

<file path=ppt/slides/slide17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look to the cross and it tells your fame, </a:t>
            </a:r>
          </a:p>
          <a:p>
            <a:r>
              <a:rPr lang="en-US" dirty="0"/>
              <a:t>Death and resurrection we proclaim; </a:t>
            </a:r>
          </a:p>
          <a:p>
            <a:r>
              <a:rPr lang="en-US" dirty="0"/>
              <a:t>At the end of time you will come again </a:t>
            </a:r>
          </a:p>
          <a:p>
            <a:r>
              <a:rPr lang="en-US" dirty="0"/>
              <a:t>As the Lord, Lord of our salvation.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287071"/>
      </p:ext>
    </p:extLst>
  </p:cSld>
  <p:clrMapOvr>
    <a:masterClrMapping/>
  </p:clrMapOvr>
</p:sld>
</file>

<file path=ppt/slides/slide17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to the Word, it will give you light </a:t>
            </a:r>
          </a:p>
          <a:p>
            <a:r>
              <a:rPr lang="en-US" dirty="0"/>
              <a:t>Gather round the board, eat the bread of life </a:t>
            </a:r>
          </a:p>
          <a:p>
            <a:r>
              <a:rPr lang="en-US" dirty="0"/>
              <a:t>Be like Jesus Christ who a slave became </a:t>
            </a:r>
          </a:p>
          <a:p>
            <a:r>
              <a:rPr lang="en-US" dirty="0"/>
              <a:t>But was made Lord of every nation.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953552"/>
      </p:ext>
    </p:extLst>
  </p:cSld>
  <p:clrMapOvr>
    <a:masterClrMapping/>
  </p:clrMapOvr>
</p:sld>
</file>

<file path=ppt/slides/slide17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7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412 - To follow the Lord and find freedom,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follow the Lord and find freedom,</a:t>
            </a:r>
          </a:p>
          <a:p>
            <a:r>
              <a:rPr lang="en-US" dirty="0"/>
              <a:t>To love as he loved and bring peace, </a:t>
            </a:r>
          </a:p>
          <a:p>
            <a:r>
              <a:rPr lang="en-US" dirty="0"/>
              <a:t>To spend all our life for his Kingdom, </a:t>
            </a:r>
          </a:p>
          <a:p>
            <a:r>
              <a:rPr lang="en-US" dirty="0"/>
              <a:t>To want it to grow and increase.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996649"/>
      </p:ext>
    </p:extLst>
  </p:cSld>
  <p:clrMapOvr>
    <a:masterClrMapping/>
  </p:clrMapOvr>
</p:sld>
</file>

<file path=ppt/slides/slide17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search for the Truth never ceasing, </a:t>
            </a:r>
          </a:p>
          <a:p>
            <a:r>
              <a:rPr lang="en-US" dirty="0"/>
              <a:t>To look for a star in the night, </a:t>
            </a:r>
          </a:p>
          <a:p>
            <a:r>
              <a:rPr lang="en-US" dirty="0"/>
              <a:t>To knock at the door never tiring, </a:t>
            </a:r>
          </a:p>
          <a:p>
            <a:r>
              <a:rPr lang="en-US" dirty="0"/>
              <a:t>To wait eagerly for his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539950"/>
      </p:ext>
    </p:extLst>
  </p:cSld>
  <p:clrMapOvr>
    <a:masterClrMapping/>
  </p:clrMapOvr>
</p:sld>
</file>

<file path=ppt/slides/slide17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walk hand in hand with each other, </a:t>
            </a:r>
          </a:p>
          <a:p>
            <a:r>
              <a:rPr lang="en-US" dirty="0"/>
              <a:t>To share with the burdened their pain,</a:t>
            </a:r>
          </a:p>
          <a:p>
            <a:r>
              <a:rPr lang="en-US" dirty="0"/>
              <a:t>To comfort the people who suffer, </a:t>
            </a:r>
          </a:p>
          <a:p>
            <a:r>
              <a:rPr lang="en-US" dirty="0"/>
              <a:t>To help those in need, for no gain.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076671"/>
      </p:ext>
    </p:extLst>
  </p:cSld>
  <p:clrMapOvr>
    <a:masterClrMapping/>
  </p:clrMapOvr>
</p:sld>
</file>

<file path=ppt/slides/slide17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sense how oppressed are the poorest, </a:t>
            </a:r>
          </a:p>
          <a:p>
            <a:r>
              <a:rPr lang="en-US" dirty="0"/>
              <a:t>To struggle for justice and right, </a:t>
            </a:r>
          </a:p>
          <a:p>
            <a:r>
              <a:rPr lang="en-US" dirty="0"/>
              <a:t>To stand for the truth and be honest, </a:t>
            </a:r>
          </a:p>
          <a:p>
            <a:r>
              <a:rPr lang="en-US" dirty="0"/>
              <a:t>To die to oneself in the fight.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398946"/>
      </p:ext>
    </p:extLst>
  </p:cSld>
  <p:clrMapOvr>
    <a:masterClrMapping/>
  </p:clrMapOvr>
</p:sld>
</file>

<file path=ppt/slides/slide17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413 - To God in gladness sing,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773933"/>
      </p:ext>
    </p:extLst>
  </p:cSld>
  <p:clrMapOvr>
    <a:masterClrMapping/>
  </p:clrMapOvr>
</p:sld>
</file>

<file path=ppt/slides/slide17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came among his people, </a:t>
            </a:r>
          </a:p>
          <a:p>
            <a:r>
              <a:rPr lang="en-US" dirty="0"/>
              <a:t>He dwelt among the poor, </a:t>
            </a:r>
          </a:p>
          <a:p>
            <a:r>
              <a:rPr lang="en-US" dirty="0"/>
              <a:t>He chose of all the weakest, </a:t>
            </a:r>
          </a:p>
          <a:p>
            <a:r>
              <a:rPr lang="en-US" dirty="0"/>
              <a:t>the humblest to befriend.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173635"/>
      </p:ext>
    </p:extLst>
  </p:cSld>
  <p:clrMapOvr>
    <a:masterClrMapping/>
  </p:clrMapOvr>
</p:sld>
</file>

<file path=ppt/slides/slide17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563061"/>
      </p:ext>
    </p:extLst>
  </p:cSld>
  <p:clrMapOvr>
    <a:masterClrMapping/>
  </p:clrMapOvr>
</p:sld>
</file>

<file path=ppt/slides/slide17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rain that falls from heaven </a:t>
            </a:r>
          </a:p>
          <a:p>
            <a:r>
              <a:rPr lang="en-US" dirty="0"/>
              <a:t>and makes the earth bring forth. 	</a:t>
            </a:r>
          </a:p>
          <a:p>
            <a:r>
              <a:rPr lang="en-US" dirty="0"/>
              <a:t>His word our hearts refreshes, </a:t>
            </a:r>
          </a:p>
          <a:p>
            <a:r>
              <a:rPr lang="en-US" dirty="0"/>
              <a:t>His law our life transforms.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431336"/>
      </p:ext>
    </p:extLst>
  </p:cSld>
  <p:clrMapOvr>
    <a:masterClrMapping/>
  </p:clrMapOvr>
</p:sld>
</file>

<file path=ppt/slides/slide17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1799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234990"/>
      </p:ext>
    </p:extLst>
  </p:cSld>
  <p:clrMapOvr>
    <a:masterClrMapping/>
  </p:clrMapOvr>
</p:sld>
</file>

<file path=ppt/slides/slide18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are we servants, </a:t>
            </a:r>
          </a:p>
          <a:p>
            <a:r>
              <a:rPr lang="en-US" dirty="0"/>
              <a:t>His friends each one he calls. </a:t>
            </a:r>
          </a:p>
          <a:p>
            <a:r>
              <a:rPr lang="en-US" dirty="0"/>
              <a:t>He brings us to his table, </a:t>
            </a:r>
          </a:p>
          <a:p>
            <a:r>
              <a:rPr lang="en-US" dirty="0"/>
              <a:t>to share his bread and wine.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56193"/>
      </p:ext>
    </p:extLst>
  </p:cSld>
  <p:clrMapOvr>
    <a:masterClrMapping/>
  </p:clrMapOvr>
</p:sld>
</file>

<file path=ppt/slides/slide18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197393"/>
      </p:ext>
    </p:extLst>
  </p:cSld>
  <p:clrMapOvr>
    <a:masterClrMapping/>
  </p:clrMapOvr>
</p:sld>
</file>

<file path=ppt/slides/slide18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Light that shines in darkness, </a:t>
            </a:r>
          </a:p>
          <a:p>
            <a:r>
              <a:rPr lang="en-US" dirty="0"/>
              <a:t>the Victor over death,</a:t>
            </a:r>
          </a:p>
          <a:p>
            <a:r>
              <a:rPr lang="en-US" dirty="0"/>
              <a:t>He enters into glory; </a:t>
            </a:r>
          </a:p>
          <a:p>
            <a:r>
              <a:rPr lang="en-US" dirty="0"/>
              <a:t>like him, we too shall rise.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273443"/>
      </p:ext>
    </p:extLst>
  </p:cSld>
  <p:clrMapOvr>
    <a:masterClrMapping/>
  </p:clrMapOvr>
</p:sld>
</file>

<file path=ppt/slides/slide18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187427"/>
      </p:ext>
    </p:extLst>
  </p:cSld>
  <p:clrMapOvr>
    <a:masterClrMapping/>
  </p:clrMapOvr>
</p:sld>
</file>

<file path=ppt/slides/slide18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flame of love, his Spirit, </a:t>
            </a:r>
          </a:p>
          <a:p>
            <a:r>
              <a:rPr lang="en-US" dirty="0"/>
              <a:t>the Universe pervades. </a:t>
            </a:r>
          </a:p>
          <a:p>
            <a:r>
              <a:rPr lang="en-US" dirty="0"/>
              <a:t>Through him a new creation begins </a:t>
            </a:r>
          </a:p>
          <a:p>
            <a:r>
              <a:rPr lang="en-US" dirty="0"/>
              <a:t>and never ends.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048469"/>
      </p:ext>
    </p:extLst>
  </p:cSld>
  <p:clrMapOvr>
    <a:masterClrMapping/>
  </p:clrMapOvr>
</p:sld>
</file>

<file path=ppt/slides/slide18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in gladness sing, how great his name!</a:t>
            </a:r>
          </a:p>
          <a:p>
            <a:r>
              <a:rPr lang="en-US" dirty="0"/>
              <a:t>Give thanks to him for his marvelous deeds, Alleluia,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477175"/>
      </p:ext>
    </p:extLst>
  </p:cSld>
  <p:clrMapOvr>
    <a:masterClrMapping/>
  </p:clrMapOvr>
</p:sld>
</file>

<file path=ppt/slides/slide18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545" y="48889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414 - To Jesus’ heart all burning with fervent love for all,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18141"/>
            <a:ext cx="11753537" cy="4400695"/>
          </a:xfrm>
        </p:spPr>
        <p:txBody>
          <a:bodyPr/>
          <a:lstStyle/>
          <a:p>
            <a:r>
              <a:rPr lang="en-US" dirty="0"/>
              <a:t>To Jesus’ heart</a:t>
            </a:r>
          </a:p>
          <a:p>
            <a:r>
              <a:rPr lang="en-US" dirty="0"/>
              <a:t> all burning with fervent love for all, </a:t>
            </a:r>
          </a:p>
          <a:p>
            <a:r>
              <a:rPr lang="en-US" dirty="0"/>
              <a:t>My heart with fondest yearning </a:t>
            </a:r>
          </a:p>
          <a:p>
            <a:r>
              <a:rPr lang="en-US" dirty="0"/>
              <a:t>shall raise its joyful strain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322479"/>
      </p:ext>
    </p:extLst>
  </p:cSld>
  <p:clrMapOvr>
    <a:masterClrMapping/>
  </p:clrMapOvr>
</p:sld>
</file>

<file path=ppt/slides/slide18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ages course along, </a:t>
            </a:r>
          </a:p>
          <a:p>
            <a:r>
              <a:rPr lang="en-US" dirty="0"/>
              <a:t>blest be with loudest song,  </a:t>
            </a:r>
          </a:p>
          <a:p>
            <a:r>
              <a:rPr lang="en-US" dirty="0"/>
              <a:t>The Sacred Heart of Jesus </a:t>
            </a:r>
          </a:p>
          <a:p>
            <a:r>
              <a:rPr lang="en-US" dirty="0"/>
              <a:t>by every heart and tongue. - 2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890566"/>
      </p:ext>
    </p:extLst>
  </p:cSld>
  <p:clrMapOvr>
    <a:masterClrMapping/>
  </p:clrMapOvr>
</p:sld>
</file>

<file path=ppt/slides/slide18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Heart, </a:t>
            </a:r>
          </a:p>
          <a:p>
            <a:r>
              <a:rPr lang="en-US" dirty="0"/>
              <a:t>for me on fire with love no one can speak, </a:t>
            </a:r>
          </a:p>
          <a:p>
            <a:r>
              <a:rPr lang="en-US" dirty="0"/>
              <a:t>My yet untold desire, </a:t>
            </a:r>
          </a:p>
          <a:p>
            <a:r>
              <a:rPr lang="en-US" dirty="0"/>
              <a:t>God gives me for Thy sake.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280684"/>
      </p:ext>
    </p:extLst>
  </p:cSld>
  <p:clrMapOvr>
    <a:masterClrMapping/>
  </p:clrMapOvr>
</p:sld>
</file>

<file path=ppt/slides/slide18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life away is flying, </a:t>
            </a:r>
          </a:p>
          <a:p>
            <a:r>
              <a:rPr lang="en-US" dirty="0"/>
              <a:t>and earth’s false glare is done;</a:t>
            </a:r>
          </a:p>
          <a:p>
            <a:r>
              <a:rPr lang="en-US" dirty="0"/>
              <a:t>Still, Sacred Heart, </a:t>
            </a:r>
          </a:p>
          <a:p>
            <a:r>
              <a:rPr lang="en-US" dirty="0"/>
              <a:t>in dying I’ll say I’m all Thine own.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274779"/>
      </p:ext>
    </p:extLst>
  </p:cSld>
  <p:clrMapOvr>
    <a:masterClrMapping/>
  </p:clrMapOvr>
</p:sld>
</file>

<file path=ppt/slides/slide18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6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415 - To the King of all ages, immortal and invisible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22317"/>
            <a:ext cx="11753537" cy="4805809"/>
          </a:xfrm>
        </p:spPr>
        <p:txBody>
          <a:bodyPr/>
          <a:lstStyle/>
          <a:p>
            <a:r>
              <a:rPr lang="en-US" dirty="0"/>
              <a:t>To the King of all ages, immortal and invisible,</a:t>
            </a:r>
          </a:p>
          <a:p>
            <a:r>
              <a:rPr lang="en-US" dirty="0"/>
              <a:t>To the only wise God our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Be honour and glory for ever and ever.</a:t>
            </a:r>
          </a:p>
          <a:p>
            <a:r>
              <a:rPr lang="en-US" dirty="0"/>
              <a:t>To the King of all ages, for ever and ever. Amen.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558951"/>
      </p:ext>
    </p:extLst>
  </p:cSld>
  <p:clrMapOvr>
    <a:masterClrMapping/>
  </p:clrMapOvr>
</p:sld>
</file>

<file path=ppt/slides/slide18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52362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416 - United in one body with Jesus Christ, the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56093"/>
            <a:ext cx="11753537" cy="5072026"/>
          </a:xfrm>
        </p:spPr>
        <p:txBody>
          <a:bodyPr/>
          <a:lstStyle/>
          <a:p>
            <a:r>
              <a:rPr lang="en-US" dirty="0"/>
              <a:t>United in one body with Jesus Christ, the Lord,</a:t>
            </a:r>
          </a:p>
          <a:p>
            <a:r>
              <a:rPr lang="en-US" dirty="0"/>
              <a:t>We bring to you our offering </a:t>
            </a:r>
          </a:p>
          <a:p>
            <a:r>
              <a:rPr lang="en-US" dirty="0"/>
              <a:t>Of bread and wine, O God.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530708"/>
      </p:ext>
    </p:extLst>
  </p:cSld>
  <p:clrMapOvr>
    <a:masterClrMapping/>
  </p:clrMapOvr>
</p:sld>
</file>

<file path=ppt/slides/slide1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wheat of Christ: </a:t>
            </a:r>
          </a:p>
          <a:p>
            <a:r>
              <a:rPr lang="en-US" dirty="0"/>
              <a:t>If we be ground in the mill of life,</a:t>
            </a:r>
          </a:p>
          <a:p>
            <a:r>
              <a:rPr lang="en-US" dirty="0"/>
              <a:t>May we be found pure bread.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600946"/>
      </p:ext>
    </p:extLst>
  </p:cSld>
  <p:clrMapOvr>
    <a:masterClrMapping/>
  </p:clrMapOvr>
</p:sld>
</file>

<file path=ppt/slides/slide18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United in one body with Jesus Christ, the Lord,</a:t>
            </a:r>
          </a:p>
          <a:p>
            <a:r>
              <a:rPr lang="en-US" dirty="0"/>
              <a:t>We bring to you our offering </a:t>
            </a:r>
          </a:p>
          <a:p>
            <a:r>
              <a:rPr lang="en-US" dirty="0"/>
              <a:t>Of bread and wine, O God.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373815"/>
      </p:ext>
    </p:extLst>
  </p:cSld>
  <p:clrMapOvr>
    <a:masterClrMapping/>
  </p:clrMapOvr>
</p:sld>
</file>

<file path=ppt/slides/slide18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494" y="1097280"/>
            <a:ext cx="11783297" cy="5548069"/>
          </a:xfrm>
        </p:spPr>
        <p:txBody>
          <a:bodyPr/>
          <a:lstStyle/>
          <a:p>
            <a:r>
              <a:rPr lang="en-US" dirty="0"/>
              <a:t>We are the grape of Christ:</a:t>
            </a:r>
          </a:p>
          <a:p>
            <a:r>
              <a:rPr lang="en-US" dirty="0"/>
              <a:t>If we be crushed in the wine-press of suffering,</a:t>
            </a:r>
          </a:p>
          <a:p>
            <a:r>
              <a:rPr lang="en-US" dirty="0"/>
              <a:t>May we be found pure wine.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595217"/>
      </p:ext>
    </p:extLst>
  </p:cSld>
  <p:clrMapOvr>
    <a:masterClrMapping/>
  </p:clrMapOvr>
</p:sld>
</file>

<file path=ppt/slides/slide18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United in one body with Jesus Christ, the Lord,</a:t>
            </a:r>
          </a:p>
          <a:p>
            <a:r>
              <a:rPr lang="en-US" dirty="0"/>
              <a:t>We bring to you our offering </a:t>
            </a:r>
          </a:p>
          <a:p>
            <a:r>
              <a:rPr lang="en-US" dirty="0"/>
              <a:t>Of bread and wine, O God.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801373"/>
      </p:ext>
    </p:extLst>
  </p:cSld>
  <p:clrMapOvr>
    <a:masterClrMapping/>
  </p:clrMapOvr>
</p:sld>
</file>

<file path=ppt/slides/slide18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the Body of Christ:</a:t>
            </a:r>
          </a:p>
          <a:p>
            <a:r>
              <a:rPr lang="en-US" dirty="0"/>
              <a:t>We must expect a share in His sorrow,</a:t>
            </a:r>
          </a:p>
          <a:p>
            <a:r>
              <a:rPr lang="en-US" dirty="0"/>
              <a:t>If we must rise with Him.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05026"/>
      </p:ext>
    </p:extLst>
  </p:cSld>
  <p:clrMapOvr>
    <a:masterClrMapping/>
  </p:clrMapOvr>
</p:sld>
</file>

<file path=ppt/slides/slide18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United in one body with Jesus Christ, the Lord,</a:t>
            </a:r>
          </a:p>
          <a:p>
            <a:r>
              <a:rPr lang="en-US" dirty="0"/>
              <a:t>We bring to you our offering </a:t>
            </a:r>
          </a:p>
          <a:p>
            <a:r>
              <a:rPr lang="en-US" dirty="0"/>
              <a:t>Of bread and wine, O God.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834417"/>
      </p:ext>
    </p:extLst>
  </p:cSld>
  <p:clrMapOvr>
    <a:masterClrMapping/>
  </p:clrMapOvr>
</p:sld>
</file>

<file path=ppt/slides/slide18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417 - Unto thee O Lord, do I lift up my soul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Unto thee O Lord, do I lift up my soul, - 2</a:t>
            </a:r>
          </a:p>
          <a:p>
            <a:r>
              <a:rPr lang="en-US" dirty="0"/>
              <a:t>O my God, I trust in Thee, </a:t>
            </a:r>
          </a:p>
          <a:p>
            <a:r>
              <a:rPr lang="en-US" dirty="0"/>
              <a:t>Let me not be ashamed,</a:t>
            </a:r>
          </a:p>
          <a:p>
            <a:r>
              <a:rPr lang="en-US" dirty="0"/>
              <a:t>Let not my enemies’ triumph over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598161"/>
      </p:ext>
    </p:extLst>
  </p:cSld>
  <p:clrMapOvr>
    <a:masterClrMapping/>
  </p:clrMapOvr>
</p:sld>
</file>

<file path=ppt/slides/slide1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me thy ways, thy ways, O Lord...</a:t>
            </a:r>
          </a:p>
          <a:p>
            <a:r>
              <a:rPr lang="en-US" dirty="0"/>
              <a:t>Unto thee O Lord, do I lift up my soul, - 2</a:t>
            </a:r>
          </a:p>
          <a:p>
            <a:r>
              <a:rPr lang="en-US" dirty="0"/>
              <a:t>O my God, I trust in Thee, </a:t>
            </a:r>
          </a:p>
          <a:p>
            <a:r>
              <a:rPr lang="en-US" dirty="0"/>
              <a:t>Let me not be ashamed,</a:t>
            </a:r>
          </a:p>
          <a:p>
            <a:r>
              <a:rPr lang="en-US" dirty="0"/>
              <a:t>Let not my enemies’ triumph over me.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868426"/>
      </p:ext>
    </p:extLst>
  </p:cSld>
  <p:clrMapOvr>
    <a:masterClrMapping/>
  </p:clrMapOvr>
</p:sld>
</file>

<file path=ppt/slides/slide1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Teach me thy paths, thy paths, O Lord...</a:t>
            </a:r>
          </a:p>
          <a:p>
            <a:r>
              <a:rPr lang="en-US" dirty="0"/>
              <a:t>Unto thee O Lord, do I lift up my soul, - 2</a:t>
            </a:r>
          </a:p>
          <a:p>
            <a:r>
              <a:rPr lang="en-US" dirty="0"/>
              <a:t>O my God, I trust in Thee, </a:t>
            </a:r>
          </a:p>
          <a:p>
            <a:r>
              <a:rPr lang="en-US" dirty="0"/>
              <a:t>Let me not be ashamed,</a:t>
            </a:r>
          </a:p>
          <a:p>
            <a:r>
              <a:rPr lang="en-US" dirty="0"/>
              <a:t>Let not my enemies’ triumph over me.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552160"/>
      </p:ext>
    </p:extLst>
  </p:cSld>
  <p:clrMapOvr>
    <a:masterClrMapping/>
  </p:clrMapOvr>
</p:sld>
</file>

<file path=ppt/slides/slide18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not, the sins of my youth...</a:t>
            </a:r>
          </a:p>
          <a:p>
            <a:r>
              <a:rPr lang="en-US" dirty="0"/>
              <a:t>Unto thee O Lord, do I lift up my soul, - 2</a:t>
            </a:r>
          </a:p>
          <a:p>
            <a:r>
              <a:rPr lang="en-US" dirty="0"/>
              <a:t>O my God, I trust in Thee, </a:t>
            </a:r>
          </a:p>
          <a:p>
            <a:r>
              <a:rPr lang="en-US" dirty="0"/>
              <a:t>Let me not be ashamed,</a:t>
            </a:r>
          </a:p>
          <a:p>
            <a:r>
              <a:rPr lang="en-US" dirty="0"/>
              <a:t>Let not my enemies’ triumph over me.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487986"/>
      </p:ext>
    </p:extLst>
  </p:cSld>
  <p:clrMapOvr>
    <a:masterClrMapping/>
  </p:clrMapOvr>
</p:sld>
</file>

<file path=ppt/slides/slide18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418 - Wake up, O Christian, rise!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Wake up, O Christian, rise!</a:t>
            </a:r>
          </a:p>
          <a:p>
            <a:r>
              <a:rPr lang="en-US" dirty="0"/>
              <a:t>Away with lesser things; </a:t>
            </a:r>
          </a:p>
          <a:p>
            <a:r>
              <a:rPr lang="en-US" dirty="0"/>
              <a:t>Give heart and soul and mind and strength </a:t>
            </a:r>
          </a:p>
          <a:p>
            <a:r>
              <a:rPr lang="en-US" dirty="0"/>
              <a:t>To serve the King of kings.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462630"/>
      </p:ext>
    </p:extLst>
  </p:cSld>
  <p:clrMapOvr>
    <a:masterClrMapping/>
  </p:clrMapOvr>
</p:sld>
</file>

<file path=ppt/slides/slide18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Awake, keep awake, </a:t>
            </a:r>
          </a:p>
          <a:p>
            <a:r>
              <a:rPr lang="en-US" dirty="0"/>
              <a:t>For the Bridegroom is now near; </a:t>
            </a:r>
          </a:p>
          <a:p>
            <a:r>
              <a:rPr lang="en-US" dirty="0"/>
              <a:t>We welcome his </a:t>
            </a:r>
            <a:r>
              <a:rPr lang="en-US" dirty="0" err="1"/>
              <a:t>Parousia</a:t>
            </a:r>
            <a:r>
              <a:rPr lang="en-US" dirty="0"/>
              <a:t> </a:t>
            </a:r>
          </a:p>
          <a:p>
            <a:r>
              <a:rPr lang="en-US" dirty="0"/>
              <a:t>With lamps and hearts aglow.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233107"/>
      </p:ext>
    </p:extLst>
  </p:cSld>
  <p:clrMapOvr>
    <a:masterClrMapping/>
  </p:clrMapOvr>
</p:sld>
</file>

<file path=ppt/slides/slide18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Wake up, O Christian, rise! </a:t>
            </a:r>
          </a:p>
          <a:p>
            <a:r>
              <a:rPr lang="en-US" dirty="0"/>
              <a:t>His kingdom tarries long; </a:t>
            </a:r>
          </a:p>
          <a:p>
            <a:r>
              <a:rPr lang="en-US" dirty="0"/>
              <a:t>Bring in the day of brotherhood </a:t>
            </a:r>
          </a:p>
          <a:p>
            <a:r>
              <a:rPr lang="en-US" dirty="0"/>
              <a:t>And end the night of wrong.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417735"/>
      </p:ext>
    </p:extLst>
  </p:cSld>
  <p:clrMapOvr>
    <a:masterClrMapping/>
  </p:clrMapOvr>
</p:sld>
</file>

<file path=ppt/slides/slide18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Wake up, O Christian, rise! </a:t>
            </a:r>
          </a:p>
          <a:p>
            <a:r>
              <a:rPr lang="en-US" dirty="0"/>
              <a:t>How long the Church must wait. </a:t>
            </a:r>
          </a:p>
          <a:p>
            <a:r>
              <a:rPr lang="en-US" dirty="0"/>
              <a:t>Her strength unequal to her task. </a:t>
            </a:r>
          </a:p>
          <a:p>
            <a:r>
              <a:rPr lang="en-US" dirty="0"/>
              <a:t>Rise up and make her great.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262001"/>
      </p:ext>
    </p:extLst>
  </p:cSld>
  <p:clrMapOvr>
    <a:masterClrMapping/>
  </p:clrMapOvr>
</p:sld>
</file>

<file path=ppt/slides/slide18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19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419 - Wake up, O people, rise away with lesser things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19084"/>
            <a:ext cx="11753537" cy="4609039"/>
          </a:xfrm>
        </p:spPr>
        <p:txBody>
          <a:bodyPr/>
          <a:lstStyle/>
          <a:p>
            <a:r>
              <a:rPr lang="en-US" dirty="0"/>
              <a:t>Wake up, O people, </a:t>
            </a:r>
          </a:p>
          <a:p>
            <a:r>
              <a:rPr lang="en-US" dirty="0"/>
              <a:t>rise away with lesser things.</a:t>
            </a:r>
          </a:p>
          <a:p>
            <a:r>
              <a:rPr lang="en-US" dirty="0"/>
              <a:t>Give heart and soul and mind and strength</a:t>
            </a:r>
          </a:p>
          <a:p>
            <a:r>
              <a:rPr lang="en-US" dirty="0"/>
              <a:t>To serve the King of kings.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230394"/>
      </p:ext>
    </p:extLst>
  </p:cSld>
  <p:clrMapOvr>
    <a:masterClrMapping/>
  </p:clrMapOvr>
</p:sld>
</file>

<file path=ppt/slides/slide18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Awake, be alert, for a new age is now here </a:t>
            </a:r>
          </a:p>
          <a:p>
            <a:r>
              <a:rPr lang="en-US" dirty="0"/>
              <a:t>Let’s journey through this century </a:t>
            </a:r>
          </a:p>
          <a:p>
            <a:r>
              <a:rPr lang="en-US" dirty="0"/>
              <a:t>With goal and vision clear.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921018"/>
      </p:ext>
    </p:extLst>
  </p:cSld>
  <p:clrMapOvr>
    <a:masterClrMapping/>
  </p:clrMapOvr>
</p:sld>
</file>

<file path=ppt/slides/slide18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Wake up, O people, rise, </a:t>
            </a:r>
          </a:p>
          <a:p>
            <a:r>
              <a:rPr lang="en-US" dirty="0"/>
              <a:t>for gospel values search. </a:t>
            </a:r>
          </a:p>
          <a:p>
            <a:r>
              <a:rPr lang="en-US" dirty="0"/>
              <a:t>Let mission and discovery </a:t>
            </a:r>
          </a:p>
          <a:p>
            <a:r>
              <a:rPr lang="en-US" dirty="0"/>
              <a:t>Revitalize the Church.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224214"/>
      </p:ext>
    </p:extLst>
  </p:cSld>
  <p:clrMapOvr>
    <a:masterClrMapping/>
  </p:clrMapOvr>
</p:sld>
</file>

<file path=ppt/slides/slide18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Wake up O people rise! </a:t>
            </a:r>
          </a:p>
          <a:p>
            <a:r>
              <a:rPr lang="en-US" dirty="0"/>
              <a:t>How long the Church must wait? </a:t>
            </a:r>
          </a:p>
          <a:p>
            <a:r>
              <a:rPr lang="en-US" dirty="0"/>
              <a:t>To live by her priorities’? </a:t>
            </a:r>
          </a:p>
          <a:p>
            <a:r>
              <a:rPr lang="en-US" dirty="0"/>
              <a:t>Rise up and make her great.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84399"/>
      </p:ext>
    </p:extLst>
  </p:cSld>
  <p:clrMapOvr>
    <a:masterClrMapping/>
  </p:clrMapOvr>
</p:sld>
</file>

<file path=ppt/slides/slide18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619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420 - Wake up, O people, the Lord is very near,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56096"/>
            <a:ext cx="11753537" cy="5048877"/>
          </a:xfrm>
        </p:spPr>
        <p:txBody>
          <a:bodyPr/>
          <a:lstStyle/>
          <a:p>
            <a:r>
              <a:rPr lang="en-US" dirty="0"/>
              <a:t>Wake up, O people, the Lord is very near,</a:t>
            </a:r>
          </a:p>
          <a:p>
            <a:r>
              <a:rPr lang="en-US" dirty="0"/>
              <a:t>Wake up and stand for the Lord.</a:t>
            </a:r>
          </a:p>
          <a:p>
            <a:r>
              <a:rPr lang="en-US" dirty="0"/>
              <a:t>Wake up, O people, the Lord is very near, </a:t>
            </a:r>
          </a:p>
          <a:p>
            <a:r>
              <a:rPr lang="en-US" dirty="0"/>
              <a:t>Wake up and stand for the Lord.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975419"/>
      </p:ext>
    </p:extLst>
  </p:cSld>
  <p:clrMapOvr>
    <a:masterClrMapping/>
  </p:clrMapOvr>
</p:sld>
</file>

<file path=ppt/slides/slide18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saving Lord is near, Wake up!</a:t>
            </a:r>
          </a:p>
          <a:p>
            <a:r>
              <a:rPr lang="en-US" dirty="0"/>
              <a:t>His glory will appear, Wake up! </a:t>
            </a:r>
          </a:p>
          <a:p>
            <a:r>
              <a:rPr lang="en-US" dirty="0"/>
              <a:t>Your hour of grace is nearer than it ever was.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626237"/>
      </p:ext>
    </p:extLst>
  </p:cSld>
  <p:clrMapOvr>
    <a:masterClrMapping/>
  </p:clrMapOvr>
</p:sld>
</file>

<file path=ppt/slides/slide18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night of sin has past, Wake up! </a:t>
            </a:r>
          </a:p>
          <a:p>
            <a:r>
              <a:rPr lang="en-US" dirty="0"/>
              <a:t>The light is near at last, Wake up! </a:t>
            </a:r>
          </a:p>
          <a:p>
            <a:r>
              <a:rPr lang="en-US" dirty="0"/>
              <a:t>The Day Star, </a:t>
            </a:r>
          </a:p>
          <a:p>
            <a:r>
              <a:rPr lang="en-US" dirty="0"/>
              <a:t>Christ, the Son of God will soon appear.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845415"/>
      </p:ext>
    </p:extLst>
  </p:cSld>
  <p:clrMapOvr>
    <a:masterClrMapping/>
  </p:clrMapOvr>
</p:sld>
</file>

<file path=ppt/slides/slide18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live in love and peace, Wake up! </a:t>
            </a:r>
          </a:p>
          <a:p>
            <a:r>
              <a:rPr lang="en-US" dirty="0"/>
              <a:t>To let all quarrels cease, Wake up!</a:t>
            </a:r>
          </a:p>
          <a:p>
            <a:r>
              <a:rPr lang="en-US" dirty="0"/>
              <a:t>To live that all you do </a:t>
            </a:r>
          </a:p>
          <a:p>
            <a:r>
              <a:rPr lang="en-US" dirty="0"/>
              <a:t>may stand the light of day.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070840"/>
      </p:ext>
    </p:extLst>
  </p:cSld>
  <p:clrMapOvr>
    <a:masterClrMapping/>
  </p:clrMapOvr>
</p:sld>
</file>

<file path=ppt/slides/slide18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Christ may be your shield, Wake up! !</a:t>
            </a:r>
          </a:p>
          <a:p>
            <a:r>
              <a:rPr lang="en-US" dirty="0"/>
              <a:t>That death to life may yield, Wake up!</a:t>
            </a:r>
          </a:p>
          <a:p>
            <a:r>
              <a:rPr lang="en-US" dirty="0"/>
              <a:t>That heaven’s gate be opened </a:t>
            </a:r>
          </a:p>
          <a:p>
            <a:r>
              <a:rPr lang="en-US" dirty="0"/>
              <a:t>wide again for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546978"/>
      </p:ext>
    </p:extLst>
  </p:cSld>
  <p:clrMapOvr>
    <a:masterClrMapping/>
  </p:clrMapOvr>
</p:sld>
</file>

<file path=ppt/slides/slide18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421 - Wash me, Lord, wash me clean,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Wash me, Lord, wash me clean,</a:t>
            </a:r>
          </a:p>
          <a:p>
            <a:r>
              <a:rPr lang="en-US" dirty="0"/>
              <a:t>From my sin, my iniquity.</a:t>
            </a:r>
          </a:p>
          <a:p>
            <a:r>
              <a:rPr lang="en-US" dirty="0"/>
              <a:t>Mercy Lord, for I know </a:t>
            </a:r>
          </a:p>
          <a:p>
            <a:r>
              <a:rPr lang="en-US" dirty="0"/>
              <a:t>My transgression, and my guilt I see.</a:t>
            </a:r>
          </a:p>
          <a:p>
            <a:r>
              <a:rPr lang="en-US" dirty="0"/>
              <a:t>Turn your face from my sins,</a:t>
            </a:r>
          </a:p>
          <a:p>
            <a:r>
              <a:rPr lang="en-US" dirty="0"/>
              <a:t>In your love blot away my guilt.</a:t>
            </a:r>
          </a:p>
          <a:p>
            <a:r>
              <a:rPr lang="en-US" dirty="0"/>
              <a:t>Make me pure deep within, </a:t>
            </a:r>
          </a:p>
          <a:p>
            <a:r>
              <a:rPr lang="en-US" dirty="0"/>
              <a:t>Keep me faithful and steadfast in your ways.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762050"/>
      </p:ext>
    </p:extLst>
  </p:cSld>
  <p:clrMapOvr>
    <a:masterClrMapping/>
  </p:clrMapOvr>
</p:sld>
</file>

<file path=ppt/slides/slide18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With your love and your truth,</a:t>
            </a:r>
          </a:p>
          <a:p>
            <a:r>
              <a:rPr lang="en-US" dirty="0"/>
              <a:t>I’ll become whiter than the snow.</a:t>
            </a:r>
          </a:p>
          <a:p>
            <a:r>
              <a:rPr lang="en-US" dirty="0"/>
              <a:t>I will hear songs of joy</a:t>
            </a:r>
          </a:p>
          <a:p>
            <a:r>
              <a:rPr lang="en-US" dirty="0"/>
              <a:t>And my heart shall echo with your praise.</a:t>
            </a:r>
          </a:p>
          <a:p>
            <a:r>
              <a:rPr lang="en-US" dirty="0"/>
              <a:t>Sacrifice do I bring:</a:t>
            </a:r>
          </a:p>
          <a:p>
            <a:r>
              <a:rPr lang="en-US" dirty="0"/>
              <a:t>See my gift is a contrite heart,</a:t>
            </a:r>
          </a:p>
          <a:p>
            <a:r>
              <a:rPr lang="en-US" dirty="0"/>
              <a:t>For the Lord never spurns</a:t>
            </a:r>
          </a:p>
          <a:p>
            <a:r>
              <a:rPr lang="en-US" dirty="0"/>
              <a:t>Broken spirits who place their trust in him.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45463"/>
      </p:ext>
    </p:extLst>
  </p:cSld>
  <p:clrMapOvr>
    <a:masterClrMapping/>
  </p:clrMapOvr>
</p:sld>
</file>

<file path=ppt/slides/slide18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422 - Water, water and the Spirit.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Water, water and the Spirit.</a:t>
            </a:r>
          </a:p>
          <a:p>
            <a:r>
              <a:rPr lang="en-US" dirty="0"/>
              <a:t>Promise, promise of a new life.</a:t>
            </a:r>
          </a:p>
          <a:p>
            <a:r>
              <a:rPr lang="en-US" dirty="0"/>
              <a:t>We are born of water and the Spirit </a:t>
            </a:r>
          </a:p>
          <a:p>
            <a:r>
              <a:rPr lang="en-US" dirty="0"/>
              <a:t>And life is ours, a life that will never end.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386682"/>
      </p:ext>
    </p:extLst>
  </p:cSld>
  <p:clrMapOvr>
    <a:masterClrMapping/>
  </p:clrMapOvr>
</p:sld>
</file>

<file path=ppt/slides/slide18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Waters, waters of creation:</a:t>
            </a:r>
          </a:p>
          <a:p>
            <a:r>
              <a:rPr lang="en-US" dirty="0"/>
              <a:t>Symbol of a new salvation </a:t>
            </a:r>
          </a:p>
          <a:p>
            <a:r>
              <a:rPr lang="en-US" dirty="0"/>
              <a:t>Water filled with the power of the Spirit</a:t>
            </a:r>
          </a:p>
          <a:p>
            <a:r>
              <a:rPr lang="en-US" dirty="0"/>
              <a:t>To bring new life, the life of the Son of God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46644"/>
      </p:ext>
    </p:extLst>
  </p:cSld>
  <p:clrMapOvr>
    <a:masterClrMapping/>
  </p:clrMapOvr>
</p:sld>
</file>

<file path=ppt/slides/slide18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Waters of a new vocation </a:t>
            </a:r>
          </a:p>
          <a:p>
            <a:r>
              <a:rPr lang="en-US" dirty="0"/>
              <a:t>Calling us to every nation</a:t>
            </a:r>
          </a:p>
          <a:p>
            <a:r>
              <a:rPr lang="en-US" dirty="0"/>
              <a:t>Born again to proclaim the life of Jesus</a:t>
            </a:r>
          </a:p>
          <a:p>
            <a:r>
              <a:rPr lang="en-US" dirty="0"/>
              <a:t>And give to God a life that will never end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815071"/>
      </p:ext>
    </p:extLst>
  </p:cSld>
  <p:clrMapOvr>
    <a:masterClrMapping/>
  </p:clrMapOvr>
</p:sld>
</file>

<file path=ppt/slides/slide18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47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423 - We are climbing up the mountain of the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98224"/>
            <a:ext cx="11753537" cy="4863682"/>
          </a:xfrm>
        </p:spPr>
        <p:txBody>
          <a:bodyPr/>
          <a:lstStyle/>
          <a:p>
            <a:r>
              <a:rPr lang="en-US" dirty="0"/>
              <a:t>We are climbing up the mountain of the Lord</a:t>
            </a:r>
          </a:p>
          <a:p>
            <a:r>
              <a:rPr lang="en-US" dirty="0"/>
              <a:t>Who will teach us to walk in his ways.</a:t>
            </a:r>
          </a:p>
          <a:p>
            <a:endParaRPr lang="en-US" dirty="0"/>
          </a:p>
          <a:p>
            <a:r>
              <a:rPr lang="en-US" dirty="0"/>
              <a:t>For the law shall go forth out of Zion. </a:t>
            </a:r>
          </a:p>
          <a:p>
            <a:r>
              <a:rPr lang="en-US" dirty="0"/>
              <a:t>And the Word of the Lord from his hill.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664884"/>
      </p:ext>
    </p:extLst>
  </p:cSld>
  <p:clrMapOvr>
    <a:masterClrMapping/>
  </p:clrMapOvr>
</p:sld>
</file>

<file path=ppt/slides/slide18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He’ll transform all our spears </a:t>
            </a:r>
          </a:p>
          <a:p>
            <a:r>
              <a:rPr lang="en-US" dirty="0"/>
              <a:t>into ploughshares. </a:t>
            </a:r>
          </a:p>
          <a:p>
            <a:r>
              <a:rPr lang="en-US" dirty="0"/>
              <a:t>Of our swords he will make pruning hooks</a:t>
            </a:r>
          </a:p>
          <a:p>
            <a:r>
              <a:rPr lang="en-US" dirty="0"/>
              <a:t>We are climbing up the mountain of the Lord</a:t>
            </a:r>
          </a:p>
          <a:p>
            <a:r>
              <a:rPr lang="en-US" dirty="0"/>
              <a:t>Who will teach us to walk in his ways.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824731"/>
      </p:ext>
    </p:extLst>
  </p:cSld>
  <p:clrMapOvr>
    <a:masterClrMapping/>
  </p:clrMapOvr>
</p:sld>
</file>

<file path=ppt/slides/slide18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more nation shall fight other nations. </a:t>
            </a:r>
          </a:p>
          <a:p>
            <a:r>
              <a:rPr lang="en-US" dirty="0"/>
              <a:t>Nor of war shall they learn any more.</a:t>
            </a:r>
          </a:p>
          <a:p>
            <a:r>
              <a:rPr lang="en-US" dirty="0"/>
              <a:t>We are climbing up the mountain of the Lord</a:t>
            </a:r>
          </a:p>
          <a:p>
            <a:r>
              <a:rPr lang="en-US" dirty="0"/>
              <a:t>Who will teach us to walk in his ways.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06170"/>
      </p:ext>
    </p:extLst>
  </p:cSld>
  <p:clrMapOvr>
    <a:masterClrMapping/>
  </p:clrMapOvr>
</p:sld>
</file>

<file path=ppt/slides/slide18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your sins be like scarlet or crimson, </a:t>
            </a:r>
          </a:p>
          <a:p>
            <a:r>
              <a:rPr lang="en-US" dirty="0"/>
              <a:t>Through his love they shall be white as snow.</a:t>
            </a:r>
          </a:p>
          <a:p>
            <a:endParaRPr lang="en-US" dirty="0"/>
          </a:p>
          <a:p>
            <a:r>
              <a:rPr lang="en-US" dirty="0"/>
              <a:t>We are climbing up the mountain of the Lord</a:t>
            </a:r>
          </a:p>
          <a:p>
            <a:r>
              <a:rPr lang="en-US" dirty="0"/>
              <a:t>Who will teach us to walk in his ways.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809968"/>
      </p:ext>
    </p:extLst>
  </p:cSld>
  <p:clrMapOvr>
    <a:masterClrMapping/>
  </p:clrMapOvr>
</p:sld>
</file>

<file path=ppt/slides/slide18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424 - We are God’s people: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God’s people: </a:t>
            </a:r>
          </a:p>
          <a:p>
            <a:r>
              <a:rPr lang="en-US" dirty="0"/>
              <a:t>He has called us and chosen us,</a:t>
            </a:r>
          </a:p>
          <a:p>
            <a:r>
              <a:rPr lang="en-US" dirty="0"/>
              <a:t>Chosen us in Christ to work for the coming of his kingdom.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119547"/>
      </p:ext>
    </p:extLst>
  </p:cSld>
  <p:clrMapOvr>
    <a:masterClrMapping/>
  </p:clrMapOvr>
</p:sld>
</file>

<file path=ppt/slides/slide18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gives us the Spirit of Christ</a:t>
            </a:r>
          </a:p>
          <a:p>
            <a:r>
              <a:rPr lang="en-US" dirty="0"/>
              <a:t>That Christ may be wherever we are</a:t>
            </a:r>
          </a:p>
          <a:p>
            <a:endParaRPr lang="en-US" dirty="0"/>
          </a:p>
          <a:p>
            <a:r>
              <a:rPr lang="en-US" dirty="0"/>
              <a:t>God gives us the Spirit of Christ</a:t>
            </a:r>
          </a:p>
          <a:p>
            <a:r>
              <a:rPr lang="en-US" dirty="0"/>
              <a:t>That we may bring the good news to 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673355"/>
      </p:ext>
    </p:extLst>
  </p:cSld>
  <p:clrMapOvr>
    <a:masterClrMapping/>
  </p:clrMapOvr>
</p:sld>
</file>

<file path=ppt/slides/slide18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gives us the Spirit of Christ</a:t>
            </a:r>
          </a:p>
          <a:p>
            <a:r>
              <a:rPr lang="en-US" dirty="0"/>
              <a:t>That we may spread his kingdom of peace.</a:t>
            </a:r>
          </a:p>
          <a:p>
            <a:endParaRPr lang="en-US" dirty="0"/>
          </a:p>
          <a:p>
            <a:r>
              <a:rPr lang="en-US" dirty="0"/>
              <a:t>God gives us the Spirit of Christ</a:t>
            </a:r>
          </a:p>
          <a:p>
            <a:r>
              <a:rPr lang="en-US" dirty="0"/>
              <a:t>That we may bring his justice to all.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965722"/>
      </p:ext>
    </p:extLst>
  </p:cSld>
  <p:clrMapOvr>
    <a:masterClrMapping/>
  </p:clrMapOvr>
</p:sld>
</file>

<file path=ppt/slides/slide18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4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425 - We are happy Christians all united in the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294050"/>
            <a:ext cx="11753537" cy="5548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are happy Christians all united in the Lord,</a:t>
            </a:r>
          </a:p>
          <a:p>
            <a:r>
              <a:rPr lang="en-US" dirty="0"/>
              <a:t>We belong to one family. </a:t>
            </a:r>
          </a:p>
          <a:p>
            <a:r>
              <a:rPr lang="en-US" dirty="0"/>
              <a:t>Jesus Christ has chosen us to carry on his life, </a:t>
            </a:r>
          </a:p>
          <a:p>
            <a:r>
              <a:rPr lang="en-US" dirty="0"/>
              <a:t>Over every land and sea. </a:t>
            </a:r>
          </a:p>
          <a:p>
            <a:r>
              <a:rPr lang="en-US" dirty="0"/>
              <a:t>From the north and from the south, </a:t>
            </a:r>
          </a:p>
          <a:p>
            <a:r>
              <a:rPr lang="en-US" dirty="0"/>
              <a:t>And from the east and west,                             He has called us all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929281"/>
      </p:ext>
    </p:extLst>
  </p:cSld>
  <p:clrMapOvr>
    <a:masterClrMapping/>
  </p:clrMapOvr>
</p:sld>
</file>

<file path=ppt/slides/slide18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we are delighted, that we are united, </a:t>
            </a:r>
          </a:p>
          <a:p>
            <a:r>
              <a:rPr lang="en-US" dirty="0"/>
              <a:t>Into God’s own family, </a:t>
            </a:r>
          </a:p>
          <a:p>
            <a:r>
              <a:rPr lang="en-US" dirty="0"/>
              <a:t>And we are delighted, that we are united, </a:t>
            </a:r>
          </a:p>
          <a:p>
            <a:r>
              <a:rPr lang="en-US" dirty="0"/>
              <a:t>Into God’s own family.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136686"/>
      </p:ext>
    </p:extLst>
  </p:cSld>
  <p:clrMapOvr>
    <a:masterClrMapping/>
  </p:clrMapOvr>
</p:sld>
</file>

<file path=ppt/slides/slide18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as Christians </a:t>
            </a:r>
          </a:p>
          <a:p>
            <a:r>
              <a:rPr lang="en-US" dirty="0"/>
              <a:t>we must try to live the Gospel life, </a:t>
            </a:r>
          </a:p>
          <a:p>
            <a:r>
              <a:rPr lang="en-US" dirty="0"/>
              <a:t>Living in simplicity.</a:t>
            </a:r>
          </a:p>
          <a:p>
            <a:r>
              <a:rPr lang="en-US" dirty="0"/>
              <a:t>We will share the goods </a:t>
            </a:r>
          </a:p>
          <a:p>
            <a:r>
              <a:rPr lang="en-US" dirty="0"/>
              <a:t>we have with everyone in need, </a:t>
            </a:r>
          </a:p>
          <a:p>
            <a:r>
              <a:rPr lang="en-US" dirty="0"/>
              <a:t>Such is Christ-like charity.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423275"/>
      </p:ext>
    </p:extLst>
  </p:cSld>
  <p:clrMapOvr>
    <a:masterClrMapping/>
  </p:clrMapOvr>
</p:sld>
</file>

<file path=ppt/slides/slide18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CDEDA-E215-3A3D-481E-E563B97F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DD65-1EC7-1DFA-D9DB-8C1C35C5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F9C5-C1D8-9395-0101-CA6F8FAC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grateful </a:t>
            </a:r>
          </a:p>
          <a:p>
            <a:r>
              <a:rPr lang="en-US" dirty="0"/>
              <a:t>that God called us to this way of life, </a:t>
            </a:r>
          </a:p>
          <a:p>
            <a:r>
              <a:rPr lang="en-US" dirty="0"/>
              <a:t>In the footsteps of our </a:t>
            </a:r>
            <a:r>
              <a:rPr lang="en-US" dirty="0" err="1"/>
              <a:t>Saviour</a:t>
            </a:r>
            <a:r>
              <a:rPr lang="en-US" dirty="0"/>
              <a:t>.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07AF6-4582-7F2E-7D59-35AC7840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065225"/>
      </p:ext>
    </p:extLst>
  </p:cSld>
  <p:clrMapOvr>
    <a:masterClrMapping/>
  </p:clrMapOvr>
</p:sld>
</file>

<file path=ppt/slides/slide18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426 - We are here to praise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04" y="1097280"/>
            <a:ext cx="11988285" cy="5548069"/>
          </a:xfrm>
        </p:spPr>
        <p:txBody>
          <a:bodyPr>
            <a:normAutofit fontScale="92500"/>
          </a:bodyPr>
          <a:lstStyle/>
          <a:p>
            <a:r>
              <a:rPr lang="en-US" dirty="0"/>
              <a:t>We are here to praise you, lift our hearts and sing,</a:t>
            </a:r>
          </a:p>
          <a:p>
            <a:r>
              <a:rPr lang="en-US" dirty="0"/>
              <a:t>We are here to give you, the best that we can bring.</a:t>
            </a:r>
          </a:p>
          <a:p>
            <a:r>
              <a:rPr lang="en-US" dirty="0"/>
              <a:t>And it is our love, rising from our hearts, </a:t>
            </a:r>
          </a:p>
          <a:p>
            <a:r>
              <a:rPr lang="en-US" dirty="0"/>
              <a:t>Everything within us cries, “Abba Father.” </a:t>
            </a:r>
          </a:p>
          <a:p>
            <a:r>
              <a:rPr lang="en-US" dirty="0"/>
              <a:t>Help us now to give you, pleasure and delight, </a:t>
            </a:r>
          </a:p>
          <a:p>
            <a:r>
              <a:rPr lang="en-US" dirty="0"/>
              <a:t>Heart and mind and will that say, ‘I love You Lord.’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762413"/>
      </p:ext>
    </p:extLst>
  </p:cSld>
  <p:clrMapOvr>
    <a:masterClrMapping/>
  </p:clrMapOvr>
</p:sld>
</file>

<file path=ppt/slides/slide18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427 - We are one in the spirit,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one in the spirit, </a:t>
            </a:r>
          </a:p>
          <a:p>
            <a:r>
              <a:rPr lang="en-US" dirty="0"/>
              <a:t>we are one in the Lord, - 2</a:t>
            </a:r>
          </a:p>
          <a:p>
            <a:r>
              <a:rPr lang="en-US" dirty="0"/>
              <a:t>And we’ll pray</a:t>
            </a:r>
          </a:p>
          <a:p>
            <a:r>
              <a:rPr lang="en-US" dirty="0"/>
              <a:t> that all unity may one day be restored.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82835"/>
      </p:ext>
    </p:extLst>
  </p:cSld>
  <p:clrMapOvr>
    <a:masterClrMapping/>
  </p:clrMapOvr>
</p:sld>
</file>

<file path=ppt/slides/slide18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they’ll know we are Christians </a:t>
            </a:r>
          </a:p>
          <a:p>
            <a:r>
              <a:rPr lang="en-US" dirty="0"/>
              <a:t>by our love, by our love, </a:t>
            </a:r>
          </a:p>
          <a:p>
            <a:r>
              <a:rPr lang="en-US" dirty="0"/>
              <a:t>Yes, they’ll know we are Christians by our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380049"/>
      </p:ext>
    </p:extLst>
  </p:cSld>
  <p:clrMapOvr>
    <a:masterClrMapping/>
  </p:clrMapOvr>
</p:sld>
</file>

<file path=ppt/slides/slide18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walk with each other, </a:t>
            </a:r>
          </a:p>
          <a:p>
            <a:r>
              <a:rPr lang="en-US" dirty="0"/>
              <a:t>we will walk hand in hand, - 2</a:t>
            </a:r>
          </a:p>
          <a:p>
            <a:r>
              <a:rPr lang="en-US" dirty="0"/>
              <a:t>And together we’ll spread the news </a:t>
            </a:r>
          </a:p>
          <a:p>
            <a:r>
              <a:rPr lang="en-US" dirty="0"/>
              <a:t>that God is in our land.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667945"/>
      </p:ext>
    </p:extLst>
  </p:cSld>
  <p:clrMapOvr>
    <a:masterClrMapping/>
  </p:clrMapOvr>
</p:sld>
</file>

<file path=ppt/slides/slide18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they’ll know we are Christians </a:t>
            </a:r>
          </a:p>
          <a:p>
            <a:r>
              <a:rPr lang="en-US" dirty="0"/>
              <a:t>by our love, by our love, </a:t>
            </a:r>
          </a:p>
          <a:p>
            <a:r>
              <a:rPr lang="en-US" dirty="0"/>
              <a:t>Yes, they’ll know we are Christians by our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7148"/>
      </p:ext>
    </p:extLst>
  </p:cSld>
  <p:clrMapOvr>
    <a:masterClrMapping/>
  </p:clrMapOvr>
</p:sld>
</file>

<file path=ppt/slides/slide18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work with each other, </a:t>
            </a:r>
          </a:p>
          <a:p>
            <a:r>
              <a:rPr lang="en-US" dirty="0"/>
              <a:t>we will work side by side, - 2</a:t>
            </a:r>
          </a:p>
          <a:p>
            <a:r>
              <a:rPr lang="en-US" dirty="0"/>
              <a:t>And we’ll guard each one’s dignity </a:t>
            </a:r>
          </a:p>
          <a:p>
            <a:r>
              <a:rPr lang="en-US" dirty="0"/>
              <a:t>And save each one’s pride.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796909"/>
      </p:ext>
    </p:extLst>
  </p:cSld>
  <p:clrMapOvr>
    <a:masterClrMapping/>
  </p:clrMapOvr>
</p:sld>
</file>

<file path=ppt/slides/slide18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they’ll know we are Christians </a:t>
            </a:r>
          </a:p>
          <a:p>
            <a:r>
              <a:rPr lang="en-US" dirty="0"/>
              <a:t>by our love, by our love, </a:t>
            </a:r>
          </a:p>
          <a:p>
            <a:r>
              <a:rPr lang="en-US" dirty="0"/>
              <a:t>Yes, they’ll know we are Christians by our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540180"/>
      </p:ext>
    </p:extLst>
  </p:cSld>
  <p:clrMapOvr>
    <a:masterClrMapping/>
  </p:clrMapOvr>
</p:sld>
</file>

<file path=ppt/slides/slide18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praise to the Father </a:t>
            </a:r>
          </a:p>
          <a:p>
            <a:r>
              <a:rPr lang="en-US" dirty="0"/>
              <a:t>from whom all things come,</a:t>
            </a:r>
          </a:p>
          <a:p>
            <a:r>
              <a:rPr lang="en-US" dirty="0"/>
              <a:t>And all praise to Christ Jesus, his only Son,</a:t>
            </a:r>
          </a:p>
          <a:p>
            <a:r>
              <a:rPr lang="en-US" dirty="0"/>
              <a:t>And all praise to the Spirit, who makes us 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346609"/>
      </p:ext>
    </p:extLst>
  </p:cSld>
  <p:clrMapOvr>
    <a:masterClrMapping/>
  </p:clrMapOvr>
</p:sld>
</file>

<file path=ppt/slides/slide18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they’ll know we are Christians </a:t>
            </a:r>
          </a:p>
          <a:p>
            <a:r>
              <a:rPr lang="en-US" dirty="0"/>
              <a:t>by our love, by our love, </a:t>
            </a:r>
          </a:p>
          <a:p>
            <a:r>
              <a:rPr lang="en-US" dirty="0"/>
              <a:t>Yes, they’ll know we are Christians by our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421661"/>
      </p:ext>
    </p:extLst>
  </p:cSld>
  <p:clrMapOvr>
    <a:masterClrMapping/>
  </p:clrMapOvr>
</p:sld>
</file>

<file path=ppt/slides/slide18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89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428 - We are the bearers of the light of Christ the King,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21373"/>
            <a:ext cx="11753537" cy="5129900"/>
          </a:xfrm>
        </p:spPr>
        <p:txBody>
          <a:bodyPr>
            <a:normAutofit/>
          </a:bodyPr>
          <a:lstStyle/>
          <a:p>
            <a:r>
              <a:rPr lang="en-US" dirty="0"/>
              <a:t>We are the bearers </a:t>
            </a:r>
          </a:p>
          <a:p>
            <a:r>
              <a:rPr lang="en-US" dirty="0"/>
              <a:t>of the light of Christ the King,</a:t>
            </a:r>
          </a:p>
          <a:p>
            <a:r>
              <a:rPr lang="en-US" dirty="0"/>
              <a:t>He is the true and only Light, is Christ our King.</a:t>
            </a:r>
          </a:p>
          <a:p>
            <a:r>
              <a:rPr lang="en-US" dirty="0"/>
              <a:t>Of Virgin Mother he was born when the world was all forlorn;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63327"/>
      </p:ext>
    </p:extLst>
  </p:cSld>
  <p:clrMapOvr>
    <a:masterClrMapping/>
  </p:clrMapOvr>
</p:sld>
</file>

<file path=ppt/slides/slide18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4FF8-36B5-C9EE-08D3-63528265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7B77-BE83-91E0-9BF8-001FA3F1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To mankind in sin and woe, when the world was suffering here below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He brought the light, He brought the light.</a:t>
            </a:r>
          </a:p>
          <a:p>
            <a:endParaRPr lang="en-IN" sz="17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Mary by sin was never stained,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she bore the light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Mother, yet virgin she remained,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/>
              <a:t>she fought the fight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4B243-CA41-4546-F741-853E6CC2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1861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6FD11F-F357-B5D4-9E2C-39679FFA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433346"/>
      </p:ext>
    </p:extLst>
  </p:cSld>
  <p:clrMapOvr>
    <a:masterClrMapping/>
  </p:clrMapOvr>
</p:sld>
</file>

<file path=ppt/slides/slide18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fairest virgin of our race, </a:t>
            </a:r>
          </a:p>
          <a:p>
            <a:r>
              <a:rPr lang="en-US" dirty="0"/>
              <a:t>filled from birth with saving grace,</a:t>
            </a:r>
          </a:p>
          <a:p>
            <a:r>
              <a:rPr lang="en-US" dirty="0"/>
              <a:t>When the angel’s voice she heard, she responded to God’s holy Word, </a:t>
            </a:r>
          </a:p>
          <a:p>
            <a:r>
              <a:rPr lang="en-US" dirty="0"/>
              <a:t>She bore the Light, she bore the Light.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808380"/>
      </p:ext>
    </p:extLst>
  </p:cSld>
  <p:clrMapOvr>
    <a:masterClrMapping/>
  </p:clrMapOvr>
</p:sld>
</file>

<file path=ppt/slides/slide18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429 - We could wish you joy and peace,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could wish you joy and peace,</a:t>
            </a:r>
          </a:p>
          <a:p>
            <a:r>
              <a:rPr lang="en-US" dirty="0"/>
              <a:t>To last a whole life long.</a:t>
            </a:r>
          </a:p>
          <a:p>
            <a:r>
              <a:rPr lang="en-US" dirty="0"/>
              <a:t>We could wish you sunshine, </a:t>
            </a:r>
          </a:p>
          <a:p>
            <a:r>
              <a:rPr lang="en-US" dirty="0"/>
              <a:t>or a cheerful little song. </a:t>
            </a:r>
          </a:p>
          <a:p>
            <a:r>
              <a:rPr lang="en-US" dirty="0"/>
              <a:t>Or wish you all the happiness </a:t>
            </a:r>
          </a:p>
          <a:p>
            <a:r>
              <a:rPr lang="en-US" dirty="0"/>
              <a:t>that this life could bring, </a:t>
            </a:r>
          </a:p>
          <a:p>
            <a:r>
              <a:rPr lang="en-US" dirty="0"/>
              <a:t>But we wish you Jesus, but we wish you Jesus, </a:t>
            </a:r>
          </a:p>
          <a:p>
            <a:r>
              <a:rPr lang="en-US" dirty="0"/>
              <a:t>But we wish you Jesus, more than anything.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839748"/>
      </p:ext>
    </p:extLst>
  </p:cSld>
  <p:clrMapOvr>
    <a:masterClrMapping/>
  </p:clrMapOvr>
</p:sld>
</file>

<file path=ppt/slides/slide18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could wish you leaves of gold, </a:t>
            </a:r>
          </a:p>
          <a:p>
            <a:r>
              <a:rPr lang="en-US" dirty="0"/>
              <a:t>And may your path be smooth. </a:t>
            </a:r>
          </a:p>
          <a:p>
            <a:r>
              <a:rPr lang="en-US" dirty="0"/>
              <a:t>We could wish you treasures, </a:t>
            </a:r>
          </a:p>
          <a:p>
            <a:r>
              <a:rPr lang="en-US" dirty="0"/>
              <a:t>Or that all your dreams come true. </a:t>
            </a:r>
          </a:p>
          <a:p>
            <a:r>
              <a:rPr lang="en-US" dirty="0"/>
              <a:t>And we could wish you paradise, </a:t>
            </a:r>
          </a:p>
          <a:p>
            <a:r>
              <a:rPr lang="en-US" dirty="0"/>
              <a:t>That everyday be spring. </a:t>
            </a:r>
          </a:p>
          <a:p>
            <a:r>
              <a:rPr lang="en-US" dirty="0"/>
              <a:t>But we wish you Jesus, but we wish you Jesus, </a:t>
            </a:r>
          </a:p>
          <a:p>
            <a:r>
              <a:rPr lang="en-US" dirty="0"/>
              <a:t>But we wish you Jesus, more than anything.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214291"/>
      </p:ext>
    </p:extLst>
  </p:cSld>
  <p:clrMapOvr>
    <a:masterClrMapping/>
  </p:clrMapOvr>
</p:sld>
</file>

<file path=ppt/slides/slide18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Coda : Cause when we’ve wished you Jesus, </a:t>
            </a:r>
          </a:p>
          <a:p>
            <a:r>
              <a:rPr lang="en-US" dirty="0"/>
              <a:t>	We’ve wished you everything.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89241"/>
      </p:ext>
    </p:extLst>
  </p:cSld>
  <p:clrMapOvr>
    <a:masterClrMapping/>
  </p:clrMapOvr>
</p:sld>
</file>

<file path=ppt/slides/slide18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5" y="51204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430 - We glorify your cross and praise your resurrection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41285"/>
            <a:ext cx="11753537" cy="4713211"/>
          </a:xfrm>
        </p:spPr>
        <p:txBody>
          <a:bodyPr/>
          <a:lstStyle/>
          <a:p>
            <a:r>
              <a:rPr lang="en-US" dirty="0"/>
              <a:t>We glorify your cross </a:t>
            </a:r>
          </a:p>
          <a:p>
            <a:r>
              <a:rPr lang="en-US" dirty="0"/>
              <a:t>and praise your resurrection </a:t>
            </a:r>
          </a:p>
          <a:p>
            <a:r>
              <a:rPr lang="en-US" dirty="0"/>
              <a:t>For by this holy timber, </a:t>
            </a:r>
          </a:p>
          <a:p>
            <a:r>
              <a:rPr lang="en-US" dirty="0"/>
              <a:t>joy came into the world.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116056"/>
      </p:ext>
    </p:extLst>
  </p:cSld>
  <p:clrMapOvr>
    <a:masterClrMapping/>
  </p:clrMapOvr>
</p:sld>
</file>

<file path=ppt/slides/slide18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may this noble tree for us a blessing be,</a:t>
            </a:r>
          </a:p>
          <a:p>
            <a:r>
              <a:rPr lang="en-US" dirty="0"/>
              <a:t>Revealing to all peoples </a:t>
            </a:r>
          </a:p>
          <a:p>
            <a:r>
              <a:rPr lang="en-US" dirty="0"/>
              <a:t>the goodness of your 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196602"/>
      </p:ext>
    </p:extLst>
  </p:cSld>
  <p:clrMapOvr>
    <a:masterClrMapping/>
  </p:clrMapOvr>
</p:sld>
</file>

<file path=ppt/slides/slide18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world will shout for joy </a:t>
            </a:r>
          </a:p>
          <a:p>
            <a:r>
              <a:rPr lang="en-US" dirty="0"/>
              <a:t>because you rule with truth.</a:t>
            </a:r>
          </a:p>
          <a:p>
            <a:r>
              <a:rPr lang="en-US" dirty="0"/>
              <a:t>There from the cross </a:t>
            </a:r>
          </a:p>
          <a:p>
            <a:r>
              <a:rPr lang="en-US" dirty="0"/>
              <a:t>you guide us in fairness and with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748178"/>
      </p:ext>
    </p:extLst>
  </p:cSld>
  <p:clrMapOvr>
    <a:masterClrMapping/>
  </p:clrMapOvr>
</p:sld>
</file>

<file path=ppt/slides/slide18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431 - We hail thee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41221"/>
      </p:ext>
    </p:extLst>
  </p:cSld>
  <p:clrMapOvr>
    <a:masterClrMapping/>
  </p:clrMapOvr>
</p:sld>
</file>

<file path=ppt/slides/slide18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cross thou art </a:t>
            </a:r>
          </a:p>
          <a:p>
            <a:r>
              <a:rPr lang="en-US" dirty="0"/>
              <a:t>the fountain of love and of liberty;</a:t>
            </a:r>
          </a:p>
          <a:p>
            <a:r>
              <a:rPr lang="en-US" dirty="0"/>
              <a:t>Shine down upon the millions </a:t>
            </a:r>
          </a:p>
          <a:p>
            <a:r>
              <a:rPr lang="en-US" dirty="0"/>
              <a:t>who search for the light of truth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141956"/>
      </p:ext>
    </p:extLst>
  </p:cSld>
  <p:clrMapOvr>
    <a:masterClrMapping/>
  </p:clrMapOvr>
</p:sld>
</file>

<file path=ppt/slides/slide18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565419"/>
      </p:ext>
    </p:extLst>
  </p:cSld>
  <p:clrMapOvr>
    <a:masterClrMapping/>
  </p:clrMapOvr>
</p:sld>
</file>

<file path=ppt/slides/slide18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down upon the needy, </a:t>
            </a:r>
          </a:p>
          <a:p>
            <a:r>
              <a:rPr lang="en-US" dirty="0"/>
              <a:t>confirm them in strength and grace;</a:t>
            </a:r>
          </a:p>
          <a:p>
            <a:r>
              <a:rPr lang="en-US" dirty="0"/>
              <a:t>Thou art our true salvation, </a:t>
            </a:r>
          </a:p>
          <a:p>
            <a:r>
              <a:rPr lang="en-US" dirty="0"/>
              <a:t>in thee, all our hope we place.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180478"/>
      </p:ext>
    </p:extLst>
  </p:cSld>
  <p:clrMapOvr>
    <a:masterClrMapping/>
  </p:clrMapOvr>
</p:sld>
</file>

<file path=ppt/slides/slide18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838488"/>
      </p:ext>
    </p:extLst>
  </p:cSld>
  <p:clrMapOvr>
    <a:masterClrMapping/>
  </p:clrMapOvr>
</p:sld>
</file>

<file path=ppt/slides/slide18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thou our sign of victory, </a:t>
            </a:r>
          </a:p>
          <a:p>
            <a:r>
              <a:rPr lang="en-US" dirty="0"/>
              <a:t>redeem us from sin and strife; </a:t>
            </a:r>
          </a:p>
          <a:p>
            <a:r>
              <a:rPr lang="en-US" dirty="0"/>
              <a:t>Renew in us thy passion, </a:t>
            </a:r>
          </a:p>
          <a:p>
            <a:r>
              <a:rPr lang="en-US" dirty="0"/>
              <a:t>and grant us eternal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952702"/>
      </p:ext>
    </p:extLst>
  </p:cSld>
  <p:clrMapOvr>
    <a:masterClrMapping/>
  </p:clrMapOvr>
</p:sld>
</file>

<file path=ppt/slides/slide18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r>
              <a:rPr lang="en-US" dirty="0"/>
              <a:t>We hail thee, </a:t>
            </a:r>
            <a:r>
              <a:rPr lang="en-US" dirty="0" err="1"/>
              <a:t>Saviour</a:t>
            </a:r>
            <a:r>
              <a:rPr lang="en-US" dirty="0"/>
              <a:t> and Lord, </a:t>
            </a:r>
          </a:p>
          <a:p>
            <a:r>
              <a:rPr lang="en-US" dirty="0"/>
              <a:t>Thy cross ever be adored!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224061"/>
      </p:ext>
    </p:extLst>
  </p:cSld>
  <p:clrMapOvr>
    <a:masterClrMapping/>
  </p:clrMapOvr>
</p:sld>
</file>

<file path=ppt/slides/slide18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432 - We have come into his house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come into his house</a:t>
            </a:r>
          </a:p>
          <a:p>
            <a:r>
              <a:rPr lang="en-US" dirty="0"/>
              <a:t>And gathered in his name to worship him. [2]</a:t>
            </a:r>
          </a:p>
          <a:p>
            <a:r>
              <a:rPr lang="en-US" dirty="0"/>
              <a:t>We have come into his house</a:t>
            </a:r>
          </a:p>
          <a:p>
            <a:r>
              <a:rPr lang="en-US" dirty="0"/>
              <a:t>And gathered in his name to worship </a:t>
            </a:r>
          </a:p>
          <a:p>
            <a:r>
              <a:rPr lang="en-US" dirty="0"/>
              <a:t>Christ the Lord, </a:t>
            </a:r>
          </a:p>
          <a:p>
            <a:r>
              <a:rPr lang="en-US" dirty="0"/>
              <a:t>Worship him, Jesus Christ the Lord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878419"/>
      </p:ext>
    </p:extLst>
  </p:cSld>
  <p:clrMapOvr>
    <a:masterClrMapping/>
  </p:clrMapOvr>
</p:sld>
</file>

<file path=ppt/slides/slide18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forget about ourselves</a:t>
            </a:r>
          </a:p>
          <a:p>
            <a:r>
              <a:rPr lang="en-US" dirty="0"/>
              <a:t>And concentrate on him and worship him. [2]</a:t>
            </a:r>
          </a:p>
          <a:p>
            <a:r>
              <a:rPr lang="en-US" dirty="0"/>
              <a:t>Let’s forget about ourselves,</a:t>
            </a:r>
          </a:p>
          <a:p>
            <a:r>
              <a:rPr lang="en-US" dirty="0"/>
              <a:t>And concentrate on him and worship </a:t>
            </a:r>
          </a:p>
          <a:p>
            <a:r>
              <a:rPr lang="en-US" dirty="0"/>
              <a:t>Christ the Lord, </a:t>
            </a:r>
          </a:p>
          <a:p>
            <a:r>
              <a:rPr lang="en-US" dirty="0"/>
              <a:t>Worship him, Jesus Christ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905921"/>
      </p:ext>
    </p:extLst>
  </p:cSld>
  <p:clrMapOvr>
    <a:masterClrMapping/>
  </p:clrMapOvr>
</p:sld>
</file>

<file path=ppt/slides/slide18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come into his house</a:t>
            </a:r>
          </a:p>
          <a:p>
            <a:r>
              <a:rPr lang="en-US" dirty="0"/>
              <a:t>To magnify the Lord and praise his name. [2]</a:t>
            </a:r>
          </a:p>
          <a:p>
            <a:r>
              <a:rPr lang="en-US" dirty="0"/>
              <a:t>We have come into his house</a:t>
            </a:r>
          </a:p>
          <a:p>
            <a:r>
              <a:rPr lang="en-US" dirty="0"/>
              <a:t>To magnify the Lord and praise his Holy name, </a:t>
            </a:r>
          </a:p>
          <a:p>
            <a:r>
              <a:rPr lang="en-US" dirty="0"/>
              <a:t>Praise him, Jesus Christ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951572"/>
      </p:ext>
    </p:extLst>
  </p:cSld>
  <p:clrMapOvr>
    <a:masterClrMapping/>
  </p:clrMapOvr>
</p:sld>
</file>

<file path=ppt/slides/slide18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433 - We offer you, O Lord divine,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offer you, O Lord divine,</a:t>
            </a:r>
          </a:p>
          <a:p>
            <a:r>
              <a:rPr lang="en-US" dirty="0"/>
              <a:t>Our humble gifts of bread and wine.</a:t>
            </a:r>
          </a:p>
          <a:p>
            <a:r>
              <a:rPr lang="en-US" dirty="0"/>
              <a:t>We place them on your altar, Lord, today.</a:t>
            </a:r>
          </a:p>
          <a:p>
            <a:r>
              <a:rPr lang="en-US" dirty="0"/>
              <a:t>Make them worthy of your love.</a:t>
            </a:r>
          </a:p>
          <a:p>
            <a:r>
              <a:rPr lang="en-US" dirty="0"/>
              <a:t>Send your blessings from above,</a:t>
            </a:r>
          </a:p>
          <a:p>
            <a:r>
              <a:rPr lang="en-US" dirty="0"/>
              <a:t>Sanctify these gifts, O Lord, we pray.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73183"/>
      </p:ext>
    </p:extLst>
  </p:cSld>
  <p:clrMapOvr>
    <a:masterClrMapping/>
  </p:clrMapOvr>
</p:sld>
</file>

<file path=ppt/slides/slide18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take our hearts, take our minds.</a:t>
            </a:r>
          </a:p>
          <a:p>
            <a:r>
              <a:rPr lang="en-US" dirty="0"/>
              <a:t>Take all we have, make them </a:t>
            </a:r>
            <a:r>
              <a:rPr lang="en-US" dirty="0" err="1"/>
              <a:t>Thine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096356"/>
      </p:ext>
    </p:extLst>
  </p:cSld>
  <p:clrMapOvr>
    <a:masterClrMapping/>
  </p:clrMapOvr>
</p:sld>
</file>

<file path=ppt/slides/slide18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offer you, O Lord, above, </a:t>
            </a:r>
          </a:p>
          <a:p>
            <a:r>
              <a:rPr lang="en-US" dirty="0"/>
              <a:t>Our pain and fear, our joy and love, </a:t>
            </a:r>
          </a:p>
          <a:p>
            <a:r>
              <a:rPr lang="en-US" dirty="0"/>
              <a:t>We place them on your altar Lord, today. </a:t>
            </a:r>
          </a:p>
          <a:p>
            <a:r>
              <a:rPr lang="en-US" dirty="0"/>
              <a:t>Make us faithful, make us true, </a:t>
            </a:r>
          </a:p>
          <a:p>
            <a:r>
              <a:rPr lang="en-US" dirty="0"/>
              <a:t>Give us hope and courage too, </a:t>
            </a:r>
          </a:p>
          <a:p>
            <a:r>
              <a:rPr lang="en-US" dirty="0"/>
              <a:t>Sanctify our lives, O Lord we pray.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849024"/>
      </p:ext>
    </p:extLst>
  </p:cSld>
  <p:clrMapOvr>
    <a:masterClrMapping/>
  </p:clrMapOvr>
</p:sld>
</file>

<file path=ppt/slides/slide18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take our hearts, take our minds.</a:t>
            </a:r>
          </a:p>
          <a:p>
            <a:r>
              <a:rPr lang="en-US" dirty="0"/>
              <a:t>Take all we have, make them </a:t>
            </a:r>
            <a:r>
              <a:rPr lang="en-US" dirty="0" err="1"/>
              <a:t>Thine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804311"/>
      </p:ext>
    </p:extLst>
  </p:cSld>
  <p:clrMapOvr>
    <a:masterClrMapping/>
  </p:clrMapOvr>
</p:sld>
</file>

<file path=ppt/slides/slide18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Coda : O Lord take all we have, O Lord.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8848218"/>
      </p:ext>
    </p:extLst>
  </p:cSld>
  <p:clrMapOvr>
    <a:masterClrMapping/>
  </p:clrMapOvr>
</p:sld>
</file>

<file path=ppt/slides/slide18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0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434 - We see Christ with eyes of the heart,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see Christ with eyes of the heart,</a:t>
            </a:r>
          </a:p>
          <a:p>
            <a:r>
              <a:rPr lang="en-US" dirty="0"/>
              <a:t>With our hands we touch the Word of life.</a:t>
            </a:r>
          </a:p>
          <a:p>
            <a:r>
              <a:rPr lang="en-US" dirty="0"/>
              <a:t>What we see and hear we declare</a:t>
            </a:r>
          </a:p>
          <a:p>
            <a:r>
              <a:rPr lang="en-US" dirty="0"/>
              <a:t>That together the life of Father and Son </a:t>
            </a:r>
          </a:p>
          <a:p>
            <a:r>
              <a:rPr lang="en-US" dirty="0"/>
              <a:t>we may share.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855731"/>
      </p:ext>
    </p:extLst>
  </p:cSld>
  <p:clrMapOvr>
    <a:masterClrMapping/>
  </p:clrMapOvr>
</p:sld>
</file>

<file path=ppt/slides/slide18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our Saviour has conquered, alleluia, </a:t>
            </a:r>
          </a:p>
          <a:p>
            <a:r>
              <a:rPr lang="en-IN" dirty="0"/>
              <a:t>he has conquered,</a:t>
            </a:r>
          </a:p>
          <a:p>
            <a:r>
              <a:rPr lang="en-IN" dirty="0"/>
              <a:t>Over death victorious, alleluia, victorious,</a:t>
            </a:r>
          </a:p>
          <a:p>
            <a:r>
              <a:rPr lang="en-IN" dirty="0"/>
              <a:t>Over evil he’ll triumph, alleluia, he’ll triumph,</a:t>
            </a:r>
          </a:p>
          <a:p>
            <a:r>
              <a:rPr lang="en-IN" dirty="0"/>
              <a:t>Jesus Reigns over all!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351829"/>
      </p:ext>
    </p:extLst>
  </p:cSld>
  <p:clrMapOvr>
    <a:masterClrMapping/>
  </p:clrMapOvr>
</p:sld>
</file>

<file path=ppt/slides/slide18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what love God showed to us all,</a:t>
            </a:r>
          </a:p>
          <a:p>
            <a:r>
              <a:rPr lang="en-US" dirty="0"/>
              <a:t>We are called his children and so we are!</a:t>
            </a:r>
          </a:p>
          <a:p>
            <a:r>
              <a:rPr lang="en-US" dirty="0"/>
              <a:t>God is love and love casts out fear.</a:t>
            </a:r>
          </a:p>
          <a:p>
            <a:r>
              <a:rPr lang="en-US" dirty="0"/>
              <a:t>We’ll be like unto him, </a:t>
            </a:r>
          </a:p>
          <a:p>
            <a:r>
              <a:rPr lang="en-US" dirty="0"/>
              <a:t>for we’ll see him when he appears.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521632"/>
      </p:ext>
    </p:extLst>
  </p:cSld>
  <p:clrMapOvr>
    <a:masterClrMapping/>
  </p:clrMapOvr>
</p:sld>
</file>

<file path=ppt/slides/slide18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our Saviour has conquered, alleluia, </a:t>
            </a:r>
          </a:p>
          <a:p>
            <a:r>
              <a:rPr lang="en-IN" dirty="0"/>
              <a:t>he has conquered,</a:t>
            </a:r>
          </a:p>
          <a:p>
            <a:r>
              <a:rPr lang="en-IN" dirty="0"/>
              <a:t>Over death victorious, alleluia, victorious,</a:t>
            </a:r>
          </a:p>
          <a:p>
            <a:r>
              <a:rPr lang="en-IN" dirty="0"/>
              <a:t>Over evil he’ll triumph, alleluia, he’ll triumph,</a:t>
            </a:r>
          </a:p>
          <a:p>
            <a:r>
              <a:rPr lang="en-IN" dirty="0"/>
              <a:t>Jesus Reigns over all!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819713"/>
      </p:ext>
    </p:extLst>
  </p:cSld>
  <p:clrMapOvr>
    <a:masterClrMapping/>
  </p:clrMapOvr>
</p:sld>
</file>

<file path=ppt/slides/slide18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heard that message from him:</a:t>
            </a:r>
          </a:p>
          <a:p>
            <a:r>
              <a:rPr lang="en-US" dirty="0"/>
              <a:t>God is light, before him the darkness flees!</a:t>
            </a:r>
          </a:p>
          <a:p>
            <a:r>
              <a:rPr lang="en-US" dirty="0"/>
              <a:t>If we claim to share in his life,</a:t>
            </a:r>
          </a:p>
          <a:p>
            <a:r>
              <a:rPr lang="en-US" dirty="0"/>
              <a:t>We must walk in his light </a:t>
            </a:r>
          </a:p>
          <a:p>
            <a:r>
              <a:rPr lang="en-US" dirty="0"/>
              <a:t>to banish all evil and strife!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177852"/>
      </p:ext>
    </p:extLst>
  </p:cSld>
  <p:clrMapOvr>
    <a:masterClrMapping/>
  </p:clrMapOvr>
</p:sld>
</file>

<file path=ppt/slides/slide18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our Saviour has conquered, alleluia, </a:t>
            </a:r>
          </a:p>
          <a:p>
            <a:r>
              <a:rPr lang="en-IN" dirty="0"/>
              <a:t>he has conquered,</a:t>
            </a:r>
          </a:p>
          <a:p>
            <a:r>
              <a:rPr lang="en-IN" dirty="0"/>
              <a:t>Over death victorious, alleluia, victorious,</a:t>
            </a:r>
          </a:p>
          <a:p>
            <a:r>
              <a:rPr lang="en-IN" dirty="0"/>
              <a:t>Over evil he’ll triumph, alleluia, he’ll triumph,</a:t>
            </a:r>
          </a:p>
          <a:p>
            <a:r>
              <a:rPr lang="en-IN" dirty="0"/>
              <a:t>Jesus Reigns over all!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940579"/>
      </p:ext>
    </p:extLst>
  </p:cSld>
  <p:clrMapOvr>
    <a:masterClrMapping/>
  </p:clrMapOvr>
</p:sld>
</file>

<file path=ppt/slides/slide18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435 - We see the troubles in our lives,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see the troubles in our lives,</a:t>
            </a:r>
          </a:p>
          <a:p>
            <a:r>
              <a:rPr lang="en-US" dirty="0"/>
              <a:t>We wonder why things are this way</a:t>
            </a:r>
          </a:p>
          <a:p>
            <a:r>
              <a:rPr lang="en-US" dirty="0"/>
              <a:t>Why is there pain? Why is there loneliness? </a:t>
            </a:r>
          </a:p>
          <a:p>
            <a:r>
              <a:rPr lang="en-US" dirty="0"/>
              <a:t>Is there one who can help us in our need?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021754"/>
      </p:ext>
    </p:extLst>
  </p:cSld>
  <p:clrMapOvr>
    <a:masterClrMapping/>
  </p:clrMapOvr>
</p:sld>
</file>

<file path=ppt/slides/slide18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 </a:t>
            </a:r>
          </a:p>
          <a:p>
            <a:r>
              <a:rPr lang="en-US" dirty="0"/>
              <a:t>He showed us that to live we first must die.</a:t>
            </a:r>
          </a:p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The darkness of his death has turned to light!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816454"/>
      </p:ext>
    </p:extLst>
  </p:cSld>
  <p:clrMapOvr>
    <a:masterClrMapping/>
  </p:clrMapOvr>
</p:sld>
</file>

<file path=ppt/slides/slide18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 can be difficult at times, </a:t>
            </a:r>
          </a:p>
          <a:p>
            <a:r>
              <a:rPr lang="en-US" dirty="0"/>
              <a:t>The answers may seem far away: </a:t>
            </a:r>
          </a:p>
          <a:p>
            <a:r>
              <a:rPr lang="en-US" dirty="0"/>
              <a:t>Why is there hate? Why is there selfishness? </a:t>
            </a:r>
          </a:p>
          <a:p>
            <a:r>
              <a:rPr lang="en-US" dirty="0"/>
              <a:t>Is there one who overcame this strife?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874452"/>
      </p:ext>
    </p:extLst>
  </p:cSld>
  <p:clrMapOvr>
    <a:masterClrMapping/>
  </p:clrMapOvr>
</p:sld>
</file>

<file path=ppt/slides/slide18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 </a:t>
            </a:r>
          </a:p>
          <a:p>
            <a:r>
              <a:rPr lang="en-US" dirty="0"/>
              <a:t>He showed us that to live we first must die.</a:t>
            </a:r>
          </a:p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The darkness of his death has turned to light!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198674"/>
      </p:ext>
    </p:extLst>
  </p:cSld>
  <p:clrMapOvr>
    <a:masterClrMapping/>
  </p:clrMapOvr>
</p:sld>
</file>

<file path=ppt/slides/slide18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feel the closed world of the mind, </a:t>
            </a:r>
          </a:p>
          <a:p>
            <a:r>
              <a:rPr lang="en-US" dirty="0"/>
              <a:t>We look for words from those who care. </a:t>
            </a:r>
          </a:p>
          <a:p>
            <a:r>
              <a:rPr lang="en-US" dirty="0"/>
              <a:t>Where are the just? Where is there openness? </a:t>
            </a:r>
          </a:p>
          <a:p>
            <a:r>
              <a:rPr lang="en-US" dirty="0"/>
              <a:t>Is there one whose life made others free?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11603"/>
      </p:ext>
    </p:extLst>
  </p:cSld>
  <p:clrMapOvr>
    <a:masterClrMapping/>
  </p:clrMapOvr>
</p:sld>
</file>

<file path=ppt/slides/slide18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 </a:t>
            </a:r>
          </a:p>
          <a:p>
            <a:r>
              <a:rPr lang="en-US" dirty="0"/>
              <a:t>He showed us that to live we first must die.</a:t>
            </a:r>
          </a:p>
          <a:p>
            <a:r>
              <a:rPr lang="en-US" dirty="0"/>
              <a:t>Look up to the Lord, </a:t>
            </a:r>
          </a:p>
          <a:p>
            <a:r>
              <a:rPr lang="en-US" dirty="0"/>
              <a:t>put your hope in the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r>
              <a:rPr lang="en-US" dirty="0"/>
              <a:t>The darkness of his death has turned to light!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875023"/>
      </p:ext>
    </p:extLst>
  </p:cSld>
  <p:clrMapOvr>
    <a:masterClrMapping/>
  </p:clrMapOvr>
</p:sld>
</file>

<file path=ppt/slides/slide18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436 - We seek thee Lord Jesus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seek thee Lord Jesus, </a:t>
            </a:r>
          </a:p>
          <a:p>
            <a:r>
              <a:rPr lang="en-US" dirty="0"/>
              <a:t>we seek Thy blessed face,</a:t>
            </a:r>
          </a:p>
          <a:p>
            <a:r>
              <a:rPr lang="en-US" dirty="0"/>
              <a:t>To know Thee, Lord Jesus, </a:t>
            </a:r>
          </a:p>
          <a:p>
            <a:r>
              <a:rPr lang="en-US" dirty="0"/>
              <a:t>and to know Thy saving grace.</a:t>
            </a:r>
          </a:p>
          <a:p>
            <a:r>
              <a:rPr lang="en-US" dirty="0"/>
              <a:t>We seek Thee, Lord Jesus, our voices we raise.</a:t>
            </a:r>
          </a:p>
          <a:p>
            <a:r>
              <a:rPr lang="en-US" dirty="0"/>
              <a:t>We seek Thee, Lord Jesus, our hearts are filled with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182977"/>
      </p:ext>
    </p:extLst>
  </p:cSld>
  <p:clrMapOvr>
    <a:masterClrMapping/>
  </p:clrMapOvr>
</p:sld>
</file>

<file path=ppt/slides/slide18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 deer that yearns for running streams of water,</a:t>
            </a:r>
          </a:p>
          <a:p>
            <a:r>
              <a:rPr lang="en-US" dirty="0"/>
              <a:t>So my soul is thirsting for you, my God!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900254"/>
      </p:ext>
    </p:extLst>
  </p:cSld>
  <p:clrMapOvr>
    <a:masterClrMapping/>
  </p:clrMapOvr>
</p:sld>
</file>

<file path=ppt/slides/slide18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seek thee Lord Jesus, </a:t>
            </a:r>
          </a:p>
          <a:p>
            <a:r>
              <a:rPr lang="en-US" dirty="0"/>
              <a:t>we seek Thy blessed face,</a:t>
            </a:r>
          </a:p>
          <a:p>
            <a:r>
              <a:rPr lang="en-US" dirty="0"/>
              <a:t>To know Thee, Lord Jesus, </a:t>
            </a:r>
          </a:p>
          <a:p>
            <a:r>
              <a:rPr lang="en-US" dirty="0"/>
              <a:t>and to know Thy saving grace.</a:t>
            </a:r>
          </a:p>
          <a:p>
            <a:r>
              <a:rPr lang="en-US" dirty="0"/>
              <a:t>We seek Thee, Lord Jesus, our voices we raise.</a:t>
            </a:r>
          </a:p>
          <a:p>
            <a:r>
              <a:rPr lang="en-US" dirty="0"/>
              <a:t>We seek Thee, Lord Jesus, our hearts are filled with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010833"/>
      </p:ext>
    </p:extLst>
  </p:cSld>
  <p:clrMapOvr>
    <a:masterClrMapping/>
  </p:clrMapOvr>
</p:sld>
</file>

<file path=ppt/slides/slide18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 eyes of servants gazing </a:t>
            </a:r>
          </a:p>
          <a:p>
            <a:r>
              <a:rPr lang="en-US" dirty="0"/>
              <a:t>on their master,</a:t>
            </a:r>
          </a:p>
          <a:p>
            <a:r>
              <a:rPr lang="en-US" dirty="0"/>
              <a:t>So our eyes are focused on you, O Lord!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1899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707044"/>
      </p:ext>
    </p:extLst>
  </p:cSld>
  <p:clrMapOvr>
    <a:masterClrMapping/>
  </p:clrMapOvr>
</p:sld>
</file>

<file path=ppt/slides/slide1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seek thee Lord Jesus, </a:t>
            </a:r>
          </a:p>
          <a:p>
            <a:r>
              <a:rPr lang="en-US" dirty="0"/>
              <a:t>we seek Thy blessed face,</a:t>
            </a:r>
          </a:p>
          <a:p>
            <a:r>
              <a:rPr lang="en-US" dirty="0"/>
              <a:t>To know Thee, Lord Jesus, </a:t>
            </a:r>
          </a:p>
          <a:p>
            <a:r>
              <a:rPr lang="en-US" dirty="0"/>
              <a:t>and to know Thy saving grace.</a:t>
            </a:r>
          </a:p>
          <a:p>
            <a:r>
              <a:rPr lang="en-US" dirty="0"/>
              <a:t>We seek Thee, Lord Jesus, our voices we raise.</a:t>
            </a:r>
          </a:p>
          <a:p>
            <a:r>
              <a:rPr lang="en-US" dirty="0"/>
              <a:t>We seek Thee, Lord Jesus, our hearts are filled with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342763"/>
      </p:ext>
    </p:extLst>
  </p:cSld>
  <p:clrMapOvr>
    <a:masterClrMapping/>
  </p:clrMapOvr>
</p:sld>
</file>

<file path=ppt/slides/slide19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 sparrows building nests </a:t>
            </a:r>
          </a:p>
          <a:p>
            <a:r>
              <a:rPr lang="en-US" dirty="0"/>
              <a:t>beside your altar,</a:t>
            </a:r>
          </a:p>
          <a:p>
            <a:r>
              <a:rPr lang="en-US" dirty="0"/>
              <a:t>In your loving care, Lord, we feel secure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49743"/>
      </p:ext>
    </p:extLst>
  </p:cSld>
  <p:clrMapOvr>
    <a:masterClrMapping/>
  </p:clrMapOvr>
</p:sld>
</file>

<file path=ppt/slides/slide19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seek thee Lord Jesus, </a:t>
            </a:r>
          </a:p>
          <a:p>
            <a:r>
              <a:rPr lang="en-US" dirty="0"/>
              <a:t>we seek Thy blessed face,</a:t>
            </a:r>
          </a:p>
          <a:p>
            <a:r>
              <a:rPr lang="en-US" dirty="0"/>
              <a:t>To know Thee, Lord Jesus, </a:t>
            </a:r>
          </a:p>
          <a:p>
            <a:r>
              <a:rPr lang="en-US" dirty="0"/>
              <a:t>and to know Thy saving grace.</a:t>
            </a:r>
          </a:p>
          <a:p>
            <a:r>
              <a:rPr lang="en-US" dirty="0"/>
              <a:t>We seek Thee, Lord Jesus, our voices we raise.</a:t>
            </a:r>
          </a:p>
          <a:p>
            <a:r>
              <a:rPr lang="en-US" dirty="0"/>
              <a:t>We seek Thee, Lord Jesus, our hearts are filled with praise.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853144"/>
      </p:ext>
    </p:extLst>
  </p:cSld>
  <p:clrMapOvr>
    <a:masterClrMapping/>
  </p:clrMapOvr>
</p:sld>
</file>

<file path=ppt/slides/slide19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437 - We shall sing your praise, O Lord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shall sing your praise, O Lord</a:t>
            </a:r>
          </a:p>
          <a:p>
            <a:r>
              <a:rPr lang="en-US" dirty="0"/>
              <a:t>Now and evermore, </a:t>
            </a:r>
          </a:p>
          <a:p>
            <a:r>
              <a:rPr lang="en-US" dirty="0"/>
              <a:t>now and evermore, Tucker</a:t>
            </a:r>
          </a:p>
          <a:p>
            <a:r>
              <a:rPr lang="en-US" dirty="0"/>
              <a:t>We shall sing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235453"/>
      </p:ext>
    </p:extLst>
  </p:cSld>
  <p:clrMapOvr>
    <a:masterClrMapping/>
  </p:clrMapOvr>
</p:sld>
</file>

<file path=ppt/slides/slide19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render justice to the poor: Yes, O Lord, </a:t>
            </a:r>
          </a:p>
          <a:p>
            <a:r>
              <a:rPr lang="en-US" dirty="0"/>
              <a:t>You give the hungry bread to eat: Yes, O Lord, </a:t>
            </a:r>
          </a:p>
          <a:p>
            <a:r>
              <a:rPr lang="en-US" dirty="0"/>
              <a:t>And from the chains the captives free, </a:t>
            </a:r>
          </a:p>
          <a:p>
            <a:r>
              <a:rPr lang="en-US" dirty="0"/>
              <a:t>Yes, O Lord, </a:t>
            </a:r>
          </a:p>
          <a:p>
            <a:r>
              <a:rPr lang="en-US" dirty="0"/>
              <a:t>We shall sing your praise.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23638"/>
      </p:ext>
    </p:extLst>
  </p:cSld>
  <p:clrMapOvr>
    <a:masterClrMapping/>
  </p:clrMapOvr>
</p:sld>
</file>

<file path=ppt/slides/slide19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 you the blind can see the day:</a:t>
            </a:r>
          </a:p>
          <a:p>
            <a:r>
              <a:rPr lang="en-US" dirty="0"/>
              <a:t> Yes, O Lord, </a:t>
            </a:r>
          </a:p>
          <a:p>
            <a:r>
              <a:rPr lang="en-US" dirty="0"/>
              <a:t>The humble hearts are filled with hope: </a:t>
            </a:r>
          </a:p>
          <a:p>
            <a:r>
              <a:rPr lang="en-US" dirty="0"/>
              <a:t>Yes, O Lord,</a:t>
            </a:r>
          </a:p>
          <a:p>
            <a:r>
              <a:rPr lang="en-US" dirty="0"/>
              <a:t>You give your blessings to the just: Yes, O Lord, </a:t>
            </a:r>
          </a:p>
          <a:p>
            <a:r>
              <a:rPr lang="en-US" dirty="0"/>
              <a:t>We shall sing your praise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827883"/>
      </p:ext>
    </p:extLst>
  </p:cSld>
  <p:clrMapOvr>
    <a:masterClrMapping/>
  </p:clrMapOvr>
</p:sld>
</file>

<file path=ppt/slides/slide19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hand protects the orphan child: </a:t>
            </a:r>
          </a:p>
          <a:p>
            <a:r>
              <a:rPr lang="en-US" dirty="0"/>
              <a:t>Yes, O Lord,</a:t>
            </a:r>
          </a:p>
          <a:p>
            <a:r>
              <a:rPr lang="en-US" dirty="0"/>
              <a:t>And every widow you defend, Yes, O Lord,</a:t>
            </a:r>
          </a:p>
          <a:p>
            <a:r>
              <a:rPr lang="en-US" dirty="0"/>
              <a:t>For us your love shall never end: Yes, O Lord,</a:t>
            </a:r>
          </a:p>
          <a:p>
            <a:r>
              <a:rPr lang="en-US" dirty="0"/>
              <a:t>We shall sing your praise.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289023"/>
      </p:ext>
    </p:extLst>
  </p:cSld>
  <p:clrMapOvr>
    <a:masterClrMapping/>
  </p:clrMapOvr>
</p:sld>
</file>

<file path=ppt/slides/slide19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438 - We stand for God and for His glory;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stand for God and for His glory;</a:t>
            </a:r>
          </a:p>
          <a:p>
            <a:r>
              <a:rPr lang="en-US" dirty="0"/>
              <a:t>The Lord supreme and God of all; </a:t>
            </a:r>
          </a:p>
          <a:p>
            <a:r>
              <a:rPr lang="en-US" dirty="0"/>
              <a:t>Against His foes we raise His standard, </a:t>
            </a:r>
          </a:p>
          <a:p>
            <a:r>
              <a:rPr lang="en-US" dirty="0"/>
              <a:t>Around the Cross we hear His call.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06598"/>
      </p:ext>
    </p:extLst>
  </p:cSld>
  <p:clrMapOvr>
    <a:masterClrMapping/>
  </p:clrMapOvr>
</p:sld>
</file>

<file path=ppt/slides/slide19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 our faith, Redeemer; </a:t>
            </a:r>
          </a:p>
          <a:p>
            <a:r>
              <a:rPr lang="en-US" dirty="0"/>
              <a:t>Guard us when danger is nigh;</a:t>
            </a:r>
          </a:p>
          <a:p>
            <a:r>
              <a:rPr lang="en-US" dirty="0"/>
              <a:t>To Thee we pledge our lives and service;</a:t>
            </a:r>
          </a:p>
          <a:p>
            <a:r>
              <a:rPr lang="en-US" dirty="0"/>
              <a:t>Strong in a trust that never shall die.</a:t>
            </a:r>
          </a:p>
          <a:p>
            <a:r>
              <a:rPr lang="en-US" dirty="0"/>
              <a:t>To Thee we pledge our lives and service, </a:t>
            </a:r>
          </a:p>
          <a:p>
            <a:r>
              <a:rPr lang="en-US" dirty="0"/>
              <a:t>Strong in a trust that ne’er shall die.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237740"/>
      </p:ext>
    </p:extLst>
  </p:cSld>
  <p:clrMapOvr>
    <a:masterClrMapping/>
  </p:clrMapOvr>
</p:sld>
</file>

<file path=ppt/slides/slide19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stand for God, Jesus our Master </a:t>
            </a:r>
          </a:p>
          <a:p>
            <a:r>
              <a:rPr lang="en-US" dirty="0"/>
              <a:t>Has saved the world with love untold; </a:t>
            </a:r>
          </a:p>
          <a:p>
            <a:r>
              <a:rPr lang="en-US" dirty="0"/>
              <a:t>His law divine and truth unchanging </a:t>
            </a:r>
          </a:p>
          <a:p>
            <a:r>
              <a:rPr lang="en-US" dirty="0"/>
              <a:t>In this our land their place must hold.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123596"/>
      </p:ext>
    </p:extLst>
  </p:cSld>
  <p:clrMapOvr>
    <a:masterClrMapping/>
  </p:clrMapOvr>
</p:sld>
</file>

<file path=ppt/slides/slide19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 our faith, Redeemer; </a:t>
            </a:r>
          </a:p>
          <a:p>
            <a:r>
              <a:rPr lang="en-US" dirty="0"/>
              <a:t>Guard us when danger is nigh;</a:t>
            </a:r>
          </a:p>
          <a:p>
            <a:r>
              <a:rPr lang="en-US" dirty="0"/>
              <a:t>To Thee we pledge our lives and service;</a:t>
            </a:r>
          </a:p>
          <a:p>
            <a:r>
              <a:rPr lang="en-US" dirty="0"/>
              <a:t>Strong in a trust that never shall die.</a:t>
            </a:r>
          </a:p>
          <a:p>
            <a:r>
              <a:rPr lang="en-US" dirty="0"/>
              <a:t>To Thee we pledge our lives and service, </a:t>
            </a:r>
          </a:p>
          <a:p>
            <a:r>
              <a:rPr lang="en-US" dirty="0"/>
              <a:t>Strong in a trust that ne’er shall die.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856148"/>
      </p:ext>
    </p:extLst>
  </p:cSld>
  <p:clrMapOvr>
    <a:masterClrMapping/>
  </p:clrMapOvr>
</p:sld>
</file>

<file path=ppt/slides/slide19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stand for God! Let us be loyal! </a:t>
            </a:r>
          </a:p>
          <a:p>
            <a:r>
              <a:rPr lang="en-US" dirty="0"/>
              <a:t>Our love proclaim with every breath!</a:t>
            </a:r>
          </a:p>
          <a:p>
            <a:r>
              <a:rPr lang="en-US" dirty="0"/>
              <a:t>To Christ the King and Lord of lords, </a:t>
            </a:r>
          </a:p>
          <a:p>
            <a:r>
              <a:rPr lang="en-US" dirty="0"/>
              <a:t>We will be faithful unto death.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924620"/>
      </p:ext>
    </p:extLst>
  </p:cSld>
  <p:clrMapOvr>
    <a:masterClrMapping/>
  </p:clrMapOvr>
</p:sld>
</file>

<file path=ppt/slides/slide19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 our faith, Redeemer; </a:t>
            </a:r>
          </a:p>
          <a:p>
            <a:r>
              <a:rPr lang="en-US" dirty="0"/>
              <a:t>Guard us when danger is nigh;</a:t>
            </a:r>
          </a:p>
          <a:p>
            <a:r>
              <a:rPr lang="en-US" dirty="0"/>
              <a:t>To Thee we pledge our lives and service;</a:t>
            </a:r>
          </a:p>
          <a:p>
            <a:r>
              <a:rPr lang="en-US" dirty="0"/>
              <a:t>Strong in a trust that never shall die.</a:t>
            </a:r>
          </a:p>
          <a:p>
            <a:r>
              <a:rPr lang="en-US" dirty="0"/>
              <a:t>To Thee we pledge our lives and service, </a:t>
            </a:r>
          </a:p>
          <a:p>
            <a:r>
              <a:rPr lang="en-US" dirty="0"/>
              <a:t>Strong in a trust that ne’er shall die.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209597"/>
      </p:ext>
    </p:extLst>
  </p:cSld>
  <p:clrMapOvr>
    <a:masterClrMapping/>
  </p:clrMapOvr>
</p:sld>
</file>

<file path=ppt/slides/slide19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stand for God! In ages olden</a:t>
            </a:r>
          </a:p>
          <a:p>
            <a:r>
              <a:rPr lang="en-US" dirty="0"/>
              <a:t>He placed “the Cross” our stars beside; </a:t>
            </a:r>
          </a:p>
          <a:p>
            <a:r>
              <a:rPr lang="en-US" dirty="0"/>
              <a:t>Oh may our land gracious and golden </a:t>
            </a:r>
          </a:p>
          <a:p>
            <a:r>
              <a:rPr lang="en-US" dirty="0"/>
              <a:t>Be faithful to the Crucified!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648600"/>
      </p:ext>
    </p:extLst>
  </p:cSld>
  <p:clrMapOvr>
    <a:masterClrMapping/>
  </p:clrMapOvr>
</p:sld>
</file>

<file path=ppt/slides/slide19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 our faith, Redeemer; </a:t>
            </a:r>
          </a:p>
          <a:p>
            <a:r>
              <a:rPr lang="en-US" dirty="0"/>
              <a:t>Guard us when danger is nigh;</a:t>
            </a:r>
          </a:p>
          <a:p>
            <a:r>
              <a:rPr lang="en-US" dirty="0"/>
              <a:t>To Thee we pledge our lives and service;</a:t>
            </a:r>
          </a:p>
          <a:p>
            <a:r>
              <a:rPr lang="en-US" dirty="0"/>
              <a:t>Strong in a trust that never shall die.</a:t>
            </a:r>
          </a:p>
          <a:p>
            <a:r>
              <a:rPr lang="en-US" dirty="0"/>
              <a:t>To Thee we pledge our lives and service, </a:t>
            </a:r>
          </a:p>
          <a:p>
            <a:r>
              <a:rPr lang="en-US" dirty="0"/>
              <a:t>Strong in a trust that ne’er shall die.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592030"/>
      </p:ext>
    </p:extLst>
  </p:cSld>
  <p:clrMapOvr>
    <a:masterClrMapping/>
  </p:clrMapOvr>
</p:sld>
</file>

<file path=ppt/slides/slide19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439 - We thank our God for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thank our God for you, </a:t>
            </a:r>
          </a:p>
          <a:p>
            <a:r>
              <a:rPr lang="en-US" dirty="0"/>
              <a:t>each time we think of you,</a:t>
            </a:r>
          </a:p>
          <a:p>
            <a:r>
              <a:rPr lang="en-US" dirty="0"/>
              <a:t>And when we pray for you, </a:t>
            </a:r>
          </a:p>
          <a:p>
            <a:r>
              <a:rPr lang="en-US" dirty="0"/>
              <a:t>we pray with joy and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194052"/>
      </p:ext>
    </p:extLst>
  </p:cSld>
  <p:clrMapOvr>
    <a:masterClrMapping/>
  </p:clrMapOvr>
</p:sld>
</file>

<file path=ppt/slides/slide19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now our prayer for you: </a:t>
            </a:r>
          </a:p>
          <a:p>
            <a:r>
              <a:rPr lang="en-US" dirty="0"/>
              <a:t>That your love grow more and more,</a:t>
            </a:r>
          </a:p>
          <a:p>
            <a:r>
              <a:rPr lang="en-US" dirty="0"/>
              <a:t>May discretion stay with you</a:t>
            </a:r>
          </a:p>
          <a:p>
            <a:r>
              <a:rPr lang="en-US" dirty="0"/>
              <a:t>And help you choose the best.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99299"/>
      </p:ext>
    </p:extLst>
  </p:cSld>
  <p:clrMapOvr>
    <a:masterClrMapping/>
  </p:clrMapOvr>
</p:sld>
</file>

<file path=ppt/slides/slide19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your life be filled with good,</a:t>
            </a:r>
          </a:p>
          <a:p>
            <a:r>
              <a:rPr lang="en-US" dirty="0"/>
              <a:t>Which from Christ alone can come, </a:t>
            </a:r>
          </a:p>
          <a:p>
            <a:r>
              <a:rPr lang="en-US" dirty="0"/>
              <a:t>May your deeds from day to day </a:t>
            </a:r>
          </a:p>
          <a:p>
            <a:r>
              <a:rPr lang="en-US" dirty="0"/>
              <a:t>Give glory to our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023165"/>
      </p:ext>
    </p:extLst>
  </p:cSld>
  <p:clrMapOvr>
    <a:masterClrMapping/>
  </p:clrMapOvr>
</p:sld>
</file>

<file path=ppt/slides/slide19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helped us in our work </a:t>
            </a:r>
          </a:p>
          <a:p>
            <a:r>
              <a:rPr lang="en-US" dirty="0"/>
              <a:t>Through the message that your brought</a:t>
            </a:r>
          </a:p>
          <a:p>
            <a:r>
              <a:rPr lang="en-US" dirty="0"/>
              <a:t>You are always in our hearts</a:t>
            </a:r>
          </a:p>
          <a:p>
            <a:r>
              <a:rPr lang="en-US" dirty="0"/>
              <a:t>As in the heart of Christ.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615769"/>
      </p:ext>
    </p:extLst>
  </p:cSld>
  <p:clrMapOvr>
    <a:masterClrMapping/>
  </p:clrMapOvr>
</p:sld>
</file>

<file path=ppt/slides/slide19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440 - We three kings of Orient are;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three kings of Orient are;</a:t>
            </a:r>
          </a:p>
          <a:p>
            <a:r>
              <a:rPr lang="en-US" dirty="0"/>
              <a:t>Bearing gifts we traverse afar,</a:t>
            </a:r>
          </a:p>
          <a:p>
            <a:r>
              <a:rPr lang="en-US" dirty="0"/>
              <a:t>Field and fountain, moor and mountain, </a:t>
            </a:r>
          </a:p>
          <a:p>
            <a:r>
              <a:rPr lang="en-US" dirty="0"/>
              <a:t>Following yonder star.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040910"/>
      </p:ext>
    </p:extLst>
  </p:cSld>
  <p:clrMapOvr>
    <a:masterClrMapping/>
  </p:clrMapOvr>
</p:sld>
</file>

<file path=ppt/slides/slide19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Star of wonder, star of night, </a:t>
            </a:r>
          </a:p>
          <a:p>
            <a:r>
              <a:rPr lang="en-US" dirty="0"/>
              <a:t>Star with royal beauty bright,</a:t>
            </a:r>
          </a:p>
          <a:p>
            <a:r>
              <a:rPr lang="en-US" dirty="0"/>
              <a:t>Westward leading, still proceeding, </a:t>
            </a:r>
          </a:p>
          <a:p>
            <a:r>
              <a:rPr lang="en-US" dirty="0"/>
              <a:t>Guide us to thy perfect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563465"/>
      </p:ext>
    </p:extLst>
  </p:cSld>
  <p:clrMapOvr>
    <a:masterClrMapping/>
  </p:clrMapOvr>
</p:sld>
</file>

<file path=ppt/slides/slide19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Born a king on Bethlehem’s plain: </a:t>
            </a:r>
          </a:p>
          <a:p>
            <a:r>
              <a:rPr lang="en-US" dirty="0"/>
              <a:t>Gold I bring, to crown Him again,</a:t>
            </a:r>
          </a:p>
          <a:p>
            <a:r>
              <a:rPr lang="en-US" dirty="0"/>
              <a:t>King for ever ceasing never, </a:t>
            </a:r>
          </a:p>
          <a:p>
            <a:r>
              <a:rPr lang="en-US" dirty="0"/>
              <a:t>Over us all to reign.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816457"/>
      </p:ext>
    </p:extLst>
  </p:cSld>
  <p:clrMapOvr>
    <a:masterClrMapping/>
  </p:clrMapOvr>
</p:sld>
</file>

<file path=ppt/slides/slide19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Star of wonder, star of night, </a:t>
            </a:r>
          </a:p>
          <a:p>
            <a:r>
              <a:rPr lang="en-US" dirty="0"/>
              <a:t>Star with royal beauty bright,</a:t>
            </a:r>
          </a:p>
          <a:p>
            <a:r>
              <a:rPr lang="en-US" dirty="0"/>
              <a:t>Westward leading, still proceeding, </a:t>
            </a:r>
          </a:p>
          <a:p>
            <a:r>
              <a:rPr lang="en-US" dirty="0"/>
              <a:t>Guide us to thy perfect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541190"/>
      </p:ext>
    </p:extLst>
  </p:cSld>
  <p:clrMapOvr>
    <a:masterClrMapping/>
  </p:clrMapOvr>
</p:sld>
</file>

<file path=ppt/slides/slide19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Frankincense to offer have I. </a:t>
            </a:r>
          </a:p>
          <a:p>
            <a:r>
              <a:rPr lang="en-US" dirty="0"/>
              <a:t>Incense owns a Deity nigh,</a:t>
            </a:r>
          </a:p>
          <a:p>
            <a:r>
              <a:rPr lang="en-US" dirty="0"/>
              <a:t>Prayer and praising, all hearts raising, </a:t>
            </a:r>
          </a:p>
          <a:p>
            <a:r>
              <a:rPr lang="en-US" dirty="0"/>
              <a:t>Worship him, God most high.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28719"/>
      </p:ext>
    </p:extLst>
  </p:cSld>
  <p:clrMapOvr>
    <a:masterClrMapping/>
  </p:clrMapOvr>
</p:sld>
</file>

<file path=ppt/slides/slide19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Star of wonder, star of night, </a:t>
            </a:r>
          </a:p>
          <a:p>
            <a:r>
              <a:rPr lang="en-US" dirty="0"/>
              <a:t>Star with royal beauty bright,</a:t>
            </a:r>
          </a:p>
          <a:p>
            <a:r>
              <a:rPr lang="en-US" dirty="0"/>
              <a:t>Westward leading, still proceeding, </a:t>
            </a:r>
          </a:p>
          <a:p>
            <a:r>
              <a:rPr lang="en-US" dirty="0"/>
              <a:t>Guide us to thy perfect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863283"/>
      </p:ext>
    </p:extLst>
  </p:cSld>
  <p:clrMapOvr>
    <a:masterClrMapping/>
  </p:clrMapOvr>
</p:sld>
</file>

<file path=ppt/slides/slide19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Myrrh is mine, its bitter perfume, </a:t>
            </a:r>
          </a:p>
          <a:p>
            <a:r>
              <a:rPr lang="en-US" dirty="0"/>
              <a:t>Breathes a life of gathering gloom;</a:t>
            </a:r>
          </a:p>
          <a:p>
            <a:r>
              <a:rPr lang="en-US" dirty="0"/>
              <a:t>Sorrowing, sighing, bleeding, dying, </a:t>
            </a:r>
          </a:p>
          <a:p>
            <a:r>
              <a:rPr lang="en-US" dirty="0"/>
              <a:t>Sealed in the stone-cold tomb.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064007"/>
      </p:ext>
    </p:extLst>
  </p:cSld>
  <p:clrMapOvr>
    <a:masterClrMapping/>
  </p:clrMapOvr>
</p:sld>
</file>

<file path=ppt/slides/slide19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Star of wonder, star of night, </a:t>
            </a:r>
          </a:p>
          <a:p>
            <a:r>
              <a:rPr lang="en-US" dirty="0"/>
              <a:t>Star with royal beauty bright,</a:t>
            </a:r>
          </a:p>
          <a:p>
            <a:r>
              <a:rPr lang="en-US" dirty="0"/>
              <a:t>Westward leading, still proceeding, </a:t>
            </a:r>
          </a:p>
          <a:p>
            <a:r>
              <a:rPr lang="en-US" dirty="0"/>
              <a:t>Guide us to thy perfect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139094"/>
      </p:ext>
    </p:extLst>
  </p:cSld>
  <p:clrMapOvr>
    <a:masterClrMapping/>
  </p:clrMapOvr>
</p:sld>
</file>

<file path=ppt/slides/slide19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Glorious now behold Him arise, </a:t>
            </a:r>
          </a:p>
          <a:p>
            <a:r>
              <a:rPr lang="en-US" dirty="0"/>
              <a:t>King and God and Sacrifice, </a:t>
            </a:r>
          </a:p>
          <a:p>
            <a:r>
              <a:rPr lang="en-US" dirty="0"/>
              <a:t>Alleluia, alleluia: </a:t>
            </a:r>
          </a:p>
          <a:p>
            <a:r>
              <a:rPr lang="en-US" dirty="0"/>
              <a:t>Earth to the heavens replies.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810249"/>
      </p:ext>
    </p:extLst>
  </p:cSld>
  <p:clrMapOvr>
    <a:masterClrMapping/>
  </p:clrMapOvr>
</p:sld>
</file>

<file path=ppt/slides/slide19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Star of wonder, star of night, </a:t>
            </a:r>
          </a:p>
          <a:p>
            <a:r>
              <a:rPr lang="en-US" dirty="0"/>
              <a:t>Star with royal beauty bright,</a:t>
            </a:r>
          </a:p>
          <a:p>
            <a:r>
              <a:rPr lang="en-US" dirty="0"/>
              <a:t>Westward leading, still proceeding, </a:t>
            </a:r>
          </a:p>
          <a:p>
            <a:r>
              <a:rPr lang="en-US" dirty="0"/>
              <a:t>Guide us to thy perfect 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869042"/>
      </p:ext>
    </p:extLst>
  </p:cSld>
  <p:clrMapOvr>
    <a:masterClrMapping/>
  </p:clrMapOvr>
</p:sld>
</file>

<file path=ppt/slides/slide19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441 - We walk by faith and not by sight: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walk by faith and not by sight:</a:t>
            </a:r>
          </a:p>
          <a:p>
            <a:r>
              <a:rPr lang="en-US" dirty="0"/>
              <a:t>And gracious words we hear</a:t>
            </a:r>
          </a:p>
          <a:p>
            <a:r>
              <a:rPr lang="en-US" dirty="0"/>
              <a:t>Of him who spoke as none ever spoke </a:t>
            </a:r>
          </a:p>
          <a:p>
            <a:r>
              <a:rPr lang="en-US" dirty="0"/>
              <a:t>But we believe him near. 		</a:t>
            </a:r>
          </a:p>
          <a:p>
            <a:r>
              <a:rPr lang="en-US" dirty="0"/>
              <a:t>We may not touch his hands and side, </a:t>
            </a:r>
          </a:p>
          <a:p>
            <a:r>
              <a:rPr lang="en-US" dirty="0"/>
              <a:t>Nor follow where he trod; </a:t>
            </a:r>
          </a:p>
          <a:p>
            <a:r>
              <a:rPr lang="en-US" dirty="0"/>
              <a:t>Yet in his promise we rejoice </a:t>
            </a:r>
          </a:p>
          <a:p>
            <a:r>
              <a:rPr lang="en-US" dirty="0"/>
              <a:t>And cry, “My Lord and God”.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690088"/>
      </p:ext>
    </p:extLst>
  </p:cSld>
  <p:clrMapOvr>
    <a:masterClrMapping/>
  </p:clrMapOvr>
</p:sld>
</file>

<file path=ppt/slides/slide19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Help then, O Lord, our unbelief, </a:t>
            </a:r>
          </a:p>
          <a:p>
            <a:r>
              <a:rPr lang="en-US" dirty="0"/>
              <a:t>And may our faith abound; </a:t>
            </a:r>
          </a:p>
          <a:p>
            <a:r>
              <a:rPr lang="en-US" dirty="0"/>
              <a:t>To call on you when you are near, </a:t>
            </a:r>
          </a:p>
          <a:p>
            <a:r>
              <a:rPr lang="en-US" dirty="0"/>
              <a:t>And seek where you are found; </a:t>
            </a:r>
          </a:p>
          <a:p>
            <a:r>
              <a:rPr lang="en-US" dirty="0"/>
              <a:t>That when our life of faith is done </a:t>
            </a:r>
          </a:p>
          <a:p>
            <a:r>
              <a:rPr lang="en-US" dirty="0"/>
              <a:t>In realms of clearer light </a:t>
            </a:r>
          </a:p>
          <a:p>
            <a:r>
              <a:rPr lang="en-US" dirty="0"/>
              <a:t>We may behold you as you are </a:t>
            </a:r>
          </a:p>
          <a:p>
            <a:r>
              <a:rPr lang="en-US" dirty="0"/>
              <a:t>In full and endless sight.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368509"/>
      </p:ext>
    </p:extLst>
  </p:cSld>
  <p:clrMapOvr>
    <a:masterClrMapping/>
  </p:clrMapOvr>
</p:sld>
</file>

<file path=ppt/slides/slide19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442 - We want to give you thanks, Lord,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give you thanks, Lord, </a:t>
            </a:r>
          </a:p>
          <a:p>
            <a:r>
              <a:rPr lang="en-US" dirty="0"/>
              <a:t>we want to give you praise, </a:t>
            </a:r>
          </a:p>
          <a:p>
            <a:r>
              <a:rPr lang="en-US" dirty="0"/>
              <a:t>We want to open up our hearts, </a:t>
            </a:r>
          </a:p>
          <a:p>
            <a:r>
              <a:rPr lang="en-US" dirty="0"/>
              <a:t>and let your Spirit 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408598"/>
      </p:ext>
    </p:extLst>
  </p:cSld>
  <p:clrMapOvr>
    <a:masterClrMapping/>
  </p:clrMapOvr>
</p:sld>
</file>

<file path=ppt/slides/slide19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see your glory, </a:t>
            </a:r>
          </a:p>
          <a:p>
            <a:r>
              <a:rPr lang="en-US" dirty="0"/>
              <a:t>we want to feel your love,</a:t>
            </a:r>
          </a:p>
          <a:p>
            <a:r>
              <a:rPr lang="en-US" dirty="0"/>
              <a:t>We want to show the world around us, </a:t>
            </a:r>
          </a:p>
          <a:p>
            <a:r>
              <a:rPr lang="en-US" dirty="0"/>
              <a:t>we’re the family of God.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966886"/>
      </p:ext>
    </p:extLst>
  </p:cSld>
  <p:clrMapOvr>
    <a:masterClrMapping/>
  </p:clrMapOvr>
</p:sld>
</file>

<file path=ppt/slides/slide19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heart your voice, Lord, </a:t>
            </a:r>
          </a:p>
          <a:p>
            <a:r>
              <a:rPr lang="en-US" dirty="0"/>
              <a:t>we want to know your way, </a:t>
            </a:r>
          </a:p>
          <a:p>
            <a:r>
              <a:rPr lang="en-US" dirty="0"/>
              <a:t>We need your power in our lives, </a:t>
            </a:r>
          </a:p>
          <a:p>
            <a:r>
              <a:rPr lang="en-US" dirty="0"/>
              <a:t>a lost world to win.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570536"/>
      </p:ext>
    </p:extLst>
  </p:cSld>
  <p:clrMapOvr>
    <a:masterClrMapping/>
  </p:clrMapOvr>
</p:sld>
</file>

<file path=ppt/slides/slide19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619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443 - Were you there when they crucified my Lord?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83421"/>
            <a:ext cx="11753537" cy="4956279"/>
          </a:xfrm>
        </p:spPr>
        <p:txBody>
          <a:bodyPr/>
          <a:lstStyle/>
          <a:p>
            <a:r>
              <a:rPr lang="en-US" dirty="0"/>
              <a:t>Were you there when they crucified my Lord?</a:t>
            </a:r>
          </a:p>
          <a:p>
            <a:r>
              <a:rPr lang="en-US" dirty="0"/>
              <a:t>Were you there when they crucified my Lord? </a:t>
            </a:r>
          </a:p>
          <a:p>
            <a:r>
              <a:rPr lang="en-US" dirty="0"/>
              <a:t>Oh! sometimes it causes me to tremble, tremble, tremble,</a:t>
            </a:r>
          </a:p>
          <a:p>
            <a:r>
              <a:rPr lang="en-US" dirty="0"/>
              <a:t>Were you there when they crucified my Lord?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009511"/>
      </p:ext>
    </p:extLst>
  </p:cSld>
  <p:clrMapOvr>
    <a:masterClrMapping/>
  </p:clrMapOvr>
</p:sld>
</file>

<file path=ppt/slides/slide19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Were you there when they nailed him to the tree...</a:t>
            </a:r>
          </a:p>
          <a:p>
            <a:r>
              <a:rPr lang="en-US" dirty="0"/>
              <a:t>Were you there when they crucified my Lord?</a:t>
            </a:r>
          </a:p>
          <a:p>
            <a:r>
              <a:rPr lang="en-US" dirty="0"/>
              <a:t>Were you there when they crucified my Lord? </a:t>
            </a:r>
          </a:p>
          <a:p>
            <a:r>
              <a:rPr lang="en-US" dirty="0"/>
              <a:t>Oh! sometimes it causes me to tremble, tremble, tremble,</a:t>
            </a:r>
          </a:p>
          <a:p>
            <a:r>
              <a:rPr lang="en-US" dirty="0"/>
              <a:t>Were you there when they crucified my Lord?</a:t>
            </a:r>
          </a:p>
          <a:p>
            <a:endParaRPr lang="en-US" dirty="0"/>
          </a:p>
          <a:p>
            <a:endParaRPr lang="en-US" sz="18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617218"/>
      </p:ext>
    </p:extLst>
  </p:cSld>
  <p:clrMapOvr>
    <a:masterClrMapping/>
  </p:clrMapOvr>
</p:sld>
</file>

<file path=ppt/slides/slide19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Were you there when they pierced him in the side...</a:t>
            </a:r>
          </a:p>
          <a:p>
            <a:r>
              <a:rPr lang="en-US" dirty="0"/>
              <a:t>Were you there when they crucified my Lord?</a:t>
            </a:r>
          </a:p>
          <a:p>
            <a:r>
              <a:rPr lang="en-US" dirty="0"/>
              <a:t>Were you there when they crucified my Lord? </a:t>
            </a:r>
          </a:p>
          <a:p>
            <a:r>
              <a:rPr lang="en-US" dirty="0"/>
              <a:t>Oh! sometimes it causes me to tremble, tremble, tremble,</a:t>
            </a:r>
          </a:p>
          <a:p>
            <a:r>
              <a:rPr lang="en-US" dirty="0"/>
              <a:t>Were you there when they crucified my Lord?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04228"/>
      </p:ext>
    </p:extLst>
  </p:cSld>
  <p:clrMapOvr>
    <a:masterClrMapping/>
  </p:clrMapOvr>
</p:sld>
</file>

<file path=ppt/slides/slide19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Were you there when they pierced him in the side...</a:t>
            </a:r>
          </a:p>
          <a:p>
            <a:r>
              <a:rPr lang="en-US" dirty="0"/>
              <a:t>Were you there when they crucified my Lord?</a:t>
            </a:r>
          </a:p>
          <a:p>
            <a:r>
              <a:rPr lang="en-US" dirty="0"/>
              <a:t>Were you there when they crucified my Lord? </a:t>
            </a:r>
          </a:p>
          <a:p>
            <a:r>
              <a:rPr lang="en-US" dirty="0"/>
              <a:t>Oh! sometimes it causes me to tremble, tremble, tremble,</a:t>
            </a:r>
          </a:p>
          <a:p>
            <a:r>
              <a:rPr lang="en-US" dirty="0"/>
              <a:t>Were you there when they crucified my Lord?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118950"/>
      </p:ext>
    </p:extLst>
  </p:cSld>
  <p:clrMapOvr>
    <a:masterClrMapping/>
  </p:clrMapOvr>
</p:sld>
</file>

<file path=ppt/slides/slide19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Were you there when they pierced him in the side...</a:t>
            </a:r>
          </a:p>
          <a:p>
            <a:r>
              <a:rPr lang="en-US" dirty="0"/>
              <a:t>Were you there when they crucified my Lord?</a:t>
            </a:r>
          </a:p>
          <a:p>
            <a:r>
              <a:rPr lang="en-US" dirty="0"/>
              <a:t>Were you there when they crucified my Lord? </a:t>
            </a:r>
          </a:p>
          <a:p>
            <a:r>
              <a:rPr lang="en-US" dirty="0"/>
              <a:t>Oh! sometimes it causes me to tremble, tremble, tremble,</a:t>
            </a:r>
          </a:p>
          <a:p>
            <a:r>
              <a:rPr lang="en-US" dirty="0"/>
              <a:t>Were you there when they crucified my Lord?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450040"/>
      </p:ext>
    </p:extLst>
  </p:cSld>
  <p:clrMapOvr>
    <a:masterClrMapping/>
  </p:clrMapOvr>
</p:sld>
</file>

<file path=ppt/slides/slide19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444 - What a friend we have in Jesus,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a friend we have in Jesus,</a:t>
            </a:r>
          </a:p>
          <a:p>
            <a:r>
              <a:rPr lang="en-US" dirty="0"/>
              <a:t>All our sins and griefs to bear!</a:t>
            </a:r>
          </a:p>
          <a:p>
            <a:r>
              <a:rPr lang="en-US" dirty="0"/>
              <a:t>What a privilege to carry </a:t>
            </a:r>
          </a:p>
          <a:p>
            <a:r>
              <a:rPr lang="en-US" dirty="0"/>
              <a:t>Everything to God in prayer!</a:t>
            </a:r>
          </a:p>
          <a:p>
            <a:r>
              <a:rPr lang="en-US" dirty="0"/>
              <a:t>O what peace we often forfeit</a:t>
            </a:r>
          </a:p>
          <a:p>
            <a:r>
              <a:rPr lang="en-US" dirty="0"/>
              <a:t>O what needless pain we bear</a:t>
            </a:r>
          </a:p>
          <a:p>
            <a:r>
              <a:rPr lang="en-US" dirty="0"/>
              <a:t>All because we do not carry </a:t>
            </a:r>
          </a:p>
          <a:p>
            <a:r>
              <a:rPr lang="en-US" dirty="0"/>
              <a:t>Everything to God in prayer.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11121"/>
      </p:ext>
    </p:extLst>
  </p:cSld>
  <p:clrMapOvr>
    <a:masterClrMapping/>
  </p:clrMapOvr>
</p:sld>
</file>

<file path=ppt/slides/slide19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Have we trials and temptations? </a:t>
            </a:r>
          </a:p>
          <a:p>
            <a:r>
              <a:rPr lang="en-US" dirty="0"/>
              <a:t>Is there trouble anywhere? </a:t>
            </a:r>
          </a:p>
          <a:p>
            <a:r>
              <a:rPr lang="en-US" dirty="0"/>
              <a:t>We should never be discouraged: </a:t>
            </a:r>
          </a:p>
          <a:p>
            <a:r>
              <a:rPr lang="en-US" dirty="0"/>
              <a:t>Take it to the Lord in prayer. </a:t>
            </a:r>
          </a:p>
          <a:p>
            <a:r>
              <a:rPr lang="en-US" dirty="0"/>
              <a:t>Can we find a friend so faithful</a:t>
            </a:r>
          </a:p>
          <a:p>
            <a:r>
              <a:rPr lang="en-US" dirty="0"/>
              <a:t>Who will all our sorrows share? 		</a:t>
            </a:r>
          </a:p>
          <a:p>
            <a:r>
              <a:rPr lang="en-US" dirty="0"/>
              <a:t>Jesus knows our every weakness: </a:t>
            </a:r>
          </a:p>
          <a:p>
            <a:r>
              <a:rPr lang="en-US" dirty="0"/>
              <a:t>Take it to the Lord in prayer.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846242"/>
      </p:ext>
    </p:extLst>
  </p:cSld>
  <p:clrMapOvr>
    <a:masterClrMapping/>
  </p:clrMapOvr>
</p:sld>
</file>

<file path=ppt/slides/slide19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4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445 - What a joy, what a joy for us to say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 joy, what a joy for us to say:</a:t>
            </a:r>
          </a:p>
          <a:p>
            <a:r>
              <a:rPr lang="en-US" dirty="0"/>
              <a:t>“We’re on our way to the house of the Lord!”</a:t>
            </a:r>
          </a:p>
          <a:p>
            <a:r>
              <a:rPr lang="en-US" dirty="0"/>
              <a:t>What a joy, what a joy for us to say:</a:t>
            </a:r>
          </a:p>
          <a:p>
            <a:r>
              <a:rPr lang="en-US" dirty="0"/>
              <a:t>“We’re on our way to the house of the Lord!”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652116"/>
      </p:ext>
    </p:extLst>
  </p:cSld>
  <p:clrMapOvr>
    <a:masterClrMapping/>
  </p:clrMapOvr>
</p:sld>
</file>

<file path=ppt/slides/slide19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Coming to Jerusalem, on this holy ground, </a:t>
            </a:r>
          </a:p>
          <a:p>
            <a:r>
              <a:rPr lang="en-US" dirty="0"/>
              <a:t>City mounted on a hill, its houses all around.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932189"/>
      </p:ext>
    </p:extLst>
  </p:cSld>
  <p:clrMapOvr>
    <a:masterClrMapping/>
  </p:clrMapOvr>
</p:sld>
</file>

<file path=ppt/slides/slide19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tribes of Israel, countless caravans, </a:t>
            </a:r>
          </a:p>
          <a:p>
            <a:r>
              <a:rPr lang="en-US" dirty="0"/>
              <a:t>Every one is going there </a:t>
            </a:r>
          </a:p>
          <a:p>
            <a:r>
              <a:rPr lang="en-US" dirty="0"/>
              <a:t>to where the temple stands.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183313"/>
      </p:ext>
    </p:extLst>
  </p:cSld>
  <p:clrMapOvr>
    <a:masterClrMapping/>
  </p:clrMapOvr>
</p:sld>
</file>

<file path=ppt/slides/slide19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your gates we’ll enter in, </a:t>
            </a:r>
          </a:p>
          <a:p>
            <a:r>
              <a:rPr lang="en-US" dirty="0"/>
              <a:t>open wide the door, </a:t>
            </a:r>
          </a:p>
          <a:p>
            <a:r>
              <a:rPr lang="en-US" dirty="0"/>
              <a:t>Here we’ll find a welcome place </a:t>
            </a:r>
          </a:p>
          <a:p>
            <a:r>
              <a:rPr lang="en-US" dirty="0"/>
              <a:t>and peace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924068"/>
      </p:ext>
    </p:extLst>
  </p:cSld>
  <p:clrMapOvr>
    <a:masterClrMapping/>
  </p:clrMapOvr>
</p:sld>
</file>

<file path=ppt/slides/slide19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5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446 - What child is this, who, laid to rest,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child is this, who, laid to rest,</a:t>
            </a:r>
          </a:p>
          <a:p>
            <a:r>
              <a:rPr lang="en-US" dirty="0"/>
              <a:t>On Mary’s lap is sleeping?</a:t>
            </a:r>
          </a:p>
          <a:p>
            <a:r>
              <a:rPr lang="en-US" dirty="0"/>
              <a:t>Whom angels greet with anthems sweet, </a:t>
            </a:r>
          </a:p>
          <a:p>
            <a:r>
              <a:rPr lang="en-US" dirty="0"/>
              <a:t>While shepherds watch are keeping?</a:t>
            </a:r>
          </a:p>
          <a:p>
            <a:r>
              <a:rPr lang="en-US" dirty="0"/>
              <a:t>This, this is Christ the King, </a:t>
            </a:r>
          </a:p>
          <a:p>
            <a:r>
              <a:rPr lang="en-US" dirty="0"/>
              <a:t>Whom shepherds guard and angels sing:</a:t>
            </a:r>
          </a:p>
          <a:p>
            <a:r>
              <a:rPr lang="en-US" dirty="0"/>
              <a:t>Haste, haste to bring Him laud, </a:t>
            </a:r>
          </a:p>
          <a:p>
            <a:r>
              <a:rPr lang="en-US" dirty="0"/>
              <a:t>The Babe, the Son of Mary!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289936"/>
      </p:ext>
    </p:extLst>
  </p:cSld>
  <p:clrMapOvr>
    <a:masterClrMapping/>
  </p:clrMapOvr>
</p:sld>
</file>

<file path=ppt/slides/slide19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Why lies He in such mean estate.</a:t>
            </a:r>
          </a:p>
          <a:p>
            <a:r>
              <a:rPr lang="en-US" dirty="0"/>
              <a:t>Where ox and ass are feeding?</a:t>
            </a:r>
          </a:p>
          <a:p>
            <a:r>
              <a:rPr lang="en-US" dirty="0"/>
              <a:t>Good Christian, fear: for sinners here </a:t>
            </a:r>
          </a:p>
          <a:p>
            <a:r>
              <a:rPr lang="en-US" dirty="0"/>
              <a:t>The silent Word is pleading:</a:t>
            </a:r>
          </a:p>
          <a:p>
            <a:r>
              <a:rPr lang="en-US" dirty="0"/>
              <a:t>Nails, spear, shall pierce Him through, </a:t>
            </a:r>
          </a:p>
          <a:p>
            <a:r>
              <a:rPr lang="en-US" dirty="0"/>
              <a:t>The Cross be borne, for me, for you:</a:t>
            </a:r>
          </a:p>
          <a:p>
            <a:r>
              <a:rPr lang="en-US" dirty="0"/>
              <a:t>Hail, hail, the Word made flesh, </a:t>
            </a:r>
          </a:p>
          <a:p>
            <a:r>
              <a:rPr lang="en-US" dirty="0"/>
              <a:t>The Babe, the Son of Mary!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952240"/>
      </p:ext>
    </p:extLst>
  </p:cSld>
  <p:clrMapOvr>
    <a:masterClrMapping/>
  </p:clrMapOvr>
</p:sld>
</file>

<file path=ppt/slides/slide19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 bring Him incense, gold and myrrh; </a:t>
            </a:r>
          </a:p>
          <a:p>
            <a:r>
              <a:rPr lang="en-US" dirty="0"/>
              <a:t>Come peasant, king, to own him,</a:t>
            </a:r>
          </a:p>
          <a:p>
            <a:r>
              <a:rPr lang="en-US" dirty="0"/>
              <a:t>The King of kings salvation brings, </a:t>
            </a:r>
          </a:p>
          <a:p>
            <a:r>
              <a:rPr lang="en-US" dirty="0"/>
              <a:t>Let loving hearts enthrone Him.</a:t>
            </a:r>
          </a:p>
          <a:p>
            <a:r>
              <a:rPr lang="en-US" dirty="0"/>
              <a:t>Raise, raise the song on high</a:t>
            </a:r>
          </a:p>
          <a:p>
            <a:r>
              <a:rPr lang="en-US" dirty="0"/>
              <a:t>The Virgin sings her lullaby:</a:t>
            </a:r>
          </a:p>
          <a:p>
            <a:r>
              <a:rPr lang="en-US" dirty="0"/>
              <a:t>Joy, joy for Christ is born, </a:t>
            </a:r>
          </a:p>
          <a:p>
            <a:r>
              <a:rPr lang="en-US" dirty="0"/>
              <a:t>The Babe, the Son of Mary!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833653"/>
      </p:ext>
    </p:extLst>
  </p:cSld>
  <p:clrMapOvr>
    <a:masterClrMapping/>
  </p:clrMapOvr>
</p:sld>
</file>

<file path=ppt/slides/slide19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447 - What does it profit a man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it profit a man</a:t>
            </a:r>
          </a:p>
          <a:p>
            <a:r>
              <a:rPr lang="en-US" dirty="0"/>
              <a:t>If he gains the whole wide world </a:t>
            </a:r>
          </a:p>
          <a:p>
            <a:r>
              <a:rPr lang="en-US" dirty="0"/>
              <a:t>But suffers the loss of his soul? </a:t>
            </a:r>
          </a:p>
          <a:p>
            <a:r>
              <a:rPr lang="en-US" dirty="0"/>
              <a:t>Yes, suffers the loss of his soul?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52201"/>
      </p:ext>
    </p:extLst>
  </p:cSld>
  <p:clrMapOvr>
    <a:masterClrMapping/>
  </p:clrMapOvr>
</p:sld>
</file>

<file path=ppt/slides/slide19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spent my whole life in enjoyment, </a:t>
            </a:r>
          </a:p>
          <a:p>
            <a:r>
              <a:rPr lang="en-US" dirty="0"/>
              <a:t>Good food, good drinks, silk to wear, </a:t>
            </a:r>
          </a:p>
          <a:p>
            <a:r>
              <a:rPr lang="en-US" dirty="0"/>
              <a:t>With friends who like me </a:t>
            </a:r>
          </a:p>
          <a:p>
            <a:r>
              <a:rPr lang="en-US" dirty="0"/>
              <a:t>let the moments pass </a:t>
            </a:r>
          </a:p>
          <a:p>
            <a:r>
              <a:rPr lang="en-US" dirty="0"/>
              <a:t>With never a thought or a care. But...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295888"/>
      </p:ext>
    </p:extLst>
  </p:cSld>
  <p:clrMapOvr>
    <a:masterClrMapping/>
  </p:clrMapOvr>
</p:sld>
</file>

<file path=ppt/slides/slide19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Lord, I must rise in repentance. </a:t>
            </a:r>
          </a:p>
          <a:p>
            <a:r>
              <a:rPr lang="en-US" dirty="0"/>
              <a:t>Against Your love have I sinned. </a:t>
            </a:r>
          </a:p>
          <a:p>
            <a:r>
              <a:rPr lang="en-US" dirty="0"/>
              <a:t>But now is the time to return to You: </a:t>
            </a:r>
          </a:p>
          <a:p>
            <a:r>
              <a:rPr lang="en-US" dirty="0"/>
              <a:t>I know that Your word makes me free, for...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004828"/>
      </p:ext>
    </p:extLst>
  </p:cSld>
  <p:clrMapOvr>
    <a:masterClrMapping/>
  </p:clrMapOvr>
</p:sld>
</file>

<file path=ppt/slides/slide19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“Be never the slave of two masters: </a:t>
            </a:r>
          </a:p>
          <a:p>
            <a:r>
              <a:rPr lang="en-US" dirty="0"/>
              <a:t>You can’t serve both God and gold. </a:t>
            </a:r>
          </a:p>
          <a:p>
            <a:r>
              <a:rPr lang="en-US" dirty="0"/>
              <a:t>Why worry about what to eat and drink? </a:t>
            </a:r>
          </a:p>
          <a:p>
            <a:r>
              <a:rPr lang="en-US" dirty="0"/>
              <a:t>Your Father knows all that you need”, so...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006783"/>
      </p:ext>
    </p:extLst>
  </p:cSld>
  <p:clrMapOvr>
    <a:masterClrMapping/>
  </p:clrMapOvr>
</p:sld>
</file>

<file path=ppt/slides/slide19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“Provide yourselves with good purses </a:t>
            </a:r>
          </a:p>
          <a:p>
            <a:r>
              <a:rPr lang="en-US" dirty="0"/>
              <a:t>And save your riches in heaven,</a:t>
            </a:r>
          </a:p>
          <a:p>
            <a:r>
              <a:rPr lang="en-US" dirty="0"/>
              <a:t>Where thieves cannot reach </a:t>
            </a:r>
          </a:p>
          <a:p>
            <a:r>
              <a:rPr lang="en-US" dirty="0"/>
              <a:t>neither moth destroy,</a:t>
            </a:r>
          </a:p>
          <a:p>
            <a:r>
              <a:rPr lang="en-US" dirty="0"/>
              <a:t>You must be rich in God’s sight.” So …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923193"/>
      </p:ext>
    </p:extLst>
  </p:cSld>
  <p:clrMapOvr>
    <a:masterClrMapping/>
  </p:clrMapOvr>
</p:sld>
</file>

<file path=ppt/slides/slide19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19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448 - What have I done to you, my chosen people?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05630"/>
            <a:ext cx="11753537" cy="5548069"/>
          </a:xfrm>
        </p:spPr>
        <p:txBody>
          <a:bodyPr/>
          <a:lstStyle/>
          <a:p>
            <a:r>
              <a:rPr lang="en-US" dirty="0"/>
              <a:t>What have I done to you, my chosen people?</a:t>
            </a:r>
          </a:p>
          <a:p>
            <a:r>
              <a:rPr lang="en-US" dirty="0"/>
              <a:t>O tell me how have I offended you?</a:t>
            </a:r>
          </a:p>
          <a:p>
            <a:r>
              <a:rPr lang="en-US" dirty="0"/>
              <a:t>I led you out from slavery to freedom,</a:t>
            </a:r>
          </a:p>
          <a:p>
            <a:r>
              <a:rPr lang="en-US" dirty="0"/>
              <a:t>You led your God to die on the cross!</a:t>
            </a:r>
          </a:p>
          <a:p>
            <a:r>
              <a:rPr lang="en-US" dirty="0"/>
              <a:t>Though from the rock, I gave you saving water,</a:t>
            </a:r>
          </a:p>
          <a:p>
            <a:r>
              <a:rPr lang="en-US" dirty="0"/>
              <a:t>You gave me gall and vinegar to drink.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680852"/>
      </p:ext>
    </p:extLst>
  </p:cSld>
  <p:clrMapOvr>
    <a:masterClrMapping/>
  </p:clrMapOvr>
</p:sld>
</file>

<file path=ppt/slides/slide19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What more could I have done for you,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my people?</a:t>
            </a:r>
          </a:p>
          <a:p>
            <a:r>
              <a:rPr lang="en-US" dirty="0"/>
              <a:t>I planted you to be my sweetest Vine.</a:t>
            </a:r>
          </a:p>
          <a:p>
            <a:r>
              <a:rPr lang="en-US" dirty="0"/>
              <a:t>But in my thirst your bitterness I tasted,</a:t>
            </a:r>
          </a:p>
          <a:p>
            <a:r>
              <a:rPr lang="en-US" dirty="0"/>
              <a:t>You pierced your </a:t>
            </a:r>
            <a:r>
              <a:rPr lang="en-US" dirty="0" err="1"/>
              <a:t>Saviour’s</a:t>
            </a:r>
            <a:r>
              <a:rPr lang="en-US" dirty="0"/>
              <a:t> side with a lance!</a:t>
            </a:r>
          </a:p>
          <a:p>
            <a:r>
              <a:rPr lang="en-US" dirty="0"/>
              <a:t>I struck down kings, gave you a royal </a:t>
            </a:r>
            <a:r>
              <a:rPr lang="en-US" dirty="0" err="1"/>
              <a:t>sceptre</a:t>
            </a:r>
            <a:r>
              <a:rPr lang="en-US" dirty="0"/>
              <a:t>,</a:t>
            </a:r>
          </a:p>
          <a:p>
            <a:r>
              <a:rPr lang="en-US" dirty="0"/>
              <a:t>You placed upon my head a crown of thorns.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956916"/>
      </p:ext>
    </p:extLst>
  </p:cSld>
  <p:clrMapOvr>
    <a:masterClrMapping/>
  </p:clrMapOvr>
</p:sld>
</file>

<file path=ppt/slides/slide19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praise you Christ, </a:t>
            </a:r>
          </a:p>
          <a:p>
            <a:r>
              <a:rPr lang="en-US" dirty="0"/>
              <a:t>for by your blood you saved us.</a:t>
            </a:r>
          </a:p>
          <a:p>
            <a:r>
              <a:rPr lang="en-US" dirty="0"/>
              <a:t>We worship you and bless your holy name.</a:t>
            </a:r>
          </a:p>
          <a:p>
            <a:r>
              <a:rPr lang="en-US" dirty="0"/>
              <a:t>Have mercy Lord, and help us in our weakness,</a:t>
            </a:r>
          </a:p>
          <a:p>
            <a:r>
              <a:rPr lang="en-US" dirty="0"/>
              <a:t>For you are Strong, Immortal One, the Lord!</a:t>
            </a:r>
          </a:p>
          <a:p>
            <a:r>
              <a:rPr lang="en-US" dirty="0"/>
              <a:t>And by your cross and glorious resurrection</a:t>
            </a:r>
          </a:p>
          <a:p>
            <a:r>
              <a:rPr lang="en-US" dirty="0"/>
              <a:t>You have redeemed your people from their sins.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557601"/>
      </p:ext>
    </p:extLst>
  </p:cSld>
  <p:clrMapOvr>
    <a:masterClrMapping/>
  </p:clrMapOvr>
</p:sld>
</file>

<file path=ppt/slides/slide19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74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449 - What thanks, O Lord, can I render Thee,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thanks, O Lord, can I render Thee,</a:t>
            </a:r>
          </a:p>
          <a:p>
            <a:r>
              <a:rPr lang="en-US" dirty="0"/>
              <a:t>For all the gifts thou hast showered on me? </a:t>
            </a:r>
          </a:p>
          <a:p>
            <a:r>
              <a:rPr lang="en-US" dirty="0"/>
              <a:t>Each day I’ll sing of Thy praise and glory,</a:t>
            </a:r>
          </a:p>
          <a:p>
            <a:r>
              <a:rPr lang="en-US" dirty="0" err="1"/>
              <a:t>Allelu</a:t>
            </a:r>
            <a:r>
              <a:rPr lang="en-US" dirty="0"/>
              <a:t>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64846"/>
      </p:ext>
    </p:extLst>
  </p:cSld>
  <p:clrMapOvr>
    <a:masterClrMapping/>
  </p:clrMapOvr>
</p:sld>
</file>

<file path=ppt/slides/slide19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thanks to the Lord upon the harp,</a:t>
            </a:r>
          </a:p>
          <a:p>
            <a:r>
              <a:rPr lang="en-US" dirty="0"/>
              <a:t>With a ten-stringed lute sing Him songs,</a:t>
            </a:r>
          </a:p>
          <a:p>
            <a:r>
              <a:rPr lang="en-US" dirty="0"/>
              <a:t>O sing Him a song that is new, </a:t>
            </a:r>
          </a:p>
          <a:p>
            <a:r>
              <a:rPr lang="en-US" dirty="0"/>
              <a:t>Play loudly with all your skill.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002681"/>
      </p:ext>
    </p:extLst>
  </p:cSld>
  <p:clrMapOvr>
    <a:masterClrMapping/>
  </p:clrMapOvr>
</p:sld>
</file>

<file path=ppt/slides/slide19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thanks, O Lord, can I render Thee,</a:t>
            </a:r>
          </a:p>
          <a:p>
            <a:r>
              <a:rPr lang="en-US" dirty="0"/>
              <a:t>For all the gifts thou hast showered on me? </a:t>
            </a:r>
          </a:p>
          <a:p>
            <a:r>
              <a:rPr lang="en-US" dirty="0"/>
              <a:t>Each day I’ll sing of Thy praise and glory,</a:t>
            </a:r>
          </a:p>
          <a:p>
            <a:r>
              <a:rPr lang="en-US" dirty="0" err="1"/>
              <a:t>Allelu</a:t>
            </a:r>
            <a:r>
              <a:rPr lang="en-US" dirty="0"/>
              <a:t>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99858"/>
      </p:ext>
    </p:extLst>
  </p:cSld>
  <p:clrMapOvr>
    <a:masterClrMapping/>
  </p:clrMapOvr>
</p:sld>
</file>

<file path=ppt/slides/slide19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sing to the glory of his name.</a:t>
            </a:r>
          </a:p>
          <a:p>
            <a:r>
              <a:rPr lang="en-US" dirty="0"/>
              <a:t>Say to God: “How great are Thy deeds!</a:t>
            </a:r>
          </a:p>
          <a:p>
            <a:r>
              <a:rPr lang="en-US" dirty="0"/>
              <a:t>Burnt offering to Thee I will bring, </a:t>
            </a:r>
          </a:p>
          <a:p>
            <a:r>
              <a:rPr lang="en-US" dirty="0"/>
              <a:t>To Thee I will pay my vows”.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838135"/>
      </p:ext>
    </p:extLst>
  </p:cSld>
  <p:clrMapOvr>
    <a:masterClrMapping/>
  </p:clrMapOvr>
</p:sld>
</file>

<file path=ppt/slides/slide19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thanks, O Lord, can I render Thee,</a:t>
            </a:r>
          </a:p>
          <a:p>
            <a:r>
              <a:rPr lang="en-US" dirty="0"/>
              <a:t>For all the gifts thou hast showered on me? </a:t>
            </a:r>
          </a:p>
          <a:p>
            <a:r>
              <a:rPr lang="en-US" dirty="0"/>
              <a:t>Each day I’ll sing of Thy praise and glory,</a:t>
            </a:r>
          </a:p>
          <a:p>
            <a:r>
              <a:rPr lang="en-US" dirty="0" err="1"/>
              <a:t>Allelu</a:t>
            </a:r>
            <a:r>
              <a:rPr lang="en-US" dirty="0"/>
              <a:t>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5549"/>
      </p:ext>
    </p:extLst>
  </p:cSld>
  <p:clrMapOvr>
    <a:masterClrMapping/>
  </p:clrMapOvr>
</p:sld>
</file>

<file path=ppt/slides/slide19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thanks to the Lord for He is good,</a:t>
            </a:r>
          </a:p>
          <a:p>
            <a:r>
              <a:rPr lang="en-US" dirty="0"/>
              <a:t>Yes, eternal is His love.</a:t>
            </a:r>
          </a:p>
          <a:p>
            <a:r>
              <a:rPr lang="en-US" dirty="0"/>
              <a:t>Though I walk in the midst of affliction, </a:t>
            </a:r>
          </a:p>
          <a:p>
            <a:r>
              <a:rPr lang="en-US" dirty="0"/>
              <a:t>He stretches his hand to save.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308915"/>
      </p:ext>
    </p:extLst>
  </p:cSld>
  <p:clrMapOvr>
    <a:masterClrMapping/>
  </p:clrMapOvr>
</p:sld>
</file>

<file path=ppt/slides/slide19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thanks, O Lord, can I render Thee,</a:t>
            </a:r>
          </a:p>
          <a:p>
            <a:r>
              <a:rPr lang="en-US" dirty="0"/>
              <a:t>For all the gifts thou hast showered on me? </a:t>
            </a:r>
          </a:p>
          <a:p>
            <a:r>
              <a:rPr lang="en-US" dirty="0"/>
              <a:t>Each day I’ll sing of Thy praise and glory,</a:t>
            </a:r>
          </a:p>
          <a:p>
            <a:r>
              <a:rPr lang="en-US" dirty="0" err="1"/>
              <a:t>Allelu</a:t>
            </a:r>
            <a:r>
              <a:rPr lang="en-US" dirty="0"/>
              <a:t>, alleluia!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369793"/>
      </p:ext>
    </p:extLst>
  </p:cSld>
  <p:clrMapOvr>
    <a:masterClrMapping/>
  </p:clrMapOvr>
</p:sld>
</file>

<file path=ppt/slides/slide19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971" y="50047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450 - Whatsoever you do to set your brother free,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02396"/>
            <a:ext cx="11753537" cy="4863682"/>
          </a:xfrm>
        </p:spPr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042180"/>
      </p:ext>
    </p:extLst>
  </p:cSld>
  <p:clrMapOvr>
    <a:masterClrMapping/>
  </p:clrMapOvr>
</p:sld>
</file>

<file path=ppt/slides/slide19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Oh, I know how you yearn </a:t>
            </a:r>
          </a:p>
          <a:p>
            <a:r>
              <a:rPr lang="en-US" dirty="0"/>
              <a:t>To meet me in your prayer;</a:t>
            </a:r>
          </a:p>
          <a:p>
            <a:r>
              <a:rPr lang="en-US" dirty="0"/>
              <a:t>But you get so afraid </a:t>
            </a:r>
          </a:p>
          <a:p>
            <a:r>
              <a:rPr lang="en-US" dirty="0"/>
              <a:t>Each time I show my face!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241388"/>
      </p:ext>
    </p:extLst>
  </p:cSld>
  <p:clrMapOvr>
    <a:masterClrMapping/>
  </p:clrMapOvr>
</p:sld>
</file>

<file path=ppt/slides/slide19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12657"/>
      </p:ext>
    </p:extLst>
  </p:cSld>
  <p:clrMapOvr>
    <a:masterClrMapping/>
  </p:clrMapOvr>
</p:sld>
</file>

<file path=ppt/slides/slide19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see me hungry, lying on the footpath, </a:t>
            </a:r>
          </a:p>
          <a:p>
            <a:r>
              <a:rPr lang="en-US" dirty="0"/>
              <a:t>I need your love and care to quench my thirst, </a:t>
            </a:r>
          </a:p>
          <a:p>
            <a:r>
              <a:rPr lang="en-US" dirty="0"/>
              <a:t>I’m looking for some decent clothes and shelter.</a:t>
            </a:r>
          </a:p>
          <a:p>
            <a:r>
              <a:rPr lang="en-US" dirty="0"/>
              <a:t>O see the state I’m in, the very worst!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224217"/>
      </p:ext>
    </p:extLst>
  </p:cSld>
  <p:clrMapOvr>
    <a:masterClrMapping/>
  </p:clrMapOvr>
</p:sld>
</file>

<file path=ppt/slides/slide19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317211"/>
      </p:ext>
    </p:extLst>
  </p:cSld>
  <p:clrMapOvr>
    <a:masterClrMapping/>
  </p:clrMapOvr>
</p:sld>
</file>

<file path=ppt/slides/slide19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You’ll find me in the hospital so weary, </a:t>
            </a:r>
          </a:p>
          <a:p>
            <a:r>
              <a:rPr lang="en-US" dirty="0"/>
              <a:t>Imprisoned by my loneliness so great, </a:t>
            </a:r>
          </a:p>
          <a:p>
            <a:r>
              <a:rPr lang="en-US" dirty="0"/>
              <a:t>The victim of man’s cruel exploitation.</a:t>
            </a:r>
          </a:p>
          <a:p>
            <a:r>
              <a:rPr lang="en-US" dirty="0"/>
              <a:t>How can you ever leave me to my fate?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734172"/>
      </p:ext>
    </p:extLst>
  </p:cSld>
  <p:clrMapOvr>
    <a:masterClrMapping/>
  </p:clrMapOvr>
</p:sld>
</file>

<file path=ppt/slides/slide19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791528"/>
      </p:ext>
    </p:extLst>
  </p:cSld>
  <p:clrMapOvr>
    <a:masterClrMapping/>
  </p:clrMapOvr>
</p:sld>
</file>

<file path=ppt/slides/slide19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Perhaps you’ll help to find me some employment,</a:t>
            </a:r>
          </a:p>
          <a:p>
            <a:r>
              <a:rPr lang="en-US" dirty="0"/>
              <a:t>Or say a word to calm my anxious fears, </a:t>
            </a:r>
          </a:p>
          <a:p>
            <a:r>
              <a:rPr lang="en-US" dirty="0"/>
              <a:t>Be brave to fight with me against injustice, </a:t>
            </a:r>
          </a:p>
          <a:p>
            <a:r>
              <a:rPr lang="en-US" dirty="0"/>
              <a:t>Or sit by me and lend a listening ear.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7084573"/>
      </p:ext>
    </p:extLst>
  </p:cSld>
  <p:clrMapOvr>
    <a:masterClrMapping/>
  </p:clrMapOvr>
</p:sld>
</file>

<file path=ppt/slides/slide19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440935"/>
      </p:ext>
    </p:extLst>
  </p:cSld>
  <p:clrMapOvr>
    <a:masterClrMapping/>
  </p:clrMapOvr>
</p:sld>
</file>

<file path=ppt/slides/slide19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times I need a word of consolation, </a:t>
            </a:r>
          </a:p>
          <a:p>
            <a:r>
              <a:rPr lang="en-US" dirty="0"/>
              <a:t>The joy of seeing you standing by my side,</a:t>
            </a:r>
          </a:p>
          <a:p>
            <a:r>
              <a:rPr lang="en-US" dirty="0"/>
              <a:t>I promise that your love will be rewarded:</a:t>
            </a:r>
          </a:p>
          <a:p>
            <a:r>
              <a:rPr lang="en-US" dirty="0"/>
              <a:t>“O come, you blessed, and in heaven abide”.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9747232"/>
      </p:ext>
    </p:extLst>
  </p:cSld>
  <p:clrMapOvr>
    <a:masterClrMapping/>
  </p:clrMapOvr>
</p:sld>
</file>

<file path=ppt/slides/slide19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Whatsoever you do to set your brother free, </a:t>
            </a:r>
          </a:p>
          <a:p>
            <a:r>
              <a:rPr lang="en-US" dirty="0"/>
              <a:t>Whatsoever you do to end his misery, </a:t>
            </a:r>
          </a:p>
          <a:p>
            <a:r>
              <a:rPr lang="en-US" dirty="0"/>
              <a:t>Whatsoever you do to bring him liberty, </a:t>
            </a:r>
          </a:p>
          <a:p>
            <a:r>
              <a:rPr lang="en-US" dirty="0"/>
              <a:t>Whatsoever you do, you do it unto 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143633"/>
      </p:ext>
    </p:extLst>
  </p:cSld>
  <p:clrMapOvr>
    <a:masterClrMapping/>
  </p:clrMapOvr>
</p:sld>
</file>

<file path=ppt/slides/slide19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8" y="51204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451 - Whatsoever you do to the least of my people,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71844"/>
            <a:ext cx="11753537" cy="45974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358282"/>
      </p:ext>
    </p:extLst>
  </p:cSld>
  <p:clrMapOvr>
    <a:masterClrMapping/>
  </p:clrMapOvr>
</p:sld>
</file>

<file path=ppt/slides/slide19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I was hungry, you gave me to eat; </a:t>
            </a:r>
          </a:p>
          <a:p>
            <a:r>
              <a:rPr lang="en-US" dirty="0"/>
              <a:t>When I was thirsty, you gave me to drink.</a:t>
            </a:r>
          </a:p>
          <a:p>
            <a:r>
              <a:rPr lang="en-US" dirty="0"/>
              <a:t>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567874"/>
      </p:ext>
    </p:extLst>
  </p:cSld>
  <p:clrMapOvr>
    <a:masterClrMapping/>
  </p:clrMapOvr>
</p:sld>
</file>

<file path=ppt/slides/slide19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 was weary, you helped me find rest;</a:t>
            </a:r>
          </a:p>
          <a:p>
            <a:r>
              <a:rPr lang="en-US" dirty="0"/>
              <a:t>When I was anxious, you calmed all my fears. 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39450"/>
      </p:ext>
    </p:extLst>
  </p:cSld>
  <p:clrMapOvr>
    <a:masterClrMapping/>
  </p:clrMapOvr>
</p:sld>
</file>

<file path=ppt/slides/slide19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 was homeless, you opened your door, </a:t>
            </a:r>
          </a:p>
          <a:p>
            <a:r>
              <a:rPr lang="en-US" dirty="0"/>
              <a:t>When I was naked, you gave me your coat. 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163856"/>
      </p:ext>
    </p:extLst>
  </p:cSld>
  <p:clrMapOvr>
    <a:masterClrMapping/>
  </p:clrMapOvr>
</p:sld>
</file>

<file path=ppt/slides/slide19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 was little, you taught me to read;</a:t>
            </a:r>
          </a:p>
          <a:p>
            <a:r>
              <a:rPr lang="en-US" dirty="0"/>
              <a:t>When I was lonely, you gave me your love. 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147791"/>
      </p:ext>
    </p:extLst>
  </p:cSld>
  <p:clrMapOvr>
    <a:masterClrMapping/>
  </p:clrMapOvr>
</p:sld>
</file>

<file path=ppt/slides/slide19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in a prison, you came to my cell;</a:t>
            </a:r>
          </a:p>
          <a:p>
            <a:r>
              <a:rPr lang="en-US" dirty="0"/>
              <a:t>When on a sick bed, you cared for my needs. 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886256"/>
      </p:ext>
    </p:extLst>
  </p:cSld>
  <p:clrMapOvr>
    <a:masterClrMapping/>
  </p:clrMapOvr>
</p:sld>
</file>

<file path=ppt/slides/slide19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 strange country, you made me at home;</a:t>
            </a:r>
          </a:p>
          <a:p>
            <a:r>
              <a:rPr lang="en-US" dirty="0"/>
              <a:t>Seeking employment, you found me a job. 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545878"/>
      </p:ext>
    </p:extLst>
  </p:cSld>
  <p:clrMapOvr>
    <a:masterClrMapping/>
  </p:clrMapOvr>
</p:sld>
</file>

<file path=ppt/slides/slide19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I was laughed at, you stood by my side; </a:t>
            </a:r>
          </a:p>
          <a:p>
            <a:r>
              <a:rPr lang="en-US" dirty="0"/>
              <a:t>When I was happy, you shared in my joy. </a:t>
            </a:r>
          </a:p>
          <a:p>
            <a:r>
              <a:rPr lang="en-US" dirty="0"/>
              <a:t>Now enter into the home of my Father.</a:t>
            </a:r>
          </a:p>
          <a:p>
            <a:r>
              <a:rPr lang="en-US" dirty="0"/>
              <a:t>Whatsoever you do to the least of my people,</a:t>
            </a:r>
          </a:p>
          <a:p>
            <a:r>
              <a:rPr lang="en-US" dirty="0"/>
              <a:t>That you do unto me.</a:t>
            </a:r>
          </a:p>
          <a:p>
            <a:r>
              <a:rPr lang="en-US" dirty="0"/>
              <a:t>Whatsoever you do to the least of my people, </a:t>
            </a:r>
          </a:p>
          <a:p>
            <a:r>
              <a:rPr lang="en-US" dirty="0"/>
              <a:t>That you do unto 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969023"/>
      </p:ext>
    </p:extLst>
  </p:cSld>
  <p:clrMapOvr>
    <a:masterClrMapping/>
  </p:clrMapOvr>
</p:sld>
</file>

<file path=ppt/slides/slide19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248" y="53519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452 - When I look at the sky which you have made,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849634"/>
            <a:ext cx="11753537" cy="4678487"/>
          </a:xfrm>
        </p:spPr>
        <p:txBody>
          <a:bodyPr/>
          <a:lstStyle/>
          <a:p>
            <a:r>
              <a:rPr lang="en-US" dirty="0"/>
              <a:t>When I look at the sky which you have made,</a:t>
            </a:r>
          </a:p>
          <a:p>
            <a:r>
              <a:rPr lang="en-US" dirty="0"/>
              <a:t>At the moon and the stars </a:t>
            </a:r>
          </a:p>
          <a:p>
            <a:r>
              <a:rPr lang="en-US" dirty="0"/>
              <a:t>which you set into place, </a:t>
            </a:r>
          </a:p>
          <a:p>
            <a:r>
              <a:rPr lang="en-US" dirty="0"/>
              <a:t>I wonder why you think of me, </a:t>
            </a:r>
          </a:p>
          <a:p>
            <a:r>
              <a:rPr lang="en-US" dirty="0"/>
              <a:t>I wonder why you care.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551287"/>
      </p:ext>
    </p:extLst>
  </p:cSld>
  <p:clrMapOvr>
    <a:masterClrMapping/>
  </p:clrMapOvr>
</p:sld>
</file>

<file path=ppt/slides/slide19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O Lord, your greatness is seen, </a:t>
            </a:r>
          </a:p>
          <a:p>
            <a:r>
              <a:rPr lang="en-US" dirty="0"/>
              <a:t>In all your beautiful world. [2]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475821"/>
      </p:ext>
    </p:extLst>
  </p:cSld>
  <p:clrMapOvr>
    <a:masterClrMapping/>
  </p:clrMapOvr>
</p:sld>
</file>

<file path=ppt/slides/slide19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6" y="1097280"/>
            <a:ext cx="12165494" cy="5548069"/>
          </a:xfrm>
        </p:spPr>
        <p:txBody>
          <a:bodyPr>
            <a:normAutofit/>
          </a:bodyPr>
          <a:lstStyle/>
          <a:p>
            <a:r>
              <a:rPr lang="en-US" dirty="0"/>
              <a:t>When I look at the world </a:t>
            </a:r>
          </a:p>
          <a:p>
            <a:r>
              <a:rPr lang="en-US" dirty="0"/>
              <a:t>which you have made</a:t>
            </a:r>
          </a:p>
          <a:p>
            <a:r>
              <a:rPr lang="en-US" dirty="0"/>
              <a:t>At the creatures on land and the fish in the sea,</a:t>
            </a:r>
          </a:p>
          <a:p>
            <a:r>
              <a:rPr lang="en-US" dirty="0"/>
              <a:t>When I know that you care for the smallest bird, </a:t>
            </a:r>
          </a:p>
          <a:p>
            <a:r>
              <a:rPr lang="en-US" dirty="0"/>
              <a:t>I know that you love me.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738750"/>
      </p:ext>
    </p:extLst>
  </p:cSld>
  <p:clrMapOvr>
    <a:masterClrMapping/>
  </p:clrMapOvr>
</p:sld>
</file>

<file path=ppt/slides/slide19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5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453 - When I look into your holiness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look into your holiness</a:t>
            </a:r>
          </a:p>
          <a:p>
            <a:r>
              <a:rPr lang="en-US" dirty="0"/>
              <a:t>When I gaze into your loveliness </a:t>
            </a:r>
          </a:p>
          <a:p>
            <a:r>
              <a:rPr lang="en-US" dirty="0"/>
              <a:t>When all things that surround </a:t>
            </a:r>
          </a:p>
          <a:p>
            <a:r>
              <a:rPr lang="en-US" dirty="0"/>
              <a:t>Become shadows in the light of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360524"/>
      </p:ext>
    </p:extLst>
  </p:cSld>
  <p:clrMapOvr>
    <a:masterClrMapping/>
  </p:clrMapOvr>
</p:sld>
</file>

<file path=ppt/slides/slide19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worship You, I worship You</a:t>
            </a:r>
          </a:p>
          <a:p>
            <a:r>
              <a:rPr lang="en-US" dirty="0"/>
              <a:t>The reason I live is to worship You</a:t>
            </a:r>
          </a:p>
          <a:p>
            <a:r>
              <a:rPr lang="en-US" dirty="0"/>
              <a:t>I worship You, I worship You</a:t>
            </a:r>
          </a:p>
          <a:p>
            <a:r>
              <a:rPr lang="en-US" dirty="0"/>
              <a:t>The reason I live is to worship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725565"/>
      </p:ext>
    </p:extLst>
  </p:cSld>
  <p:clrMapOvr>
    <a:masterClrMapping/>
  </p:clrMapOvr>
</p:sld>
</file>

<file path=ppt/slides/slide19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I’ve found the joy </a:t>
            </a:r>
          </a:p>
          <a:p>
            <a:r>
              <a:rPr lang="en-US" dirty="0"/>
              <a:t>of reaching your heart </a:t>
            </a:r>
          </a:p>
          <a:p>
            <a:r>
              <a:rPr lang="en-US" dirty="0"/>
              <a:t>When my will becomes enthralled in your love </a:t>
            </a:r>
          </a:p>
          <a:p>
            <a:r>
              <a:rPr lang="en-US" dirty="0"/>
              <a:t>When all things that surround</a:t>
            </a:r>
          </a:p>
          <a:p>
            <a:r>
              <a:rPr lang="en-US" dirty="0"/>
              <a:t>Become shadows in the light of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24781"/>
      </p:ext>
    </p:extLst>
  </p:cSld>
  <p:clrMapOvr>
    <a:masterClrMapping/>
  </p:clrMapOvr>
</p:sld>
</file>

<file path=ppt/slides/slide19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worship You, I worship You</a:t>
            </a:r>
          </a:p>
          <a:p>
            <a:r>
              <a:rPr lang="en-US" dirty="0"/>
              <a:t>The reason I live is to worship You</a:t>
            </a:r>
          </a:p>
          <a:p>
            <a:r>
              <a:rPr lang="en-US" dirty="0"/>
              <a:t>I worship You, I worship You</a:t>
            </a:r>
          </a:p>
          <a:p>
            <a:r>
              <a:rPr lang="en-US" dirty="0"/>
              <a:t>The reason I live is to worship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736880"/>
      </p:ext>
    </p:extLst>
  </p:cSld>
  <p:clrMapOvr>
    <a:masterClrMapping/>
  </p:clrMapOvr>
</p:sld>
</file>

<file path=ppt/slides/slide19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4" y="326850"/>
            <a:ext cx="10678608" cy="561202"/>
          </a:xfrm>
        </p:spPr>
        <p:txBody>
          <a:bodyPr>
            <a:noAutofit/>
          </a:bodyPr>
          <a:lstStyle/>
          <a:p>
            <a:r>
              <a:rPr lang="en-US" sz="4400" dirty="0"/>
              <a:t>454 - When I was hungry you gave me to eat,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was hungry you gave me to eat,</a:t>
            </a:r>
          </a:p>
          <a:p>
            <a:r>
              <a:rPr lang="en-US" dirty="0"/>
              <a:t>When I was thirsty you gave me to drink,</a:t>
            </a:r>
          </a:p>
          <a:p>
            <a:r>
              <a:rPr lang="en-US" dirty="0"/>
              <a:t>When I was weary you helped me find rest;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621017"/>
      </p:ext>
    </p:extLst>
  </p:cSld>
  <p:clrMapOvr>
    <a:masterClrMapping/>
  </p:clrMapOvr>
</p:sld>
</file>

<file path=ppt/slides/slide19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to my kingdom of love,</a:t>
            </a:r>
          </a:p>
          <a:p>
            <a:r>
              <a:rPr lang="en-US" dirty="0"/>
              <a:t>Come to my kingdom of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6114288"/>
      </p:ext>
    </p:extLst>
  </p:cSld>
  <p:clrMapOvr>
    <a:masterClrMapping/>
  </p:clrMapOvr>
</p:sld>
</file>

<file path=ppt/slides/slide19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was homeless you opened your door, </a:t>
            </a:r>
          </a:p>
          <a:p>
            <a:r>
              <a:rPr lang="en-US" dirty="0"/>
              <a:t>When I was naked you gave me your coat. </a:t>
            </a:r>
          </a:p>
          <a:p>
            <a:r>
              <a:rPr lang="en-US" dirty="0"/>
              <a:t>When on a sick bed you cared for my needs.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208009"/>
      </p:ext>
    </p:extLst>
  </p:cSld>
  <p:clrMapOvr>
    <a:masterClrMapping/>
  </p:clrMapOvr>
</p:sld>
</file>

<file path=ppt/slides/slide19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was laughed at you stood by my side;</a:t>
            </a:r>
          </a:p>
          <a:p>
            <a:r>
              <a:rPr lang="en-US" dirty="0"/>
              <a:t>When I was happy, you shared in my joy. </a:t>
            </a:r>
          </a:p>
          <a:p>
            <a:r>
              <a:rPr lang="en-US" dirty="0"/>
              <a:t>When I was worried you helped me find peace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275129"/>
      </p:ext>
    </p:extLst>
  </p:cSld>
  <p:clrMapOvr>
    <a:masterClrMapping/>
  </p:clrMapOvr>
</p:sld>
</file>

<file path=ppt/slides/slide19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55" y="1097280"/>
            <a:ext cx="11988285" cy="5548069"/>
          </a:xfrm>
        </p:spPr>
        <p:txBody>
          <a:bodyPr/>
          <a:lstStyle/>
          <a:p>
            <a:r>
              <a:rPr lang="en-US" dirty="0"/>
              <a:t>When I was fettered you came to my cell,</a:t>
            </a:r>
          </a:p>
          <a:p>
            <a:r>
              <a:rPr lang="en-US" dirty="0"/>
              <a:t>Hurt in a battle, you bound up my wounds,</a:t>
            </a:r>
          </a:p>
          <a:p>
            <a:r>
              <a:rPr lang="en-US" dirty="0"/>
              <a:t>Searching for kindness, you held out your hand: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879223"/>
      </p:ext>
    </p:extLst>
  </p:cSld>
  <p:clrMapOvr>
    <a:masterClrMapping/>
  </p:clrMapOvr>
</p:sld>
</file>

<file path=ppt/slides/slide19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was little you taught me to read,</a:t>
            </a:r>
          </a:p>
          <a:p>
            <a:r>
              <a:rPr lang="en-US" dirty="0"/>
              <a:t>When I was lonely you gave me your love,</a:t>
            </a:r>
          </a:p>
          <a:p>
            <a:r>
              <a:rPr lang="en-US" dirty="0"/>
              <a:t>When I was aged you brought me your smiles: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767471"/>
      </p:ext>
    </p:extLst>
  </p:cSld>
  <p:clrMapOvr>
    <a:masterClrMapping/>
  </p:clrMapOvr>
</p:sld>
</file>

<file path=ppt/slides/slide19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455 - When the kindness of our God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kindness of our God</a:t>
            </a:r>
          </a:p>
          <a:p>
            <a:r>
              <a:rPr lang="en-US" dirty="0"/>
              <a:t>Was revealed in Jesus,</a:t>
            </a:r>
          </a:p>
          <a:p>
            <a:r>
              <a:rPr lang="en-US" dirty="0"/>
              <a:t>With compassion and with love were we born. </a:t>
            </a:r>
          </a:p>
          <a:p>
            <a:r>
              <a:rPr lang="en-US" dirty="0"/>
              <a:t>In the spirit of that love, </a:t>
            </a:r>
          </a:p>
          <a:p>
            <a:r>
              <a:rPr lang="en-US" dirty="0"/>
              <a:t>Life abounds with thankfulness, </a:t>
            </a:r>
          </a:p>
          <a:p>
            <a:r>
              <a:rPr lang="en-US" dirty="0"/>
              <a:t>For the gift we know in Jesus the Christ.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808994"/>
      </p:ext>
    </p:extLst>
  </p:cSld>
  <p:clrMapOvr>
    <a:masterClrMapping/>
  </p:clrMapOvr>
</p:sld>
</file>

<file path=ppt/slides/slide19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the grace of God be ever in our life,</a:t>
            </a:r>
          </a:p>
          <a:p>
            <a:r>
              <a:rPr lang="en-US" dirty="0"/>
              <a:t>With a song may gratitude become our home, </a:t>
            </a:r>
          </a:p>
          <a:p>
            <a:r>
              <a:rPr lang="en-US" dirty="0"/>
              <a:t>Alleluia, alleluia, alleluia,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953161"/>
      </p:ext>
    </p:extLst>
  </p:cSld>
  <p:clrMapOvr>
    <a:masterClrMapping/>
  </p:clrMapOvr>
</p:sld>
</file>

<file path=ppt/slides/slide19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the gentleness of peace, </a:t>
            </a:r>
          </a:p>
          <a:p>
            <a:r>
              <a:rPr lang="en-US" dirty="0"/>
              <a:t>Born in love of God as friend</a:t>
            </a:r>
          </a:p>
          <a:p>
            <a:r>
              <a:rPr lang="en-US" dirty="0"/>
              <a:t>So much healing &amp; forgiveness shall we know. </a:t>
            </a:r>
          </a:p>
          <a:p>
            <a:r>
              <a:rPr lang="en-US" dirty="0"/>
              <a:t>And with peace is sure to come</a:t>
            </a:r>
          </a:p>
          <a:p>
            <a:r>
              <a:rPr lang="en-US" dirty="0"/>
              <a:t>Such a deep abiding joy </a:t>
            </a:r>
          </a:p>
          <a:p>
            <a:r>
              <a:rPr lang="en-US" dirty="0"/>
              <a:t>Which the many deaths of life cannot dispel.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405197"/>
      </p:ext>
    </p:extLst>
  </p:cSld>
  <p:clrMapOvr>
    <a:masterClrMapping/>
  </p:clrMapOvr>
</p:sld>
</file>

<file path=ppt/slides/slide19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diverse and sundry ways </a:t>
            </a:r>
          </a:p>
          <a:p>
            <a:r>
              <a:rPr lang="en-US" dirty="0"/>
              <a:t>Of the past did God reveal</a:t>
            </a:r>
          </a:p>
          <a:p>
            <a:r>
              <a:rPr lang="en-US" dirty="0"/>
              <a:t>Something of the love in which life can thrive. </a:t>
            </a:r>
          </a:p>
          <a:p>
            <a:r>
              <a:rPr lang="en-US" dirty="0"/>
              <a:t>But in Jesus did this love </a:t>
            </a:r>
          </a:p>
          <a:p>
            <a:r>
              <a:rPr lang="en-US" dirty="0"/>
              <a:t>Come to fullness for all time. </a:t>
            </a:r>
          </a:p>
          <a:p>
            <a:r>
              <a:rPr lang="en-US" dirty="0"/>
              <a:t>And in him we are alive with spirit joy.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234394"/>
      </p:ext>
    </p:extLst>
  </p:cSld>
  <p:clrMapOvr>
    <a:masterClrMapping/>
  </p:clrMapOvr>
</p:sld>
</file>

<file path=ppt/slides/slide1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28" y="326846"/>
            <a:ext cx="10705619" cy="561202"/>
          </a:xfrm>
        </p:spPr>
        <p:txBody>
          <a:bodyPr>
            <a:noAutofit/>
          </a:bodyPr>
          <a:lstStyle/>
          <a:p>
            <a:r>
              <a:rPr lang="en-US" sz="4400" dirty="0"/>
              <a:t>456 - When the sun has set &amp; the night is on,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30" y="1085705"/>
            <a:ext cx="11988285" cy="5548069"/>
          </a:xfrm>
        </p:spPr>
        <p:txBody>
          <a:bodyPr/>
          <a:lstStyle/>
          <a:p>
            <a:r>
              <a:rPr lang="en-US" dirty="0"/>
              <a:t>When the sun has set and the night is on,</a:t>
            </a:r>
          </a:p>
          <a:p>
            <a:r>
              <a:rPr lang="en-US" dirty="0"/>
              <a:t>When the darkness falls and the light has gone, </a:t>
            </a:r>
          </a:p>
          <a:p>
            <a:r>
              <a:rPr lang="en-US" dirty="0"/>
              <a:t>You be my light, O Lord, and lead me on. </a:t>
            </a:r>
          </a:p>
          <a:p>
            <a:r>
              <a:rPr lang="en-US" dirty="0"/>
              <a:t>You be my light, O Lord, and lead me 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1999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704154"/>
      </p:ext>
    </p:extLst>
  </p:cSld>
  <p:clrMapOvr>
    <a:masterClrMapping/>
  </p:clrMapOvr>
</p:sld>
</file>

<file path=ppt/slides/slide20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I’m growing weak </a:t>
            </a:r>
          </a:p>
          <a:p>
            <a:r>
              <a:rPr lang="en-US" dirty="0"/>
              <a:t>and my steps are slow </a:t>
            </a:r>
          </a:p>
          <a:p>
            <a:r>
              <a:rPr lang="en-US" dirty="0"/>
              <a:t>When the hopes are bleak </a:t>
            </a:r>
          </a:p>
          <a:p>
            <a:r>
              <a:rPr lang="en-US" dirty="0"/>
              <a:t>and I’ve strength no more, </a:t>
            </a:r>
          </a:p>
          <a:p>
            <a:r>
              <a:rPr lang="en-US" dirty="0"/>
              <a:t>You be my strength, O Lord, and lead me on.</a:t>
            </a:r>
          </a:p>
          <a:p>
            <a:r>
              <a:rPr lang="en-US" dirty="0"/>
              <a:t>You be my strength, O Lord, and lead me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548066"/>
      </p:ext>
    </p:extLst>
  </p:cSld>
  <p:clrMapOvr>
    <a:masterClrMapping/>
  </p:clrMapOvr>
</p:sld>
</file>

<file path=ppt/slides/slide2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my eyes grow dim and I cannot see</a:t>
            </a:r>
          </a:p>
          <a:p>
            <a:r>
              <a:rPr lang="en-US" dirty="0"/>
              <a:t>When a chance is slim of a friend for me,</a:t>
            </a:r>
          </a:p>
          <a:p>
            <a:r>
              <a:rPr lang="en-US" dirty="0"/>
              <a:t>You be my friend, O Lord, and lead me on.</a:t>
            </a:r>
          </a:p>
          <a:p>
            <a:r>
              <a:rPr lang="en-US" dirty="0"/>
              <a:t>You be my friend, O Lord, and lead me on.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134816"/>
      </p:ext>
    </p:extLst>
  </p:cSld>
  <p:clrMapOvr>
    <a:masterClrMapping/>
  </p:clrMapOvr>
</p:sld>
</file>

<file path=ppt/slides/slide2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 cannot talk and there’s no one here </a:t>
            </a:r>
          </a:p>
          <a:p>
            <a:r>
              <a:rPr lang="en-US" dirty="0"/>
              <a:t>And I cannot walk though the end is near, </a:t>
            </a:r>
          </a:p>
          <a:p>
            <a:r>
              <a:rPr lang="en-US" dirty="0"/>
              <a:t>You be my rest, O Lord, and lead me on.</a:t>
            </a:r>
          </a:p>
          <a:p>
            <a:r>
              <a:rPr lang="en-US" dirty="0"/>
              <a:t>You be my rest, O Lord, and lead me on.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2281501"/>
      </p:ext>
    </p:extLst>
  </p:cSld>
  <p:clrMapOvr>
    <a:masterClrMapping/>
  </p:clrMapOvr>
</p:sld>
</file>

<file path=ppt/slides/slide2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75" y="5236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457 - Where love and charity are found, God there abides.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06568"/>
            <a:ext cx="11753537" cy="4991004"/>
          </a:xfrm>
        </p:spPr>
        <p:txBody>
          <a:bodyPr/>
          <a:lstStyle/>
          <a:p>
            <a:r>
              <a:rPr lang="en-US" dirty="0"/>
              <a:t>The love of Christ has gathered us together, </a:t>
            </a:r>
          </a:p>
          <a:p>
            <a:r>
              <a:rPr lang="en-US" dirty="0"/>
              <a:t>Let us rejoice to be united in the Lord, </a:t>
            </a:r>
          </a:p>
          <a:p>
            <a:r>
              <a:rPr lang="en-US" dirty="0"/>
              <a:t>Let us revere, let us love the living God. </a:t>
            </a:r>
          </a:p>
          <a:p>
            <a:r>
              <a:rPr lang="en-US" dirty="0"/>
              <a:t>With hearts sincere, let us love one another.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980031"/>
      </p:ext>
    </p:extLst>
  </p:cSld>
  <p:clrMapOvr>
    <a:masterClrMapping/>
  </p:clrMapOvr>
</p:sld>
</file>

<file path=ppt/slides/slide2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since we live in unity together,</a:t>
            </a:r>
          </a:p>
          <a:p>
            <a:r>
              <a:rPr lang="en-US" dirty="0"/>
              <a:t>Let us take heed that we be not divided,</a:t>
            </a:r>
          </a:p>
          <a:p>
            <a:r>
              <a:rPr lang="en-US" dirty="0"/>
              <a:t>Let our disputes, </a:t>
            </a:r>
          </a:p>
          <a:p>
            <a:r>
              <a:rPr lang="en-US" dirty="0"/>
              <a:t>our quarrels and contentions cease. </a:t>
            </a:r>
          </a:p>
          <a:p>
            <a:r>
              <a:rPr lang="en-US" dirty="0"/>
              <a:t>And so let Jesus, our Lord, in our midst abide.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353933"/>
      </p:ext>
    </p:extLst>
  </p:cSld>
  <p:clrMapOvr>
    <a:masterClrMapping/>
  </p:clrMapOvr>
</p:sld>
</file>

<file path=ppt/slides/slide2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6" y="1097280"/>
            <a:ext cx="12165494" cy="5548069"/>
          </a:xfrm>
        </p:spPr>
        <p:txBody>
          <a:bodyPr/>
          <a:lstStyle/>
          <a:p>
            <a:r>
              <a:rPr lang="en-US" dirty="0"/>
              <a:t>And let us also with your Saints, </a:t>
            </a:r>
          </a:p>
          <a:p>
            <a:r>
              <a:rPr lang="en-US" dirty="0"/>
              <a:t>O Christ our Lord,</a:t>
            </a:r>
          </a:p>
          <a:p>
            <a:r>
              <a:rPr lang="en-US" dirty="0"/>
              <a:t>Behold your face in the glory of heaven,</a:t>
            </a:r>
          </a:p>
          <a:p>
            <a:r>
              <a:rPr lang="en-US" dirty="0"/>
              <a:t>Where you, yourself will be our happiness &amp; joy,</a:t>
            </a:r>
          </a:p>
          <a:p>
            <a:r>
              <a:rPr lang="en-US" dirty="0"/>
              <a:t>Forever more through all ages to come,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286840"/>
      </p:ext>
    </p:extLst>
  </p:cSld>
  <p:clrMapOvr>
    <a:masterClrMapping/>
  </p:clrMapOvr>
</p:sld>
</file>

<file path=ppt/slides/slide2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47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458 - Where two or three are gathered in my name,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838057"/>
            <a:ext cx="11753537" cy="4412269"/>
          </a:xfrm>
        </p:spPr>
        <p:txBody>
          <a:bodyPr/>
          <a:lstStyle/>
          <a:p>
            <a:r>
              <a:rPr lang="en-US" dirty="0"/>
              <a:t>Where two or three are gathered in my name,</a:t>
            </a:r>
          </a:p>
          <a:p>
            <a:r>
              <a:rPr lang="en-US" dirty="0"/>
              <a:t>There am l, there am l.</a:t>
            </a:r>
          </a:p>
          <a:p>
            <a:r>
              <a:rPr lang="en-US" dirty="0"/>
              <a:t>Where two or three are gathered in my name, </a:t>
            </a:r>
          </a:p>
          <a:p>
            <a:r>
              <a:rPr lang="en-US" dirty="0"/>
              <a:t>There am I in their midst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775264"/>
      </p:ext>
    </p:extLst>
  </p:cSld>
  <p:clrMapOvr>
    <a:masterClrMapping/>
  </p:clrMapOvr>
</p:sld>
</file>

<file path=ppt/slides/slide2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Church we belong to Christ’s Body,  </a:t>
            </a:r>
          </a:p>
          <a:p>
            <a:r>
              <a:rPr lang="en-US" dirty="0"/>
              <a:t>We’re a kingdom of love and charity, </a:t>
            </a:r>
          </a:p>
          <a:p>
            <a:r>
              <a:rPr lang="en-US" dirty="0"/>
              <a:t>We’re a city, a light to the nations, </a:t>
            </a:r>
          </a:p>
          <a:p>
            <a:r>
              <a:rPr lang="en-US" dirty="0"/>
              <a:t>Yes, the people of promise are we!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142740"/>
      </p:ext>
    </p:extLst>
  </p:cSld>
  <p:clrMapOvr>
    <a:masterClrMapping/>
  </p:clrMapOvr>
</p:sld>
</file>

<file path=ppt/slides/slide20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Body we grow strong together </a:t>
            </a:r>
          </a:p>
          <a:p>
            <a:r>
              <a:rPr lang="en-US" dirty="0"/>
              <a:t>When we focus our hearts on others’ needs. </a:t>
            </a:r>
          </a:p>
          <a:p>
            <a:r>
              <a:rPr lang="en-US" dirty="0"/>
              <a:t>When we hold up the banner for justice, </a:t>
            </a:r>
          </a:p>
          <a:p>
            <a:r>
              <a:rPr lang="en-US" dirty="0"/>
              <a:t>When we love not by words but deeds.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61274"/>
      </p:ext>
    </p:extLst>
  </p:cSld>
  <p:clrMapOvr>
    <a:masterClrMapping/>
  </p:clrMapOvr>
</p:sld>
</file>

<file path=ppt/slides/slide20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people we’re rooted in Jesus.</a:t>
            </a:r>
          </a:p>
          <a:p>
            <a:r>
              <a:rPr lang="en-US" dirty="0"/>
              <a:t>As a nation, united we stand!</a:t>
            </a:r>
          </a:p>
          <a:p>
            <a:r>
              <a:rPr lang="en-US" dirty="0"/>
              <a:t>But it’s only through grace we are worthy</a:t>
            </a:r>
          </a:p>
          <a:p>
            <a:r>
              <a:rPr lang="en-US" dirty="0"/>
              <a:t>To inherit and enter our land.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697412"/>
      </p:ext>
    </p:extLst>
  </p:cSld>
  <p:clrMapOvr>
    <a:masterClrMapping/>
  </p:clrMapOvr>
</p:sld>
</file>

<file path=ppt/slides/slide20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71" y="5236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459 - Wherever two or three are gathered in my name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52861"/>
            <a:ext cx="11753537" cy="4736361"/>
          </a:xfrm>
        </p:spPr>
        <p:txBody>
          <a:bodyPr/>
          <a:lstStyle/>
          <a:p>
            <a:r>
              <a:rPr lang="en-US" dirty="0"/>
              <a:t>Wherever two or three </a:t>
            </a:r>
          </a:p>
          <a:p>
            <a:r>
              <a:rPr lang="en-US" dirty="0"/>
              <a:t>are gathered in my name.</a:t>
            </a:r>
          </a:p>
          <a:p>
            <a:r>
              <a:rPr lang="en-US" dirty="0"/>
              <a:t>I will be with you, the Lord proclaimed.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503865"/>
      </p:ext>
    </p:extLst>
  </p:cSld>
  <p:clrMapOvr>
    <a:masterClrMapping/>
  </p:clrMapOvr>
</p:sld>
</file>

<file path=ppt/slides/slide20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Come, brothers, come, sisters,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gather round the Lord,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Come, brothers, come, sisters,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hear his holy Word.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he will bring us happiness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he will bring us peace,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His goodness is eternal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his wonders never cease.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548970"/>
      </p:ext>
    </p:extLst>
  </p:cSld>
  <p:clrMapOvr>
    <a:masterClrMapping/>
  </p:clrMapOvr>
</p:sld>
</file>

<file path=ppt/slides/slide20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two or three </a:t>
            </a:r>
          </a:p>
          <a:p>
            <a:r>
              <a:rPr lang="en-US" dirty="0"/>
              <a:t>are gathered in my name.</a:t>
            </a:r>
          </a:p>
          <a:p>
            <a:r>
              <a:rPr lang="en-US" dirty="0"/>
              <a:t>I will be with you, the Lord proclaimed.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485982"/>
      </p:ext>
    </p:extLst>
  </p:cSld>
  <p:clrMapOvr>
    <a:masterClrMapping/>
  </p:clrMapOvr>
</p:sld>
</file>

<file path=ppt/slides/slide2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Come, brothers, come, sisters, </a:t>
            </a:r>
          </a:p>
          <a:p>
            <a:r>
              <a:rPr lang="en-US" dirty="0"/>
              <a:t>come without delay, </a:t>
            </a:r>
          </a:p>
          <a:p>
            <a:r>
              <a:rPr lang="en-US" dirty="0"/>
              <a:t>Jesus, our </a:t>
            </a:r>
            <a:r>
              <a:rPr lang="en-US" dirty="0" err="1"/>
              <a:t>Saviour</a:t>
            </a:r>
            <a:r>
              <a:rPr lang="en-US" dirty="0"/>
              <a:t>, is here with us today. </a:t>
            </a:r>
          </a:p>
          <a:p>
            <a:r>
              <a:rPr lang="en-US" dirty="0"/>
              <a:t>He said: “Where you are gathered, </a:t>
            </a:r>
          </a:p>
          <a:p>
            <a:r>
              <a:rPr lang="en-US" dirty="0"/>
              <a:t>I will be there with you.” </a:t>
            </a:r>
          </a:p>
          <a:p>
            <a:r>
              <a:rPr lang="en-US" dirty="0"/>
              <a:t>This promise he has given and his word is always true.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148872"/>
      </p:ext>
    </p:extLst>
  </p:cSld>
  <p:clrMapOvr>
    <a:masterClrMapping/>
  </p:clrMapOvr>
</p:sld>
</file>

<file path=ppt/slides/slide20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two or three </a:t>
            </a:r>
          </a:p>
          <a:p>
            <a:r>
              <a:rPr lang="en-US" dirty="0"/>
              <a:t>are gathered in my name.</a:t>
            </a:r>
          </a:p>
          <a:p>
            <a:r>
              <a:rPr lang="en-US" dirty="0"/>
              <a:t>I will be with you, the Lord proclaimed.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470507"/>
      </p:ext>
    </p:extLst>
  </p:cSld>
  <p:clrMapOvr>
    <a:masterClrMapping/>
  </p:clrMapOvr>
</p:sld>
</file>

<file path=ppt/slides/slide20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Come, brothers, come, sisters, </a:t>
            </a:r>
          </a:p>
          <a:p>
            <a:r>
              <a:rPr lang="en-US" dirty="0"/>
              <a:t>gather here to pray,</a:t>
            </a:r>
          </a:p>
          <a:p>
            <a:r>
              <a:rPr lang="en-US" dirty="0"/>
              <a:t>Sing to the Lord, he is here with us to stay.</a:t>
            </a:r>
          </a:p>
          <a:p>
            <a:r>
              <a:rPr lang="en-US" dirty="0"/>
              <a:t>So lift your hearts to Jesus </a:t>
            </a:r>
          </a:p>
          <a:p>
            <a:r>
              <a:rPr lang="en-US" dirty="0"/>
              <a:t>and he will always hear.</a:t>
            </a:r>
          </a:p>
          <a:p>
            <a:r>
              <a:rPr lang="en-US" dirty="0"/>
              <a:t>Your words are not important, for their meaning will be clear.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401931"/>
      </p:ext>
    </p:extLst>
  </p:cSld>
  <p:clrMapOvr>
    <a:masterClrMapping/>
  </p:clrMapOvr>
</p:sld>
</file>

<file path=ppt/slides/slide20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two or three </a:t>
            </a:r>
          </a:p>
          <a:p>
            <a:r>
              <a:rPr lang="en-US" dirty="0"/>
              <a:t>are gathered in my name.</a:t>
            </a:r>
          </a:p>
          <a:p>
            <a:r>
              <a:rPr lang="en-US" dirty="0"/>
              <a:t>I will be with you, the Lord proclaimed.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435741"/>
      </p:ext>
    </p:extLst>
  </p:cSld>
  <p:clrMapOvr>
    <a:masterClrMapping/>
  </p:clrMapOvr>
</p:sld>
</file>

<file path=ppt/slides/slide20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0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460 - Wherever you go, I shall go,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you go, I shall go,</a:t>
            </a:r>
          </a:p>
          <a:p>
            <a:r>
              <a:rPr lang="en-US" dirty="0"/>
              <a:t>Wherever you live , so shall I live.</a:t>
            </a:r>
          </a:p>
          <a:p>
            <a:r>
              <a:rPr lang="en-US" dirty="0"/>
              <a:t>Your people will be my people, </a:t>
            </a:r>
          </a:p>
          <a:p>
            <a:r>
              <a:rPr lang="en-US" dirty="0"/>
              <a:t>And your God, will be my God too.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658228"/>
      </p:ext>
    </p:extLst>
  </p:cSld>
  <p:clrMapOvr>
    <a:masterClrMapping/>
  </p:clrMapOvr>
</p:sld>
</file>

<file path=ppt/slides/slide20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Wherever you die, I shall die, </a:t>
            </a:r>
          </a:p>
          <a:p>
            <a:r>
              <a:rPr lang="en-US" dirty="0"/>
              <a:t>And there shall I be buried, beside you, </a:t>
            </a:r>
          </a:p>
          <a:p>
            <a:r>
              <a:rPr lang="en-US" dirty="0"/>
              <a:t>We will be together, forever, </a:t>
            </a:r>
          </a:p>
          <a:p>
            <a:r>
              <a:rPr lang="en-US" dirty="0"/>
              <a:t>And our love will be the gift of our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491391"/>
      </p:ext>
    </p:extLst>
  </p:cSld>
  <p:clrMapOvr>
    <a:masterClrMapping/>
  </p:clrMapOvr>
</p:sld>
</file>

<file path=ppt/slides/slide20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99" y="512044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461 - While shepherds watched their flocks by night,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20" y="1652864"/>
            <a:ext cx="11794872" cy="4284948"/>
          </a:xfrm>
        </p:spPr>
        <p:txBody>
          <a:bodyPr/>
          <a:lstStyle/>
          <a:p>
            <a:r>
              <a:rPr lang="en-US" dirty="0"/>
              <a:t>While shepherds watched their flocks by night,</a:t>
            </a:r>
          </a:p>
          <a:p>
            <a:r>
              <a:rPr lang="en-US" dirty="0"/>
              <a:t>All seated on the ground, </a:t>
            </a:r>
          </a:p>
          <a:p>
            <a:r>
              <a:rPr lang="en-US" dirty="0"/>
              <a:t>The angel of the Lord came down </a:t>
            </a:r>
          </a:p>
          <a:p>
            <a:r>
              <a:rPr lang="en-US" dirty="0"/>
              <a:t>And glory shone around.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684053"/>
      </p:ext>
    </p:extLst>
  </p:cSld>
  <p:clrMapOvr>
    <a:masterClrMapping/>
  </p:clrMapOvr>
</p:sld>
</file>

<file path=ppt/slides/slide20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“Fear not,” said he, for mighty dread </a:t>
            </a:r>
          </a:p>
          <a:p>
            <a:r>
              <a:rPr lang="en-US" dirty="0"/>
              <a:t>Had seized their troubled mind:</a:t>
            </a:r>
          </a:p>
          <a:p>
            <a:r>
              <a:rPr lang="en-US" dirty="0"/>
              <a:t>“Glad tidings of great joy I bring</a:t>
            </a:r>
          </a:p>
          <a:p>
            <a:r>
              <a:rPr lang="en-US" dirty="0"/>
              <a:t>To you and humankind.”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97786"/>
      </p:ext>
    </p:extLst>
  </p:cSld>
  <p:clrMapOvr>
    <a:masterClrMapping/>
  </p:clrMapOvr>
</p:sld>
</file>

<file path=ppt/slides/slide20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“To you in David’s town this day </a:t>
            </a:r>
          </a:p>
          <a:p>
            <a:r>
              <a:rPr lang="en-US" dirty="0"/>
              <a:t>Is born of David’s line</a:t>
            </a:r>
          </a:p>
          <a:p>
            <a:r>
              <a:rPr lang="en-US" dirty="0"/>
              <a:t>A </a:t>
            </a:r>
            <a:r>
              <a:rPr lang="en-US" dirty="0" err="1"/>
              <a:t>Saviour</a:t>
            </a:r>
            <a:r>
              <a:rPr lang="en-US" dirty="0"/>
              <a:t>, Who is Christ the Lord; </a:t>
            </a:r>
          </a:p>
          <a:p>
            <a:r>
              <a:rPr lang="en-US" dirty="0"/>
              <a:t>And this shall be the sign: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721680"/>
      </p:ext>
    </p:extLst>
  </p:cSld>
  <p:clrMapOvr>
    <a:masterClrMapping/>
  </p:clrMapOvr>
</p:sld>
</file>

<file path=ppt/slides/slide20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heavenly Babe you there shall find </a:t>
            </a:r>
          </a:p>
          <a:p>
            <a:r>
              <a:rPr lang="en-US" dirty="0"/>
              <a:t>To human view displayed,</a:t>
            </a:r>
          </a:p>
          <a:p>
            <a:r>
              <a:rPr lang="en-US" dirty="0"/>
              <a:t>All meanly wrapped in swaddling bands, </a:t>
            </a:r>
          </a:p>
          <a:p>
            <a:r>
              <a:rPr lang="en-US" dirty="0"/>
              <a:t>And in a manger laid”.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125607"/>
      </p:ext>
    </p:extLst>
  </p:cSld>
  <p:clrMapOvr>
    <a:masterClrMapping/>
  </p:clrMapOvr>
</p:sld>
</file>

<file path=ppt/slides/slide20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 spoke the Seraph; and forthwith </a:t>
            </a:r>
          </a:p>
          <a:p>
            <a:r>
              <a:rPr lang="en-US" dirty="0"/>
              <a:t>Appeared a shining throng</a:t>
            </a:r>
          </a:p>
          <a:p>
            <a:r>
              <a:rPr lang="en-US" dirty="0"/>
              <a:t>Of angels praising God, Who thus </a:t>
            </a:r>
          </a:p>
          <a:p>
            <a:r>
              <a:rPr lang="en-US" dirty="0"/>
              <a:t>Addressed their joyful song: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613467"/>
      </p:ext>
    </p:extLst>
  </p:cSld>
  <p:clrMapOvr>
    <a:masterClrMapping/>
  </p:clrMapOvr>
</p:sld>
</file>

<file path=ppt/slides/slide20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“All glory be to God on high, </a:t>
            </a:r>
          </a:p>
          <a:p>
            <a:r>
              <a:rPr lang="en-US" dirty="0"/>
              <a:t>And on the earth be peace,</a:t>
            </a:r>
          </a:p>
          <a:p>
            <a:r>
              <a:rPr lang="en-US" dirty="0"/>
              <a:t>Goodwill henceforth from heaven to all </a:t>
            </a:r>
          </a:p>
          <a:p>
            <a:r>
              <a:rPr lang="en-US" dirty="0"/>
              <a:t>Begin and never cease!”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304776"/>
      </p:ext>
    </p:extLst>
  </p:cSld>
  <p:clrMapOvr>
    <a:masterClrMapping/>
  </p:clrMapOvr>
</p:sld>
</file>

<file path=ppt/slides/slide20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100" y="51204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462 - Who shall separate us from the love of Christ?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22315"/>
            <a:ext cx="11753537" cy="4539591"/>
          </a:xfrm>
        </p:spPr>
        <p:txBody>
          <a:bodyPr/>
          <a:lstStyle/>
          <a:p>
            <a:r>
              <a:rPr lang="en-US" dirty="0"/>
              <a:t>Who shall separate us from the love of Christ?</a:t>
            </a:r>
          </a:p>
          <a:p>
            <a:r>
              <a:rPr lang="en-US" dirty="0"/>
              <a:t>Who shall separate us from the love of Christ?</a:t>
            </a:r>
          </a:p>
          <a:p>
            <a:endParaRPr lang="en-IN" dirty="0"/>
          </a:p>
          <a:p>
            <a:r>
              <a:rPr lang="en-US" dirty="0"/>
              <a:t>For in the manger of a cattle stall, </a:t>
            </a:r>
          </a:p>
          <a:p>
            <a:r>
              <a:rPr lang="en-US" dirty="0"/>
              <a:t>Christ was born to die for all.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737995"/>
      </p:ext>
    </p:extLst>
  </p:cSld>
  <p:clrMapOvr>
    <a:masterClrMapping/>
  </p:clrMapOvr>
</p:sld>
</file>

<file path=ppt/slides/slide20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shall separate us from the love of Christ?</a:t>
            </a:r>
          </a:p>
          <a:p>
            <a:r>
              <a:rPr lang="en-US" dirty="0"/>
              <a:t>Who shall separate us from the love of Christ?</a:t>
            </a:r>
          </a:p>
          <a:p>
            <a:endParaRPr lang="en-US" dirty="0"/>
          </a:p>
          <a:p>
            <a:r>
              <a:rPr lang="en-US" dirty="0"/>
              <a:t>A host of angels then proclaimed His birth: </a:t>
            </a:r>
          </a:p>
          <a:p>
            <a:r>
              <a:rPr lang="en-US" dirty="0"/>
              <a:t>Peace, good will to all on earth.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700481"/>
      </p:ext>
    </p:extLst>
  </p:cSld>
  <p:clrMapOvr>
    <a:masterClrMapping/>
  </p:clrMapOvr>
</p:sld>
</file>

<file path=ppt/slides/slide20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shall separate us from the love of Christ?</a:t>
            </a:r>
          </a:p>
          <a:p>
            <a:r>
              <a:rPr lang="en-US" dirty="0"/>
              <a:t>Who shall separate us from the love of Christ?</a:t>
            </a:r>
          </a:p>
          <a:p>
            <a:endParaRPr lang="en-US" dirty="0"/>
          </a:p>
          <a:p>
            <a:r>
              <a:rPr lang="en-US" dirty="0"/>
              <a:t>To you is born a Savior, Christ, the Lord, </a:t>
            </a:r>
          </a:p>
          <a:p>
            <a:r>
              <a:rPr lang="en-US" dirty="0"/>
              <a:t>Prince of Peace the Mighty God.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311779"/>
      </p:ext>
    </p:extLst>
  </p:cSld>
  <p:clrMapOvr>
    <a:masterClrMapping/>
  </p:clrMapOvr>
</p:sld>
</file>

<file path=ppt/slides/slide20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shall separate us from the love of Christ?</a:t>
            </a:r>
          </a:p>
          <a:p>
            <a:r>
              <a:rPr lang="en-US" dirty="0"/>
              <a:t>Who shall separate us from the love of Christ?</a:t>
            </a:r>
          </a:p>
          <a:p>
            <a:endParaRPr lang="en-US" dirty="0"/>
          </a:p>
          <a:p>
            <a:r>
              <a:rPr lang="en-US" dirty="0"/>
              <a:t>And certain wise men, guided by a star, </a:t>
            </a:r>
          </a:p>
          <a:p>
            <a:r>
              <a:rPr lang="en-US" dirty="0"/>
              <a:t>Came to worship from afar.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840522"/>
      </p:ext>
    </p:extLst>
  </p:cSld>
  <p:clrMapOvr>
    <a:masterClrMapping/>
  </p:clrMapOvr>
</p:sld>
</file>

<file path=ppt/slides/slide20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098" y="512046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463 - Who shall separate us from the love of Christ?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53807"/>
            <a:ext cx="11753537" cy="4400695"/>
          </a:xfrm>
        </p:spPr>
        <p:txBody>
          <a:bodyPr>
            <a:normAutofit/>
          </a:bodyPr>
          <a:lstStyle/>
          <a:p>
            <a:r>
              <a:rPr lang="en-US" dirty="0"/>
              <a:t>Who shall separate us from the love of Christ?</a:t>
            </a:r>
          </a:p>
          <a:p>
            <a:r>
              <a:rPr lang="en-US" dirty="0"/>
              <a:t>Who shall separate us from the love of Christ?</a:t>
            </a:r>
          </a:p>
          <a:p>
            <a:endParaRPr lang="en-IN" dirty="0"/>
          </a:p>
          <a:p>
            <a:r>
              <a:rPr lang="en-US" dirty="0"/>
              <a:t>For tribulation danger or distress </a:t>
            </a:r>
          </a:p>
          <a:p>
            <a:r>
              <a:rPr lang="en-US" dirty="0"/>
              <a:t>Cannot make us love him less.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836914"/>
      </p:ext>
    </p:extLst>
  </p:cSld>
  <p:clrMapOvr>
    <a:masterClrMapping/>
  </p:clrMapOvr>
</p:sld>
</file>

<file path=ppt/slides/slide20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in the face of peril or the sword, </a:t>
            </a:r>
          </a:p>
          <a:p>
            <a:r>
              <a:rPr lang="en-US" dirty="0"/>
              <a:t>We’ll affirm that he is Lord.</a:t>
            </a:r>
          </a:p>
          <a:p>
            <a:endParaRPr lang="en-IN" dirty="0"/>
          </a:p>
          <a:p>
            <a:r>
              <a:rPr lang="en-US" dirty="0"/>
              <a:t>Though we be persecuted for his sake, </a:t>
            </a:r>
          </a:p>
          <a:p>
            <a:r>
              <a:rPr lang="en-US" dirty="0"/>
              <a:t>There’s no doubt his cross we’ll take.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98947"/>
      </p:ext>
    </p:extLst>
  </p:cSld>
  <p:clrMapOvr>
    <a:masterClrMapping/>
  </p:clrMapOvr>
</p:sld>
</file>

<file path=ppt/slides/slide20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Jesus is our Shepherd, he’s our Friend,</a:t>
            </a:r>
          </a:p>
          <a:p>
            <a:r>
              <a:rPr lang="en-US" dirty="0"/>
              <a:t>We shall love him to the end.</a:t>
            </a:r>
          </a:p>
          <a:p>
            <a:endParaRPr lang="en-IN" dirty="0"/>
          </a:p>
          <a:p>
            <a:r>
              <a:rPr lang="en-US" dirty="0"/>
              <a:t>And in the fight for justice we shall stand,</a:t>
            </a:r>
          </a:p>
          <a:p>
            <a:r>
              <a:rPr lang="en-US" dirty="0"/>
              <a:t>Knowing well he’ll hold our hand.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208743"/>
      </p:ext>
    </p:extLst>
  </p:cSld>
  <p:clrMapOvr>
    <a:masterClrMapping/>
  </p:clrMapOvr>
</p:sld>
</file>

<file path=ppt/slides/slide20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Christ is truly risen, as he said.</a:t>
            </a:r>
          </a:p>
          <a:p>
            <a:r>
              <a:rPr lang="en-US" dirty="0"/>
              <a:t>Jesus is no longer dead.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340243"/>
      </p:ext>
    </p:extLst>
  </p:cSld>
  <p:clrMapOvr>
    <a:masterClrMapping/>
  </p:clrMapOvr>
</p:sld>
</file>

<file path=ppt/slides/slide20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464 - Who shall tarry in his tent?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shall tarry in his tent? </a:t>
            </a:r>
          </a:p>
          <a:p>
            <a:r>
              <a:rPr lang="en-US" dirty="0"/>
              <a:t>Who shall dwell upon his hill? </a:t>
            </a:r>
          </a:p>
          <a:p>
            <a:r>
              <a:rPr lang="en-US" dirty="0"/>
              <a:t>I shall show you what is good, </a:t>
            </a:r>
          </a:p>
          <a:p>
            <a:r>
              <a:rPr lang="en-US" dirty="0"/>
              <a:t>what the Lord requires of you.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070670"/>
      </p:ext>
    </p:extLst>
  </p:cSld>
  <p:clrMapOvr>
    <a:masterClrMapping/>
  </p:clrMapOvr>
</p:sld>
</file>

<file path=ppt/slides/slide20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do justice, to show kindness </a:t>
            </a:r>
          </a:p>
          <a:p>
            <a:r>
              <a:rPr lang="en-US" dirty="0"/>
              <a:t>And to walk humbly with your God. </a:t>
            </a:r>
          </a:p>
          <a:p>
            <a:r>
              <a:rPr lang="en-US" dirty="0"/>
              <a:t>To act rightly, to be blameless </a:t>
            </a:r>
          </a:p>
          <a:p>
            <a:r>
              <a:rPr lang="en-US" dirty="0"/>
              <a:t>And to speak truth from the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76864"/>
      </p:ext>
    </p:extLst>
  </p:cSld>
  <p:clrMapOvr>
    <a:masterClrMapping/>
  </p:clrMapOvr>
</p:sld>
</file>

<file path=ppt/slides/slide20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to slander, nor do evil, </a:t>
            </a:r>
          </a:p>
          <a:p>
            <a:r>
              <a:rPr lang="en-US" dirty="0"/>
              <a:t>But to hold the godless in disdain. </a:t>
            </a:r>
          </a:p>
          <a:p>
            <a:r>
              <a:rPr lang="en-US" dirty="0"/>
              <a:t>Do no damage to your </a:t>
            </a:r>
            <a:r>
              <a:rPr lang="en-US" dirty="0" err="1"/>
              <a:t>neighbour</a:t>
            </a:r>
            <a:r>
              <a:rPr lang="en-US" dirty="0"/>
              <a:t>, </a:t>
            </a:r>
          </a:p>
          <a:p>
            <a:r>
              <a:rPr lang="en-US" dirty="0"/>
              <a:t>Honour those who fear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143997"/>
      </p:ext>
    </p:extLst>
  </p:cSld>
  <p:clrMapOvr>
    <a:masterClrMapping/>
  </p:clrMapOvr>
</p:sld>
</file>

<file path=ppt/slides/slide20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your promise, never swerving, </a:t>
            </a:r>
          </a:p>
          <a:p>
            <a:r>
              <a:rPr lang="en-US" dirty="0"/>
              <a:t>Do not take an interest on a loan. </a:t>
            </a:r>
          </a:p>
          <a:p>
            <a:r>
              <a:rPr lang="en-US" dirty="0"/>
              <a:t>Banish bribery and corruption: </a:t>
            </a:r>
          </a:p>
          <a:p>
            <a:r>
              <a:rPr lang="en-US" dirty="0"/>
              <a:t>And the Lord will keep you firm.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248700"/>
      </p:ext>
    </p:extLst>
  </p:cSld>
  <p:clrMapOvr>
    <a:masterClrMapping/>
  </p:clrMapOvr>
</p:sld>
</file>

<file path=ppt/slides/slide20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75" y="53519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465 - With a song in our hearts we shall go on our way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07509"/>
            <a:ext cx="11753537" cy="4643763"/>
          </a:xfrm>
        </p:spPr>
        <p:txBody>
          <a:bodyPr/>
          <a:lstStyle/>
          <a:p>
            <a:r>
              <a:rPr lang="en-US" dirty="0"/>
              <a:t>With a song in our hearts </a:t>
            </a:r>
          </a:p>
          <a:p>
            <a:r>
              <a:rPr lang="en-US" dirty="0"/>
              <a:t>we shall go on our way</a:t>
            </a:r>
          </a:p>
          <a:p>
            <a:r>
              <a:rPr lang="en-US" dirty="0"/>
              <a:t>To bring God’s love </a:t>
            </a:r>
          </a:p>
          <a:p>
            <a:r>
              <a:rPr lang="en-US" dirty="0"/>
              <a:t>to every one we meet today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842366"/>
      </p:ext>
    </p:extLst>
  </p:cSld>
  <p:clrMapOvr>
    <a:masterClrMapping/>
  </p:clrMapOvr>
</p:sld>
</file>

<file path=ppt/slides/slide20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Love, love, love is his name. - 2</a:t>
            </a:r>
          </a:p>
          <a:p>
            <a:r>
              <a:rPr lang="en-US" dirty="0"/>
              <a:t>Great, great, great is his name.  - 2</a:t>
            </a:r>
          </a:p>
          <a:p>
            <a:endParaRPr lang="en-US" dirty="0"/>
          </a:p>
          <a:p>
            <a:r>
              <a:rPr lang="en-US" dirty="0"/>
              <a:t>Peace...  		Joy...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661005"/>
      </p:ext>
    </p:extLst>
  </p:cSld>
  <p:clrMapOvr>
    <a:masterClrMapping/>
  </p:clrMapOvr>
</p:sld>
</file>

<file path=ppt/slides/slide20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466 - Without Him I can do nothing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Him I can do nothing, </a:t>
            </a:r>
          </a:p>
          <a:p>
            <a:r>
              <a:rPr lang="en-US" dirty="0"/>
              <a:t>without Him I’d surely fail, </a:t>
            </a:r>
          </a:p>
          <a:p>
            <a:r>
              <a:rPr lang="en-US" dirty="0"/>
              <a:t>Without Him I would be drifting, </a:t>
            </a:r>
          </a:p>
          <a:p>
            <a:r>
              <a:rPr lang="en-US" dirty="0"/>
              <a:t>like a ship without a sail.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166866"/>
      </p:ext>
    </p:extLst>
  </p:cSld>
  <p:clrMapOvr>
    <a:masterClrMapping/>
  </p:clrMapOvr>
</p:sld>
</file>

<file path=ppt/slides/slide20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with Him I can do all things, </a:t>
            </a:r>
          </a:p>
          <a:p>
            <a:r>
              <a:rPr lang="en-US" dirty="0"/>
              <a:t>and with Him I cannot fail, </a:t>
            </a:r>
          </a:p>
          <a:p>
            <a:r>
              <a:rPr lang="en-US" dirty="0"/>
              <a:t>And over the stormiest ocean, </a:t>
            </a:r>
          </a:p>
          <a:p>
            <a:r>
              <a:rPr lang="en-US" dirty="0"/>
              <a:t>in perfect peace I’ll sail.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949107"/>
      </p:ext>
    </p:extLst>
  </p:cSld>
  <p:clrMapOvr>
    <a:masterClrMapping/>
  </p:clrMapOvr>
</p:sld>
</file>

<file path=ppt/slides/slide20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467 - Without seeing you, we love you;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seeing you, we love you; </a:t>
            </a:r>
          </a:p>
          <a:p>
            <a:r>
              <a:rPr lang="en-US" dirty="0"/>
              <a:t>Without seeing, we believe. </a:t>
            </a:r>
          </a:p>
          <a:p>
            <a:r>
              <a:rPr lang="en-US" dirty="0"/>
              <a:t>	We rejoice in your glory. </a:t>
            </a:r>
          </a:p>
          <a:p>
            <a:r>
              <a:rPr lang="en-US" dirty="0"/>
              <a:t>Lord, increase our faith!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831759"/>
      </p:ext>
    </p:extLst>
  </p:cSld>
  <p:clrMapOvr>
    <a:masterClrMapping/>
  </p:clrMapOvr>
</p:sld>
</file>

<file path=ppt/slides/slide20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Happy are they who, attentive to your Word,</a:t>
            </a:r>
          </a:p>
          <a:p>
            <a:r>
              <a:rPr lang="en-US" dirty="0"/>
              <a:t>Always follow your law, </a:t>
            </a:r>
          </a:p>
          <a:p>
            <a:r>
              <a:rPr lang="en-US" dirty="0"/>
              <a:t>And find freedom in doing your will.</a:t>
            </a:r>
          </a:p>
          <a:p>
            <a:endParaRPr lang="en-IN" dirty="0"/>
          </a:p>
          <a:p>
            <a:r>
              <a:rPr lang="en-US" dirty="0"/>
              <a:t>Lord, to whom shall we go, </a:t>
            </a:r>
          </a:p>
          <a:p>
            <a:r>
              <a:rPr lang="en-US" dirty="0"/>
              <a:t>	You alone have the words of eternal life.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780778"/>
      </p:ext>
    </p:extLst>
  </p:cSld>
  <p:clrMapOvr>
    <a:masterClrMapping/>
  </p:clrMapOvr>
</p:sld>
</file>

<file path=ppt/slides/slide20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we rejoice in the riches of our faith,</a:t>
            </a:r>
          </a:p>
          <a:p>
            <a:r>
              <a:rPr lang="en-US" dirty="0"/>
              <a:t>	May we treasure your word,</a:t>
            </a:r>
          </a:p>
          <a:p>
            <a:r>
              <a:rPr lang="en-US" dirty="0"/>
              <a:t>	And your promise take root in our hearts.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370058"/>
      </p:ext>
    </p:extLst>
  </p:cSld>
  <p:clrMapOvr>
    <a:masterClrMapping/>
  </p:clrMapOvr>
</p:sld>
</file>

<file path=ppt/slides/slide20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my lips, let my tongue tell of your praise</a:t>
            </a:r>
          </a:p>
          <a:p>
            <a:r>
              <a:rPr lang="en-US" dirty="0"/>
              <a:t>	May our faith and our love</a:t>
            </a:r>
          </a:p>
          <a:p>
            <a:r>
              <a:rPr lang="en-US" dirty="0"/>
              <a:t>Help to open the eyes of our hearts.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751494"/>
      </p:ext>
    </p:extLst>
  </p:cSld>
  <p:clrMapOvr>
    <a:masterClrMapping/>
  </p:clrMapOvr>
</p:sld>
</file>

<file path=ppt/slides/slide20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you abide in this Sacrament of Love,</a:t>
            </a:r>
          </a:p>
          <a:p>
            <a:r>
              <a:rPr lang="en-US" dirty="0"/>
              <a:t>	For it is your delight</a:t>
            </a:r>
          </a:p>
          <a:p>
            <a:r>
              <a:rPr lang="en-US" dirty="0"/>
              <a:t>	Thus to dwell with your people on earth.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094464"/>
      </p:ext>
    </p:extLst>
  </p:cSld>
  <p:clrMapOvr>
    <a:masterClrMapping/>
  </p:clrMapOvr>
</p:sld>
</file>

<file path=ppt/slides/slide20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99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468 - Worship, glory, praise and honour,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Worship, glory, praise and honour, </a:t>
            </a:r>
          </a:p>
          <a:p>
            <a:r>
              <a:rPr lang="en-US" dirty="0"/>
              <a:t>Worship and honour to God. </a:t>
            </a:r>
          </a:p>
          <a:p>
            <a:r>
              <a:rPr lang="en-US" dirty="0"/>
              <a:t>We, with many generations, </a:t>
            </a:r>
          </a:p>
          <a:p>
            <a:r>
              <a:rPr lang="en-US" dirty="0"/>
              <a:t>All join to honour your name.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174228"/>
      </p:ext>
    </p:extLst>
  </p:cSld>
  <p:clrMapOvr>
    <a:masterClrMapping/>
  </p:clrMapOvr>
</p:sld>
</file>

<file path=ppt/slides/slide20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2" y="1097280"/>
            <a:ext cx="11864320" cy="5548069"/>
          </a:xfrm>
        </p:spPr>
        <p:txBody>
          <a:bodyPr>
            <a:normAutofit/>
          </a:bodyPr>
          <a:lstStyle/>
          <a:p>
            <a:r>
              <a:rPr lang="en-US" dirty="0"/>
              <a:t>O praise him, all the earth; </a:t>
            </a:r>
          </a:p>
          <a:p>
            <a:r>
              <a:rPr lang="en-US" dirty="0"/>
              <a:t>O praise him, sun and moon,</a:t>
            </a:r>
          </a:p>
          <a:p>
            <a:r>
              <a:rPr lang="en-US" dirty="0"/>
              <a:t>O praise him, shining stars, </a:t>
            </a:r>
          </a:p>
          <a:p>
            <a:r>
              <a:rPr lang="en-US" dirty="0"/>
              <a:t>O bless his glorious name,</a:t>
            </a:r>
          </a:p>
          <a:p>
            <a:r>
              <a:rPr lang="en-US" dirty="0"/>
              <a:t>O praise him, Israel, people of God, give praise, </a:t>
            </a:r>
          </a:p>
          <a:p>
            <a:r>
              <a:rPr lang="en-US" dirty="0"/>
              <a:t>You, Sons of Israel, now bless your God!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706874"/>
      </p:ext>
    </p:extLst>
  </p:cSld>
  <p:clrMapOvr>
    <a:masterClrMapping/>
  </p:clrMapOvr>
</p:sld>
</file>

<file path=ppt/slides/slide20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Mountains and hills, give praise; </a:t>
            </a:r>
          </a:p>
          <a:p>
            <a:r>
              <a:rPr lang="en-US" dirty="0"/>
              <a:t>plants of the earth, give praise,  </a:t>
            </a:r>
          </a:p>
          <a:p>
            <a:r>
              <a:rPr lang="en-US" dirty="0"/>
              <a:t>Darkness and light, give praise, </a:t>
            </a:r>
          </a:p>
          <a:p>
            <a:r>
              <a:rPr lang="en-US" dirty="0"/>
              <a:t>O bless his glorious name.</a:t>
            </a:r>
          </a:p>
          <a:p>
            <a:r>
              <a:rPr lang="en-US" dirty="0"/>
              <a:t>Fish of the sea, give praise, </a:t>
            </a:r>
          </a:p>
          <a:p>
            <a:r>
              <a:rPr lang="en-US" dirty="0"/>
              <a:t>clouds of the sky, give praise, </a:t>
            </a:r>
          </a:p>
          <a:p>
            <a:r>
              <a:rPr lang="en-US" dirty="0"/>
              <a:t>Rivers and seas, give praise,  now bless your God!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851606"/>
      </p:ext>
    </p:extLst>
  </p:cSld>
  <p:clrMapOvr>
    <a:masterClrMapping/>
  </p:clrMapOvr>
</p:sld>
</file>

<file path=ppt/slides/slide20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Birds of the sky, give praise, </a:t>
            </a:r>
          </a:p>
          <a:p>
            <a:r>
              <a:rPr lang="en-US" dirty="0"/>
              <a:t>wild beasts and tame, give praise,  </a:t>
            </a:r>
          </a:p>
          <a:p>
            <a:r>
              <a:rPr lang="en-US" dirty="0"/>
              <a:t>Works of the Lord, give praise, </a:t>
            </a:r>
          </a:p>
          <a:p>
            <a:r>
              <a:rPr lang="en-US" dirty="0"/>
              <a:t>O bless his glorious name.</a:t>
            </a:r>
          </a:p>
          <a:p>
            <a:r>
              <a:rPr lang="en-US" dirty="0"/>
              <a:t>Angels of God, give praise,  </a:t>
            </a:r>
          </a:p>
          <a:p>
            <a:r>
              <a:rPr lang="en-US" dirty="0"/>
              <a:t>priests of the Lord, give praise,  </a:t>
            </a:r>
          </a:p>
          <a:p>
            <a:r>
              <a:rPr lang="en-US" dirty="0"/>
              <a:t>Children of God, give praise,  now bless your God!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050048"/>
      </p:ext>
    </p:extLst>
  </p:cSld>
  <p:clrMapOvr>
    <a:masterClrMapping/>
  </p:clrMapOvr>
</p:sld>
</file>

<file path=ppt/slides/slide20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God the Father praise, </a:t>
            </a:r>
          </a:p>
          <a:p>
            <a:r>
              <a:rPr lang="en-US" dirty="0"/>
              <a:t>to Christ his Son, give praise,  </a:t>
            </a:r>
          </a:p>
          <a:p>
            <a:r>
              <a:rPr lang="en-US" dirty="0"/>
              <a:t>And Spirit holy, praise, </a:t>
            </a:r>
          </a:p>
          <a:p>
            <a:r>
              <a:rPr lang="en-US" dirty="0"/>
              <a:t>we bless his glorious name.</a:t>
            </a:r>
          </a:p>
          <a:p>
            <a:r>
              <a:rPr lang="en-US" dirty="0"/>
              <a:t>May you be blest, O Lord, all glory be to you, </a:t>
            </a:r>
          </a:p>
          <a:p>
            <a:r>
              <a:rPr lang="en-US" dirty="0"/>
              <a:t>Glory to God most high, we bless our God!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810834"/>
      </p:ext>
    </p:extLst>
  </p:cSld>
  <p:clrMapOvr>
    <a:masterClrMapping/>
  </p:clrMapOvr>
</p:sld>
</file>

<file path=ppt/slides/slide20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472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469 - Yes, I shall arise and return to my Father,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86649"/>
            <a:ext cx="11753537" cy="4319672"/>
          </a:xfrm>
        </p:spPr>
        <p:txBody>
          <a:bodyPr/>
          <a:lstStyle/>
          <a:p>
            <a:r>
              <a:rPr lang="en-US" dirty="0"/>
              <a:t>Yes, I shall arise and return to my Father, </a:t>
            </a:r>
          </a:p>
          <a:p>
            <a:r>
              <a:rPr lang="en-US" dirty="0"/>
              <a:t>I will say: “I have sinned, I have sinned”.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890794"/>
      </p:ext>
    </p:extLst>
  </p:cSld>
  <p:clrMapOvr>
    <a:masterClrMapping/>
  </p:clrMapOvr>
</p:sld>
</file>

<file path=ppt/slides/slide20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against you alone have I sinned.</a:t>
            </a:r>
          </a:p>
          <a:p>
            <a:r>
              <a:rPr lang="en-US" dirty="0"/>
              <a:t>How can I ever be called your child?</a:t>
            </a:r>
          </a:p>
          <a:p>
            <a:r>
              <a:rPr lang="en-US" dirty="0"/>
              <a:t>Treat me as one of your servants, O Lord, </a:t>
            </a:r>
          </a:p>
          <a:p>
            <a:r>
              <a:rPr lang="en-US" dirty="0"/>
              <a:t>Accept me as a slave.</a:t>
            </a:r>
          </a:p>
          <a:p>
            <a:r>
              <a:rPr lang="en-US" dirty="0"/>
              <a:t>Yes, I shall arise and return to my Father, </a:t>
            </a:r>
          </a:p>
          <a:p>
            <a:r>
              <a:rPr lang="en-US" dirty="0"/>
              <a:t>I will say: “I have sinned, I have sinned”.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376890"/>
      </p:ext>
    </p:extLst>
  </p:cSld>
  <p:clrMapOvr>
    <a:masterClrMapping/>
  </p:clrMapOvr>
</p:sld>
</file>

<file path=ppt/slides/slide20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you, my Father, for giving me light,</a:t>
            </a:r>
          </a:p>
          <a:p>
            <a:r>
              <a:rPr lang="en-US" dirty="0"/>
              <a:t>Courage and strength to return to you.</a:t>
            </a:r>
          </a:p>
          <a:p>
            <a:r>
              <a:rPr lang="en-US" dirty="0"/>
              <a:t>Give me again, Lord, the joy of your help, </a:t>
            </a:r>
          </a:p>
          <a:p>
            <a:r>
              <a:rPr lang="en-US" dirty="0"/>
              <a:t>And make me walk aright.</a:t>
            </a:r>
          </a:p>
          <a:p>
            <a:r>
              <a:rPr lang="en-US" dirty="0"/>
              <a:t>Yes, I shall arise and return to my Father, </a:t>
            </a:r>
          </a:p>
          <a:p>
            <a:r>
              <a:rPr lang="en-US" dirty="0"/>
              <a:t>I will say: “I have sinned, I have sinned”.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534099"/>
      </p:ext>
    </p:extLst>
  </p:cSld>
  <p:clrMapOvr>
    <a:masterClrMapping/>
  </p:clrMapOvr>
</p:sld>
</file>

<file path=ppt/slides/slide20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Praise to </a:t>
            </a:r>
            <a:r>
              <a:rPr lang="en-US" sz="4400" dirty="0" err="1"/>
              <a:t>you,Father</a:t>
            </a:r>
            <a:r>
              <a:rPr lang="en-US" sz="4400" dirty="0"/>
              <a:t>: you’ve shown me your love.</a:t>
            </a:r>
          </a:p>
          <a:p>
            <a:r>
              <a:rPr lang="en-US" sz="4400" dirty="0"/>
              <a:t>Love that has raised me from death to life,</a:t>
            </a:r>
          </a:p>
          <a:p>
            <a:r>
              <a:rPr lang="en-US" sz="4400" dirty="0"/>
              <a:t>Filling my heart with the Spirit of Christ</a:t>
            </a:r>
          </a:p>
          <a:p>
            <a:r>
              <a:rPr lang="en-US" sz="4400" dirty="0"/>
              <a:t>To be your child once more.</a:t>
            </a:r>
          </a:p>
          <a:p>
            <a:r>
              <a:rPr lang="en-US" sz="4400" dirty="0"/>
              <a:t>Yes, I shall arise and return to my Father, </a:t>
            </a:r>
          </a:p>
          <a:p>
            <a:r>
              <a:rPr lang="en-US" sz="4400" dirty="0"/>
              <a:t>I will say: “I have sinned, I have sinned”.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23659"/>
      </p:ext>
    </p:extLst>
  </p:cSld>
  <p:clrMapOvr>
    <a:masterClrMapping/>
  </p:clrMapOvr>
</p:sld>
</file>

<file path=ppt/slides/slide20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193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470 - Yes, I shall arise and return to my Father!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583418"/>
            <a:ext cx="11753537" cy="4319672"/>
          </a:xfrm>
        </p:spPr>
        <p:txBody>
          <a:bodyPr/>
          <a:lstStyle/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To you, O Lord, I lift up my soul,</a:t>
            </a:r>
          </a:p>
          <a:p>
            <a:r>
              <a:rPr lang="en-US" dirty="0"/>
              <a:t>In you, O my God, I place all my trust.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006957"/>
      </p:ext>
    </p:extLst>
  </p:cSld>
  <p:clrMapOvr>
    <a:masterClrMapping/>
  </p:clrMapOvr>
</p:sld>
</file>

<file path=ppt/slides/slide20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Look down on me, have mercy, O Lord, </a:t>
            </a:r>
          </a:p>
          <a:p>
            <a:r>
              <a:rPr lang="en-US" dirty="0"/>
              <a:t>Forgive me my sins, behold all my grief.</a:t>
            </a:r>
          </a:p>
          <a:p>
            <a:endParaRPr lang="en-US" dirty="0"/>
          </a:p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My heart and soul shall yearn for your face,</a:t>
            </a:r>
          </a:p>
          <a:p>
            <a:r>
              <a:rPr lang="en-US" dirty="0"/>
              <a:t>Be gracious to me and answer my plea.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195818"/>
      </p:ext>
    </p:extLst>
  </p:cSld>
  <p:clrMapOvr>
    <a:masterClrMapping/>
  </p:clrMapOvr>
</p:sld>
</file>

<file path=ppt/slides/slide20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Do not withhold your goodness from me; </a:t>
            </a:r>
          </a:p>
          <a:p>
            <a:r>
              <a:rPr lang="en-US" dirty="0"/>
              <a:t>O Lord, may your love be deep in my soul.</a:t>
            </a:r>
          </a:p>
          <a:p>
            <a:endParaRPr lang="en-US" dirty="0"/>
          </a:p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To you I pray, have pity on me;</a:t>
            </a:r>
          </a:p>
          <a:p>
            <a:r>
              <a:rPr lang="en-US" dirty="0"/>
              <a:t>My God, I have sinned against your great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701524"/>
      </p:ext>
    </p:extLst>
  </p:cSld>
  <p:clrMapOvr>
    <a:masterClrMapping/>
  </p:clrMapOvr>
</p:sld>
</file>

<file path=ppt/slides/slide20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Mercy I cry, O Lord, wash me clean, </a:t>
            </a:r>
          </a:p>
          <a:p>
            <a:r>
              <a:rPr lang="en-US" dirty="0"/>
              <a:t>And whiter than snow my spirit shall be.</a:t>
            </a:r>
          </a:p>
          <a:p>
            <a:endParaRPr lang="en-US" dirty="0"/>
          </a:p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Give me again the joy of your help;</a:t>
            </a:r>
          </a:p>
          <a:p>
            <a:r>
              <a:rPr lang="en-US" dirty="0"/>
              <a:t>Now open my lips, your praise I will sing.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863299"/>
      </p:ext>
    </p:extLst>
  </p:cSld>
  <p:clrMapOvr>
    <a:masterClrMapping/>
  </p:clrMapOvr>
</p:sld>
</file>

<file path=ppt/slides/slide20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Yes, I shall arise and return to my Father!</a:t>
            </a:r>
          </a:p>
          <a:p>
            <a:r>
              <a:rPr lang="en-US" dirty="0"/>
              <a:t>Happy are they forgiven by God,</a:t>
            </a:r>
          </a:p>
          <a:p>
            <a:r>
              <a:rPr lang="en-US" dirty="0"/>
              <a:t>Their sins blotted out, their guilt is no 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603809"/>
      </p:ext>
    </p:extLst>
  </p:cSld>
  <p:clrMapOvr>
    <a:masterClrMapping/>
  </p:clrMapOvr>
</p:sld>
</file>

<file path=ppt/slides/slide20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6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471 - Yes, we praise you Lord! We praise you, Lord: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467672"/>
            <a:ext cx="11753537" cy="50141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Yes, we praise you Lord! We praise you, Lord:</a:t>
            </a:r>
          </a:p>
          <a:p>
            <a:r>
              <a:rPr lang="en-US" dirty="0"/>
              <a:t>... you have made the world </a:t>
            </a:r>
          </a:p>
          <a:p>
            <a:r>
              <a:rPr lang="en-US" dirty="0"/>
              <a:t>and all its marvels.</a:t>
            </a:r>
          </a:p>
          <a:p>
            <a:r>
              <a:rPr lang="en-US" dirty="0"/>
              <a:t>... for the sky, the stars, the sea, </a:t>
            </a:r>
          </a:p>
          <a:p>
            <a:r>
              <a:rPr lang="en-US" dirty="0"/>
              <a:t>the mountains.</a:t>
            </a:r>
          </a:p>
          <a:p>
            <a:r>
              <a:rPr lang="en-US" dirty="0"/>
              <a:t>... for your Son made man to be our </a:t>
            </a:r>
            <a:r>
              <a:rPr lang="en-US" dirty="0" err="1"/>
              <a:t>Saviour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478666"/>
      </p:ext>
    </p:extLst>
  </p:cSld>
  <p:clrMapOvr>
    <a:masterClrMapping/>
  </p:clrMapOvr>
</p:sld>
</file>

<file path=ppt/slides/slide20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79B5-E801-49E2-0588-D5995B09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2F4B-7CE8-83B0-5B29-A3D3F4CF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... for the cross the sign of our redemption</a:t>
            </a:r>
          </a:p>
          <a:p>
            <a:r>
              <a:rPr lang="en-US" dirty="0"/>
              <a:t>... for your Spirit, source of all renewal.</a:t>
            </a:r>
          </a:p>
          <a:p>
            <a:r>
              <a:rPr lang="en-US" dirty="0"/>
              <a:t>... for the Bread of life which feeds the hungry.</a:t>
            </a:r>
          </a:p>
          <a:p>
            <a:r>
              <a:rPr lang="en-US" dirty="0"/>
              <a:t>... for the warmth we feel in time of friendship.</a:t>
            </a:r>
          </a:p>
          <a:p>
            <a:r>
              <a:rPr lang="en-US" dirty="0"/>
              <a:t>... for the love that brought us here together.</a:t>
            </a:r>
          </a:p>
          <a:p>
            <a:r>
              <a:rPr lang="en-US" dirty="0"/>
              <a:t>... for the joy that fills all hearts united.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1A736-6191-E920-50BA-C7DD0921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2061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3E2FC8-A870-0E50-0076-44656442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06187"/>
      </p:ext>
    </p:extLst>
  </p:cSld>
  <p:clrMapOvr>
    <a:masterClrMapping/>
  </p:clrMapOvr>
</p:sld>
</file>

<file path=ppt/slides/slide20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472 - You are a chosen generation,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are a chosen generation,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royal priesthood, a holy nation,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dedicated people,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That should show forth the praises of him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Who has called you out of darkness,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Out of darkness, out of darkness,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light,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61784"/>
      </p:ext>
    </p:extLst>
  </p:cSld>
  <p:clrMapOvr>
    <a:masterClrMapping/>
  </p:clrMapOvr>
</p:sld>
</file>

<file path=ppt/slides/slide20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 come and sing Halleluiah,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Praise to the Lord.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Come on and sing Halleluiah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show forth the praises of Him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he has called you out of darkness,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Out of darkness, out of darkness,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light, 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64652"/>
      </p:ext>
    </p:extLst>
  </p:cSld>
  <p:clrMapOvr>
    <a:masterClrMapping/>
  </p:clrMapOvr>
</p:sld>
</file>

<file path=ppt/slides/slide20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freedom, into freedom, - 2</a:t>
            </a:r>
          </a:p>
          <a:p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light.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720785"/>
      </p:ext>
    </p:extLst>
  </p:cSld>
  <p:clrMapOvr>
    <a:masterClrMapping/>
  </p:clrMapOvr>
</p:sld>
</file>

<file path=ppt/slides/slide20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473 - You are the honour of our people,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are the honour of our people,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 Virgin Mary, the joy of Israel.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You’re blest among all women,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you treasured the Word in your heart.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were taken into heaven,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heaven, into heaven,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light.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430770"/>
      </p:ext>
    </p:extLst>
  </p:cSld>
  <p:clrMapOvr>
    <a:masterClrMapping/>
  </p:clrMapOvr>
</p:sld>
</file>

<file path=ppt/slides/slide20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 now rejoice in your </a:t>
            </a:r>
            <a:r>
              <a:rPr lang="en-US" dirty="0" err="1"/>
              <a:t>Saviour</a:t>
            </a:r>
            <a:r>
              <a:rPr lang="en-US" dirty="0"/>
              <a:t>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Holy his name!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let us praise the Almighty,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Lord who did marvels for you,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you were taken into heaven,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heaven, into heaven,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light.  - 2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272614"/>
      </p:ext>
    </p:extLst>
  </p:cSld>
  <p:clrMapOvr>
    <a:masterClrMapping/>
  </p:clrMapOvr>
</p:sld>
</file>

<file path=ppt/slides/slide20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 freedom, into freedom, - 2</a:t>
            </a:r>
          </a:p>
          <a:p>
            <a:r>
              <a:rPr lang="en-US" dirty="0"/>
              <a:t>Into his </a:t>
            </a:r>
            <a:r>
              <a:rPr lang="en-US" dirty="0" err="1"/>
              <a:t>marvellous</a:t>
            </a:r>
            <a:r>
              <a:rPr lang="en-US" dirty="0"/>
              <a:t> light. - 2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72689"/>
      </p:ext>
    </p:extLst>
  </p:cSld>
  <p:clrMapOvr>
    <a:masterClrMapping/>
  </p:clrMapOvr>
</p:sld>
</file>

<file path=ppt/slides/slide20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3" y="5236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474 - You have everything when you have Christ,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2081129"/>
            <a:ext cx="11753537" cy="4227074"/>
          </a:xfrm>
        </p:spPr>
        <p:txBody>
          <a:bodyPr/>
          <a:lstStyle/>
          <a:p>
            <a:r>
              <a:rPr lang="en-US" dirty="0"/>
              <a:t>You have everything when you have Christ,</a:t>
            </a:r>
          </a:p>
          <a:p>
            <a:r>
              <a:rPr lang="en-US" dirty="0"/>
              <a:t>You have everything when you have Christ.</a:t>
            </a:r>
          </a:p>
          <a:p>
            <a:r>
              <a:rPr lang="en-US" dirty="0"/>
              <a:t>You are filled with God through your union, </a:t>
            </a:r>
          </a:p>
          <a:p>
            <a:r>
              <a:rPr lang="en-US" dirty="0"/>
              <a:t>Through your union with Christ.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768641"/>
      </p:ext>
    </p:extLst>
  </p:cSld>
  <p:clrMapOvr>
    <a:masterClrMapping/>
  </p:clrMapOvr>
</p:sld>
</file>

<file path=ppt/slides/slide20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the highest ruler,</a:t>
            </a:r>
          </a:p>
          <a:p>
            <a:r>
              <a:rPr lang="en-US" dirty="0"/>
              <a:t>With authority over every other power.</a:t>
            </a:r>
          </a:p>
          <a:p>
            <a:r>
              <a:rPr lang="en-US" dirty="0"/>
              <a:t>He is the highest ruler, </a:t>
            </a:r>
          </a:p>
          <a:p>
            <a:r>
              <a:rPr lang="en-US" dirty="0"/>
              <a:t>Over every other power.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093157"/>
      </p:ext>
    </p:extLst>
  </p:cSld>
  <p:clrMapOvr>
    <a:masterClrMapping/>
  </p:clrMapOvr>
</p:sld>
</file>

<file path=ppt/slides/slide20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everything when you have Christ,</a:t>
            </a:r>
          </a:p>
          <a:p>
            <a:r>
              <a:rPr lang="en-US" dirty="0"/>
              <a:t>You have everything when you have Christ.</a:t>
            </a:r>
          </a:p>
          <a:p>
            <a:r>
              <a:rPr lang="en-US" dirty="0"/>
              <a:t>You are filled with God through your union, </a:t>
            </a:r>
          </a:p>
          <a:p>
            <a:r>
              <a:rPr lang="en-US" dirty="0"/>
              <a:t>Through your union with Christ.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882569"/>
      </p:ext>
    </p:extLst>
  </p:cSld>
  <p:clrMapOvr>
    <a:masterClrMapping/>
  </p:clrMapOvr>
</p:sld>
</file>

<file path=ppt/slides/slide20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for the things of heaven. </a:t>
            </a:r>
          </a:p>
          <a:p>
            <a:r>
              <a:rPr lang="en-US" dirty="0"/>
              <a:t>You have died to sin. </a:t>
            </a:r>
          </a:p>
          <a:p>
            <a:r>
              <a:rPr lang="en-US" dirty="0"/>
              <a:t>You have risen with the Lord.</a:t>
            </a:r>
          </a:p>
          <a:p>
            <a:r>
              <a:rPr lang="en-US" dirty="0"/>
              <a:t>When Jesus comes in glory, </a:t>
            </a:r>
          </a:p>
          <a:p>
            <a:r>
              <a:rPr lang="en-US" dirty="0"/>
              <a:t>You’ll appear in glory too.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48753"/>
      </p:ext>
    </p:extLst>
  </p:cSld>
  <p:clrMapOvr>
    <a:masterClrMapping/>
  </p:clrMapOvr>
</p:sld>
</file>

<file path=ppt/slides/slide20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everything when you have Christ,</a:t>
            </a:r>
          </a:p>
          <a:p>
            <a:r>
              <a:rPr lang="en-US" dirty="0"/>
              <a:t>You have everything when you have Christ.</a:t>
            </a:r>
          </a:p>
          <a:p>
            <a:r>
              <a:rPr lang="en-US" dirty="0"/>
              <a:t>You are filled with God through your union, </a:t>
            </a:r>
          </a:p>
          <a:p>
            <a:r>
              <a:rPr lang="en-US" dirty="0"/>
              <a:t>Through your union with Christ.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754810"/>
      </p:ext>
    </p:extLst>
  </p:cSld>
  <p:clrMapOvr>
    <a:masterClrMapping/>
  </p:clrMapOvr>
</p:sld>
</file>

<file path=ppt/slides/slide20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475 - You invite us to your feast, Lord,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invite us to your feast, Lord,</a:t>
            </a:r>
          </a:p>
          <a:p>
            <a:r>
              <a:rPr lang="en-US" dirty="0"/>
              <a:t>And we come to sing your praise, </a:t>
            </a:r>
          </a:p>
          <a:p>
            <a:r>
              <a:rPr lang="en-US" dirty="0"/>
              <a:t>To proclaim your death and rising, </a:t>
            </a:r>
          </a:p>
          <a:p>
            <a:r>
              <a:rPr lang="en-US" dirty="0"/>
              <a:t>And to share this meal of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743195"/>
      </p:ext>
    </p:extLst>
  </p:cSld>
  <p:clrMapOvr>
    <a:masterClrMapping/>
  </p:clrMapOvr>
</p:sld>
</file>

<file path=ppt/slides/slide20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joy today and the church is full. </a:t>
            </a:r>
          </a:p>
          <a:p>
            <a:r>
              <a:rPr lang="en-US" dirty="0"/>
              <a:t>We have come to praise you, Lord. </a:t>
            </a:r>
          </a:p>
          <a:p>
            <a:r>
              <a:rPr lang="en-US" dirty="0"/>
              <a:t>Soon the bread we bring </a:t>
            </a:r>
          </a:p>
          <a:p>
            <a:r>
              <a:rPr lang="en-US" dirty="0"/>
              <a:t>and the wine we pour </a:t>
            </a:r>
          </a:p>
          <a:p>
            <a:r>
              <a:rPr lang="en-US" dirty="0"/>
              <a:t>Will become your flesh and blood.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266103"/>
      </p:ext>
    </p:extLst>
  </p:cSld>
  <p:clrMapOvr>
    <a:masterClrMapping/>
  </p:clrMapOvr>
</p:sld>
</file>

<file path=ppt/slides/slide20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invite us to your feast, Lord,</a:t>
            </a:r>
          </a:p>
          <a:p>
            <a:r>
              <a:rPr lang="en-US" dirty="0"/>
              <a:t>And we come to sing your praise, </a:t>
            </a:r>
          </a:p>
          <a:p>
            <a:r>
              <a:rPr lang="en-US" dirty="0"/>
              <a:t>To proclaim your death and rising, </a:t>
            </a:r>
          </a:p>
          <a:p>
            <a:r>
              <a:rPr lang="en-US" dirty="0"/>
              <a:t>And to share this meal of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741143"/>
      </p:ext>
    </p:extLst>
  </p:cSld>
  <p:clrMapOvr>
    <a:masterClrMapping/>
  </p:clrMapOvr>
</p:sld>
</file>

<file path=ppt/slides/slide20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not mindful, Lord, of our sinfulness, </a:t>
            </a:r>
          </a:p>
          <a:p>
            <a:r>
              <a:rPr lang="en-US" dirty="0"/>
              <a:t>Do not judge us for our faults. </a:t>
            </a:r>
          </a:p>
          <a:p>
            <a:r>
              <a:rPr lang="en-US" dirty="0"/>
              <a:t>Be compassionate, show your tenderness </a:t>
            </a:r>
          </a:p>
          <a:p>
            <a:r>
              <a:rPr lang="en-US" dirty="0"/>
              <a:t>To the humble, contrite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744118"/>
      </p:ext>
    </p:extLst>
  </p:cSld>
  <p:clrMapOvr>
    <a:masterClrMapping/>
  </p:clrMapOvr>
</p:sld>
</file>

<file path=ppt/slides/slide20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invite us to your feast, Lord,</a:t>
            </a:r>
          </a:p>
          <a:p>
            <a:r>
              <a:rPr lang="en-US" dirty="0"/>
              <a:t>And we come to sing your praise, </a:t>
            </a:r>
          </a:p>
          <a:p>
            <a:r>
              <a:rPr lang="en-US" dirty="0"/>
              <a:t>To proclaim your death and rising, </a:t>
            </a:r>
          </a:p>
          <a:p>
            <a:r>
              <a:rPr lang="en-US" dirty="0"/>
              <a:t>And to share this meal of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673487"/>
      </p:ext>
    </p:extLst>
  </p:cSld>
  <p:clrMapOvr>
    <a:masterClrMapping/>
  </p:clrMapOvr>
</p:sld>
</file>

<file path=ppt/slides/slide20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Touch our ears so deaf. </a:t>
            </a:r>
          </a:p>
          <a:p>
            <a:r>
              <a:rPr lang="en-US" dirty="0"/>
              <a:t>Melt our hearts so cold. </a:t>
            </a:r>
          </a:p>
          <a:p>
            <a:r>
              <a:rPr lang="en-US" dirty="0"/>
              <a:t>Speak, O Lord, your servants hear. </a:t>
            </a:r>
          </a:p>
          <a:p>
            <a:r>
              <a:rPr lang="en-US" dirty="0"/>
              <a:t>For you teach the word of eternal life. </a:t>
            </a:r>
          </a:p>
          <a:p>
            <a:r>
              <a:rPr lang="en-US" dirty="0"/>
              <a:t>You’re the Truth that lights our way.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501924"/>
      </p:ext>
    </p:extLst>
  </p:cSld>
  <p:clrMapOvr>
    <a:masterClrMapping/>
  </p:clrMapOvr>
</p:sld>
</file>

<file path=ppt/slides/slide20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invite us to your feast, Lord,</a:t>
            </a:r>
          </a:p>
          <a:p>
            <a:r>
              <a:rPr lang="en-US" dirty="0"/>
              <a:t>And we come to sing your praise, </a:t>
            </a:r>
          </a:p>
          <a:p>
            <a:r>
              <a:rPr lang="en-US" dirty="0"/>
              <a:t>To proclaim your death and rising, </a:t>
            </a:r>
          </a:p>
          <a:p>
            <a:r>
              <a:rPr lang="en-US" dirty="0"/>
              <a:t>And to share this meal of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809369"/>
      </p:ext>
    </p:extLst>
  </p:cSld>
  <p:clrMapOvr>
    <a:masterClrMapping/>
  </p:clrMapOvr>
</p:sld>
</file>

<file path=ppt/slides/slide20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the triune God let our praises go, </a:t>
            </a:r>
          </a:p>
          <a:p>
            <a:r>
              <a:rPr lang="en-US" dirty="0"/>
              <a:t>To the Father and the Son,</a:t>
            </a:r>
          </a:p>
          <a:p>
            <a:r>
              <a:rPr lang="en-US" dirty="0"/>
              <a:t>To the Holy Spirit, the source of love, </a:t>
            </a:r>
          </a:p>
          <a:p>
            <a:r>
              <a:rPr lang="en-US" dirty="0"/>
              <a:t>We give praise for evermore.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739075"/>
      </p:ext>
    </p:extLst>
  </p:cSld>
  <p:clrMapOvr>
    <a:masterClrMapping/>
  </p:clrMapOvr>
</p:sld>
</file>

<file path=ppt/slides/slide20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invite us to your feast, Lord,</a:t>
            </a:r>
          </a:p>
          <a:p>
            <a:r>
              <a:rPr lang="en-US" dirty="0"/>
              <a:t>And we come to sing your praise, </a:t>
            </a:r>
          </a:p>
          <a:p>
            <a:r>
              <a:rPr lang="en-US" dirty="0"/>
              <a:t>To proclaim your death and rising, </a:t>
            </a:r>
          </a:p>
          <a:p>
            <a:r>
              <a:rPr lang="en-US" dirty="0"/>
              <a:t>And to share this meal of love.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083197"/>
      </p:ext>
    </p:extLst>
  </p:cSld>
  <p:clrMapOvr>
    <a:masterClrMapping/>
  </p:clrMapOvr>
</p:sld>
</file>

<file path=ppt/slides/slide20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476 - You satisfy the hungry heart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975594"/>
      </p:ext>
    </p:extLst>
  </p:cSld>
  <p:clrMapOvr>
    <a:masterClrMapping/>
  </p:clrMapOvr>
</p:sld>
</file>

<file path=ppt/slides/slide20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when the shepherd calls his sheep, </a:t>
            </a:r>
          </a:p>
          <a:p>
            <a:r>
              <a:rPr lang="en-US" dirty="0"/>
              <a:t>They know and heed his voice, </a:t>
            </a:r>
          </a:p>
          <a:p>
            <a:r>
              <a:rPr lang="en-US" dirty="0"/>
              <a:t>So when You call your family, </a:t>
            </a:r>
          </a:p>
          <a:p>
            <a:r>
              <a:rPr lang="en-US" dirty="0"/>
              <a:t>We follow and rejoice.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389611"/>
      </p:ext>
    </p:extLst>
  </p:cSld>
  <p:clrMapOvr>
    <a:masterClrMapping/>
  </p:clrMapOvr>
</p:sld>
</file>

<file path=ppt/slides/slide20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033769"/>
      </p:ext>
    </p:extLst>
  </p:cSld>
  <p:clrMapOvr>
    <a:masterClrMapping/>
  </p:clrMapOvr>
</p:sld>
</file>

<file path=ppt/slides/slide20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joyful lips we sing to you</a:t>
            </a:r>
          </a:p>
          <a:p>
            <a:r>
              <a:rPr lang="en-US" dirty="0"/>
              <a:t>Our praise and gratitude,</a:t>
            </a:r>
          </a:p>
          <a:p>
            <a:r>
              <a:rPr lang="en-US" dirty="0"/>
              <a:t>That You should count us worthy, Lord,</a:t>
            </a:r>
          </a:p>
          <a:p>
            <a:r>
              <a:rPr lang="en-US" dirty="0"/>
              <a:t>To share this heavenly food.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075587"/>
      </p:ext>
    </p:extLst>
  </p:cSld>
  <p:clrMapOvr>
    <a:masterClrMapping/>
  </p:clrMapOvr>
</p:sld>
</file>

<file path=ppt/slides/slide20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462924"/>
      </p:ext>
    </p:extLst>
  </p:cSld>
  <p:clrMapOvr>
    <a:masterClrMapping/>
  </p:clrMapOvr>
</p:sld>
</file>

<file path=ppt/slides/slide20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not the cup we bless and share </a:t>
            </a:r>
          </a:p>
          <a:p>
            <a:r>
              <a:rPr lang="en-US" dirty="0"/>
              <a:t>The blood of Christ outpoured? </a:t>
            </a:r>
          </a:p>
          <a:p>
            <a:r>
              <a:rPr lang="en-US" dirty="0"/>
              <a:t>Do not one cup, one loaf declare </a:t>
            </a:r>
          </a:p>
          <a:p>
            <a:r>
              <a:rPr lang="en-US" dirty="0"/>
              <a:t>Our oneness in the Lord?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188028"/>
      </p:ext>
    </p:extLst>
  </p:cSld>
  <p:clrMapOvr>
    <a:masterClrMapping/>
  </p:clrMapOvr>
</p:sld>
</file>

<file path=ppt/slides/slide20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200409"/>
      </p:ext>
    </p:extLst>
  </p:cSld>
  <p:clrMapOvr>
    <a:masterClrMapping/>
  </p:clrMapOvr>
</p:sld>
</file>

<file path=ppt/slides/slide20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mystery of your presence, Lord, </a:t>
            </a:r>
          </a:p>
          <a:p>
            <a:r>
              <a:rPr lang="en-US" dirty="0"/>
              <a:t>No normal tongue can tell; </a:t>
            </a:r>
          </a:p>
          <a:p>
            <a:r>
              <a:rPr lang="en-US" dirty="0"/>
              <a:t>Whom all the world cannot contain </a:t>
            </a:r>
          </a:p>
          <a:p>
            <a:r>
              <a:rPr lang="en-US" dirty="0"/>
              <a:t>Comes in our heart to dwell.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985677"/>
      </p:ext>
    </p:extLst>
  </p:cSld>
  <p:clrMapOvr>
    <a:masterClrMapping/>
  </p:clrMapOvr>
</p:sld>
</file>

<file path=ppt/slides/slide20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580928"/>
      </p:ext>
    </p:extLst>
  </p:cSld>
  <p:clrMapOvr>
    <a:masterClrMapping/>
  </p:clrMapOvr>
</p:sld>
</file>

<file path=ppt/slides/slide20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give Yourself to us, O Lord; </a:t>
            </a:r>
          </a:p>
          <a:p>
            <a:r>
              <a:rPr lang="en-US" dirty="0"/>
              <a:t>Then selfless let us be, </a:t>
            </a:r>
          </a:p>
          <a:p>
            <a:r>
              <a:rPr lang="en-US" dirty="0"/>
              <a:t>To serve each other in your name, </a:t>
            </a:r>
          </a:p>
          <a:p>
            <a:r>
              <a:rPr lang="en-US" dirty="0"/>
              <a:t>In truth and charity.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436254"/>
      </p:ext>
    </p:extLst>
  </p:cSld>
  <p:clrMapOvr>
    <a:masterClrMapping/>
  </p:clrMapOvr>
</p:sld>
</file>

<file path=ppt/slides/slide20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satisfy the hungry heart</a:t>
            </a:r>
          </a:p>
          <a:p>
            <a:r>
              <a:rPr lang="en-US" dirty="0"/>
              <a:t>With gift of finest wheat. </a:t>
            </a:r>
          </a:p>
          <a:p>
            <a:r>
              <a:rPr lang="en-US" dirty="0"/>
              <a:t>Come, give to us, O saving Lord, </a:t>
            </a:r>
          </a:p>
          <a:p>
            <a:r>
              <a:rPr lang="en-US" dirty="0"/>
              <a:t>The bread of life to eat.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191112"/>
      </p:ext>
    </p:extLst>
  </p:cSld>
  <p:clrMapOvr>
    <a:masterClrMapping/>
  </p:clrMapOvr>
</p:sld>
</file>

<file path=ppt/slides/slide20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477 - You shall go out with joy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shall go out with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be led forth with peace,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mountains and the hills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break forth before you.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There’ll be shouts of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all the trees of the field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clap, will clap their hands.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789051"/>
      </p:ext>
    </p:extLst>
  </p:cSld>
  <p:clrMapOvr>
    <a:masterClrMapping/>
  </p:clrMapOvr>
</p:sld>
</file>

<file path=ppt/slides/slide20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all the trees of the field </a:t>
            </a:r>
          </a:p>
          <a:p>
            <a:r>
              <a:rPr lang="en-US" dirty="0"/>
              <a:t>will clap their hands,</a:t>
            </a:r>
          </a:p>
          <a:p>
            <a:r>
              <a:rPr lang="en-US" dirty="0"/>
              <a:t>The trees of the field will clap their hands,</a:t>
            </a:r>
          </a:p>
          <a:p>
            <a:r>
              <a:rPr lang="en-US" dirty="0"/>
              <a:t>The trees of the field will clap their hands, </a:t>
            </a:r>
          </a:p>
          <a:p>
            <a:r>
              <a:rPr lang="en-US" dirty="0"/>
              <a:t>While you go out with joy!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927869"/>
      </p:ext>
    </p:extLst>
  </p:cSld>
  <p:clrMapOvr>
    <a:masterClrMapping/>
  </p:clrMapOvr>
</p:sld>
</file>

<file path=ppt/slides/slide20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shall go out with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be led forth with peace,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mountains and the hills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break forth before you.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There’ll be shouts of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all the trees of the field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clap, will clap their hands.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5545815"/>
      </p:ext>
    </p:extLst>
  </p:cSld>
  <p:clrMapOvr>
    <a:masterClrMapping/>
  </p:clrMapOvr>
</p:sld>
</file>

<file path=ppt/slides/slide20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And all the birds of the sky will chirp and sing...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shall go out with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be led forth with peace,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mountains and the hills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break forth before you.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There’ll be shouts of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all the trees of the field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clap, will clap their hands.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443812"/>
      </p:ext>
    </p:extLst>
  </p:cSld>
  <p:clrMapOvr>
    <a:masterClrMapping/>
  </p:clrMapOvr>
</p:sld>
</file>

<file path=ppt/slides/slide20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And all the angels of heaven will flap their wings...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shall go out with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be led forth with peace,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mountains and the hills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break forth before you.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There’ll be shouts of joy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all the trees of the field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Will clap, will clap their hands.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944334"/>
      </p:ext>
    </p:extLst>
  </p:cSld>
  <p:clrMapOvr>
    <a:masterClrMapping/>
  </p:clrMapOvr>
</p:sld>
</file>

<file path=ppt/slides/slide20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71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478 - You who are burdened, toil and sweat,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who are burdened, toil and sweat,</a:t>
            </a:r>
          </a:p>
          <a:p>
            <a:r>
              <a:rPr lang="en-US" dirty="0"/>
              <a:t>Longing for rest but all in vain.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467923"/>
      </p:ext>
    </p:extLst>
  </p:cSld>
  <p:clrMapOvr>
    <a:masterClrMapping/>
  </p:clrMapOvr>
</p:sld>
</file>

<file path=ppt/slides/slide20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not afraid of sacrifice, </a:t>
            </a:r>
          </a:p>
          <a:p>
            <a:r>
              <a:rPr lang="en-US" dirty="0"/>
              <a:t>Be not afraid in front of death, </a:t>
            </a:r>
          </a:p>
          <a:p>
            <a:r>
              <a:rPr lang="en-US" dirty="0"/>
              <a:t>Lift up your eyes to Jesus Christ, </a:t>
            </a:r>
          </a:p>
          <a:p>
            <a:r>
              <a:rPr lang="en-US" dirty="0"/>
              <a:t>Cry out to him and never despair.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2099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621808"/>
      </p:ext>
    </p:extLst>
  </p:cSld>
  <p:clrMapOvr>
    <a:masterClrMapping/>
  </p:clrMapOvr>
</p:sld>
</file>

<file path=ppt/slides/slide2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 that slip on the way and fall, </a:t>
            </a:r>
          </a:p>
          <a:p>
            <a:r>
              <a:rPr lang="en-US" dirty="0"/>
              <a:t>Hearts wounded deep and full of woe.</a:t>
            </a:r>
          </a:p>
          <a:p>
            <a:r>
              <a:rPr lang="en-US" dirty="0"/>
              <a:t>Be not afraid of sacrifice, </a:t>
            </a:r>
          </a:p>
          <a:p>
            <a:r>
              <a:rPr lang="en-US" dirty="0"/>
              <a:t>Be not afraid in front of death, </a:t>
            </a:r>
          </a:p>
          <a:p>
            <a:r>
              <a:rPr lang="en-US" dirty="0"/>
              <a:t>Lift up your eyes to Jesus Christ, </a:t>
            </a:r>
          </a:p>
          <a:p>
            <a:r>
              <a:rPr lang="en-US" dirty="0"/>
              <a:t>Cry out to him and never despair.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347649"/>
      </p:ext>
    </p:extLst>
  </p:cSld>
  <p:clrMapOvr>
    <a:masterClrMapping/>
  </p:clrMapOvr>
</p:sld>
</file>

<file path=ppt/slides/slide2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 that weep in prison’s cells,</a:t>
            </a:r>
          </a:p>
          <a:p>
            <a:r>
              <a:rPr lang="en-US" dirty="0"/>
              <a:t>People who flee from home and kin. </a:t>
            </a:r>
          </a:p>
          <a:p>
            <a:r>
              <a:rPr lang="en-US" dirty="0"/>
              <a:t>Be not afraid of sacrifice, </a:t>
            </a:r>
          </a:p>
          <a:p>
            <a:r>
              <a:rPr lang="en-US" dirty="0"/>
              <a:t>Be not afraid in front of death, </a:t>
            </a:r>
          </a:p>
          <a:p>
            <a:r>
              <a:rPr lang="en-US" dirty="0"/>
              <a:t>Lift up your eyes to Jesus Christ, </a:t>
            </a:r>
          </a:p>
          <a:p>
            <a:r>
              <a:rPr lang="en-US" dirty="0"/>
              <a:t>Cry out to him and never despair.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505536"/>
      </p:ext>
    </p:extLst>
  </p:cSld>
  <p:clrMapOvr>
    <a:masterClrMapping/>
  </p:clrMapOvr>
</p:sld>
</file>

<file path=ppt/slides/slide2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 whom strife has torn apart, </a:t>
            </a:r>
          </a:p>
          <a:p>
            <a:r>
              <a:rPr lang="en-US" dirty="0"/>
              <a:t>People  whom one has crucified.</a:t>
            </a:r>
          </a:p>
          <a:p>
            <a:r>
              <a:rPr lang="en-US" dirty="0"/>
              <a:t>Be not afraid of sacrifice, </a:t>
            </a:r>
          </a:p>
          <a:p>
            <a:r>
              <a:rPr lang="en-US" dirty="0"/>
              <a:t>Be not afraid in front of death, </a:t>
            </a:r>
          </a:p>
          <a:p>
            <a:r>
              <a:rPr lang="en-US" dirty="0"/>
              <a:t>Lift up your eyes to Jesus Christ, </a:t>
            </a:r>
          </a:p>
          <a:p>
            <a:r>
              <a:rPr lang="en-US" dirty="0"/>
              <a:t>Cry out to him and never despair.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901650"/>
      </p:ext>
    </p:extLst>
  </p:cSld>
  <p:clrMapOvr>
    <a:masterClrMapping/>
  </p:clrMapOvr>
</p:sld>
</file>

<file path=ppt/slides/slide2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247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479 - You who dwell in the shelter of the Lord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who dwell in the shelter of the Lord </a:t>
            </a:r>
          </a:p>
          <a:p>
            <a:r>
              <a:rPr lang="en-US" dirty="0"/>
              <a:t>Who abide in His shadow for life </a:t>
            </a:r>
          </a:p>
          <a:p>
            <a:r>
              <a:rPr lang="en-US" dirty="0"/>
              <a:t>Say to the Lord, </a:t>
            </a:r>
          </a:p>
          <a:p>
            <a:r>
              <a:rPr lang="en-US" dirty="0"/>
              <a:t>“My Refuge, My Rock in whom I trust”.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972456"/>
      </p:ext>
    </p:extLst>
  </p:cSld>
  <p:clrMapOvr>
    <a:masterClrMapping/>
  </p:clrMapOvr>
</p:sld>
</file>

<file path=ppt/slides/slide2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He will raise you up on eagle’s wings</a:t>
            </a:r>
          </a:p>
          <a:p>
            <a:r>
              <a:rPr lang="en-US" dirty="0"/>
              <a:t>Bear you on the breath of dawn</a:t>
            </a:r>
          </a:p>
          <a:p>
            <a:r>
              <a:rPr lang="en-US" dirty="0"/>
              <a:t>Make you to shine like the sun</a:t>
            </a:r>
          </a:p>
          <a:p>
            <a:r>
              <a:rPr lang="en-US" dirty="0"/>
              <a:t>And hold you in the palm of His hand.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379079"/>
      </p:ext>
    </p:extLst>
  </p:cSld>
  <p:clrMapOvr>
    <a:masterClrMapping/>
  </p:clrMapOvr>
</p:sld>
</file>

<file path=ppt/slides/slide2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snare of the fowler will never capture you</a:t>
            </a:r>
          </a:p>
          <a:p>
            <a:r>
              <a:rPr lang="en-US" dirty="0"/>
              <a:t>And famine will bring you no fear</a:t>
            </a:r>
          </a:p>
          <a:p>
            <a:r>
              <a:rPr lang="en-US" dirty="0"/>
              <a:t>Under His wings your refuge</a:t>
            </a:r>
          </a:p>
          <a:p>
            <a:r>
              <a:rPr lang="en-US" dirty="0"/>
              <a:t>His faithfulness, your shield.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40031"/>
      </p:ext>
    </p:extLst>
  </p:cSld>
  <p:clrMapOvr>
    <a:masterClrMapping/>
  </p:clrMapOvr>
</p:sld>
</file>

<file path=ppt/slides/slide2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not fear the terror of the night</a:t>
            </a:r>
          </a:p>
          <a:p>
            <a:r>
              <a:rPr lang="en-US" dirty="0"/>
              <a:t>Nor the arrow that flies by day</a:t>
            </a:r>
          </a:p>
          <a:p>
            <a:r>
              <a:rPr lang="en-US" dirty="0"/>
              <a:t>Though thousands fall about you</a:t>
            </a:r>
          </a:p>
          <a:p>
            <a:r>
              <a:rPr lang="en-US" dirty="0"/>
              <a:t>Near you it shall not come.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055838"/>
      </p:ext>
    </p:extLst>
  </p:cSld>
  <p:clrMapOvr>
    <a:masterClrMapping/>
  </p:clrMapOvr>
</p:sld>
</file>

<file path=ppt/slides/slide2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to His angel’s, He’s given a command </a:t>
            </a:r>
          </a:p>
          <a:p>
            <a:r>
              <a:rPr lang="en-US" dirty="0"/>
              <a:t>To guard you in all of your ways </a:t>
            </a:r>
          </a:p>
          <a:p>
            <a:r>
              <a:rPr lang="en-US" dirty="0"/>
              <a:t>Upon their hands they will bear you up </a:t>
            </a:r>
          </a:p>
          <a:p>
            <a:r>
              <a:rPr lang="en-US" dirty="0"/>
              <a:t>Lest you dash your foot against a stone.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834114"/>
      </p:ext>
    </p:extLst>
  </p:cSld>
  <p:clrMapOvr>
    <a:masterClrMapping/>
  </p:clrMapOvr>
</p:sld>
</file>

<file path=ppt/slides/slide2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Hold you in the palm of His hand </a:t>
            </a:r>
          </a:p>
          <a:p>
            <a:r>
              <a:rPr lang="en-US" dirty="0"/>
              <a:t>(of His Hands) </a:t>
            </a:r>
          </a:p>
          <a:p>
            <a:r>
              <a:rPr lang="en-US" dirty="0"/>
              <a:t>He will hold you, He will hold you </a:t>
            </a:r>
          </a:p>
          <a:p>
            <a:r>
              <a:rPr lang="en-US" dirty="0"/>
              <a:t>Hold you in the palm of His hand.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74300"/>
      </p:ext>
    </p:extLst>
  </p:cSld>
  <p:clrMapOvr>
    <a:masterClrMapping/>
  </p:clrMapOvr>
</p:sld>
</file>

<file path=ppt/slides/slide2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395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480 - You who pass by the way, look and see;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who pass by the way, look and see;</a:t>
            </a:r>
          </a:p>
          <a:p>
            <a:r>
              <a:rPr lang="en-US" dirty="0"/>
              <a:t>Was there ever sorrow like mine?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867610"/>
      </p:ext>
    </p:extLst>
  </p:cSld>
  <p:clrMapOvr>
    <a:masterClrMapping/>
  </p:clrMapOvr>
</p:sld>
</file>

<file path=ppt/slides/slide2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how the waters close in on me, </a:t>
            </a:r>
          </a:p>
          <a:p>
            <a:r>
              <a:rPr lang="en-US" dirty="0"/>
              <a:t>shoulder high. </a:t>
            </a:r>
          </a:p>
          <a:p>
            <a:r>
              <a:rPr lang="en-US" dirty="0"/>
              <a:t>I sink into the deep and there is no foothold.</a:t>
            </a:r>
          </a:p>
          <a:p>
            <a:r>
              <a:rPr lang="en-US" dirty="0"/>
              <a:t>A stranger I became </a:t>
            </a:r>
          </a:p>
          <a:p>
            <a:r>
              <a:rPr lang="en-US" dirty="0"/>
              <a:t>to my brothers and friends: </a:t>
            </a:r>
          </a:p>
          <a:p>
            <a:r>
              <a:rPr lang="en-US" dirty="0"/>
              <a:t>They have abandoned me and covered me with shame.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742891"/>
      </p:ext>
    </p:extLst>
  </p:cSld>
  <p:clrMapOvr>
    <a:masterClrMapping/>
  </p:clrMapOvr>
</p:sld>
</file>

<file path=ppt/slides/slide2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Look down upon me, Lord,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 your great tenderness.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Turn not your face away,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make haste to answer me.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Draw near in my distress,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set me free from my foes.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 you I make my prayer,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your help shall never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417886"/>
      </p:ext>
    </p:extLst>
  </p:cSld>
  <p:clrMapOvr>
    <a:masterClrMapping/>
  </p:clrMapOvr>
</p:sld>
</file>

<file path=ppt/slides/slide2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You know the mocking words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the shame I endure.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My foes are known to you,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despair has filled my heart.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 look for comfort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where there is none to be found.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They gave me gall to eat and vinegar to drink!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14540"/>
      </p:ext>
    </p:extLst>
  </p:cSld>
  <p:clrMapOvr>
    <a:masterClrMapping/>
  </p:clrMapOvr>
</p:sld>
</file>

<file path=ppt/slides/slide2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95" y="773186"/>
            <a:ext cx="11852476" cy="554806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All you who seek the Lord,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may your heart live again,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God does not despise his own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that are in need.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Let all the living creatures on earth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give Him praise,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Sion he will save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those who love his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246361"/>
      </p:ext>
    </p:extLst>
  </p:cSld>
  <p:clrMapOvr>
    <a:masterClrMapping/>
  </p:clrMapOvr>
</p:sld>
</file>

<file path=ppt/slides/slide2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924" y="292125"/>
            <a:ext cx="10794357" cy="561202"/>
          </a:xfrm>
        </p:spPr>
        <p:txBody>
          <a:bodyPr>
            <a:noAutofit/>
          </a:bodyPr>
          <a:lstStyle/>
          <a:p>
            <a:r>
              <a:rPr lang="en-US" sz="4400" dirty="0"/>
              <a:t>481 - Zither strings, praises sing, cymbals ring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Zither strings, praises sing, cymbals 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Tell all that Christmas time is here.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Wise men bring precious things to the King,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Greet now our Lord.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Bells now ring, angels sing, God is King,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Harken to tidings of great joy.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Shepherds pipe, holy light, star so bright,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Signal his birth.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004948"/>
      </p:ext>
    </p:extLst>
  </p:cSld>
  <p:clrMapOvr>
    <a:masterClrMapping/>
  </p:clrMapOvr>
</p:sld>
</file>

<file path=ppt/slides/slide2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Halleluia</a:t>
            </a:r>
            <a:r>
              <a:rPr lang="en-US" dirty="0"/>
              <a:t>, from zither strings, </a:t>
            </a:r>
          </a:p>
          <a:p>
            <a:r>
              <a:rPr lang="en-US" dirty="0" err="1"/>
              <a:t>Halleluia</a:t>
            </a:r>
            <a:r>
              <a:rPr lang="en-US" dirty="0"/>
              <a:t>, the church bells ring, </a:t>
            </a:r>
          </a:p>
          <a:p>
            <a:r>
              <a:rPr lang="en-US" dirty="0" err="1"/>
              <a:t>Halleluia</a:t>
            </a:r>
            <a:r>
              <a:rPr lang="en-US" dirty="0"/>
              <a:t>, all people sing, </a:t>
            </a:r>
          </a:p>
          <a:p>
            <a:r>
              <a:rPr lang="en-US" dirty="0"/>
              <a:t>Greet now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521914"/>
      </p:ext>
    </p:extLst>
  </p:cSld>
  <p:clrMapOvr>
    <a:masterClrMapping/>
  </p:clrMapOvr>
</p:sld>
</file>

<file path=ppt/slides/slide2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Born to die and to rise to the skies, </a:t>
            </a:r>
          </a:p>
          <a:p>
            <a:r>
              <a:rPr lang="en-US" dirty="0"/>
              <a:t>Food in the manger for the sheep. </a:t>
            </a:r>
          </a:p>
          <a:p>
            <a:r>
              <a:rPr lang="en-US" dirty="0"/>
              <a:t>Holy Child, Mother mild, </a:t>
            </a:r>
          </a:p>
          <a:p>
            <a:r>
              <a:rPr lang="en-US" dirty="0"/>
              <a:t>see her smile, blessed is she.</a:t>
            </a:r>
          </a:p>
          <a:p>
            <a:r>
              <a:rPr lang="en-US" dirty="0"/>
              <a:t>Humble we, bended knee, Christ to see, </a:t>
            </a:r>
          </a:p>
          <a:p>
            <a:r>
              <a:rPr lang="en-US" dirty="0"/>
              <a:t>Hail to the holy newborn child. </a:t>
            </a:r>
          </a:p>
          <a:p>
            <a:r>
              <a:rPr lang="en-US" dirty="0"/>
              <a:t>For his birth is of worth, peace on earth, </a:t>
            </a:r>
          </a:p>
          <a:p>
            <a:r>
              <a:rPr lang="en-US" dirty="0"/>
              <a:t>let us adore.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229190"/>
      </p:ext>
    </p:extLst>
  </p:cSld>
  <p:clrMapOvr>
    <a:masterClrMapping/>
  </p:clrMapOvr>
</p:sld>
</file>

<file path=ppt/slides/slide2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Satan’s King, world of sin, God, rescind, </a:t>
            </a:r>
          </a:p>
          <a:p>
            <a:r>
              <a:rPr lang="en-US" dirty="0"/>
              <a:t>Deck the hail, trumpet call, peace to all, </a:t>
            </a:r>
          </a:p>
          <a:p>
            <a:r>
              <a:rPr lang="en-US" dirty="0"/>
              <a:t>Peace to God’s people, his people on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610678"/>
      </p:ext>
    </p:extLst>
  </p:cSld>
  <p:clrMapOvr>
    <a:masterClrMapping/>
  </p:clrMapOvr>
</p:sld>
</file>

<file path=ppt/slides/slide2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LATIN HYMNS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732746"/>
      </p:ext>
    </p:extLst>
  </p:cSld>
  <p:clrMapOvr>
    <a:masterClrMapping/>
  </p:clrMapOvr>
</p:sld>
</file>

<file path=ppt/slides/slide2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482 - </a:t>
            </a:r>
            <a:r>
              <a:rPr lang="en-US" sz="4400" dirty="0" err="1"/>
              <a:t>Adeste</a:t>
            </a:r>
            <a:r>
              <a:rPr lang="en-US" sz="4400" dirty="0"/>
              <a:t> </a:t>
            </a:r>
            <a:r>
              <a:rPr lang="en-US" sz="4400" dirty="0" err="1"/>
              <a:t>fideles</a:t>
            </a:r>
            <a:r>
              <a:rPr lang="en-US" sz="4400" dirty="0"/>
              <a:t>, </a:t>
            </a:r>
            <a:r>
              <a:rPr lang="en-US" sz="4400" dirty="0" err="1"/>
              <a:t>Laeti</a:t>
            </a:r>
            <a:r>
              <a:rPr lang="en-US" sz="4400" dirty="0"/>
              <a:t>, </a:t>
            </a:r>
            <a:r>
              <a:rPr lang="en-US" sz="4400" dirty="0" err="1"/>
              <a:t>triumphantes</a:t>
            </a:r>
            <a:r>
              <a:rPr lang="en-US" sz="4400" dirty="0"/>
              <a:t>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Adeste</a:t>
            </a:r>
            <a:r>
              <a:rPr lang="en-IN" dirty="0"/>
              <a:t> </a:t>
            </a:r>
            <a:r>
              <a:rPr lang="en-IN" dirty="0" err="1"/>
              <a:t>fideles</a:t>
            </a:r>
            <a:r>
              <a:rPr lang="en-IN" dirty="0"/>
              <a:t>, </a:t>
            </a:r>
            <a:r>
              <a:rPr lang="en-IN" dirty="0" err="1"/>
              <a:t>Laeti</a:t>
            </a:r>
            <a:r>
              <a:rPr lang="en-IN" dirty="0"/>
              <a:t>, </a:t>
            </a:r>
            <a:r>
              <a:rPr lang="en-IN" dirty="0" err="1"/>
              <a:t>triumphantes</a:t>
            </a:r>
            <a:r>
              <a:rPr lang="en-IN" dirty="0"/>
              <a:t>:</a:t>
            </a:r>
          </a:p>
          <a:p>
            <a:r>
              <a:rPr lang="en-IN" dirty="0" err="1"/>
              <a:t>Venite</a:t>
            </a:r>
            <a:r>
              <a:rPr lang="en-IN" dirty="0"/>
              <a:t>, </a:t>
            </a:r>
            <a:r>
              <a:rPr lang="en-IN" dirty="0" err="1"/>
              <a:t>Venite</a:t>
            </a:r>
            <a:r>
              <a:rPr lang="en-IN" dirty="0"/>
              <a:t> in Bethlehem</a:t>
            </a:r>
          </a:p>
          <a:p>
            <a:r>
              <a:rPr lang="en-IN" dirty="0" err="1"/>
              <a:t>Natum</a:t>
            </a:r>
            <a:r>
              <a:rPr lang="en-IN" dirty="0"/>
              <a:t> </a:t>
            </a:r>
            <a:r>
              <a:rPr lang="en-IN" dirty="0" err="1"/>
              <a:t>videte</a:t>
            </a:r>
            <a:r>
              <a:rPr lang="en-IN" dirty="0"/>
              <a:t>, </a:t>
            </a:r>
            <a:r>
              <a:rPr lang="en-IN" dirty="0" err="1"/>
              <a:t>Regem</a:t>
            </a:r>
            <a:r>
              <a:rPr lang="en-IN" dirty="0"/>
              <a:t> </a:t>
            </a:r>
            <a:r>
              <a:rPr lang="en-IN" dirty="0" err="1"/>
              <a:t>angelorum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285675"/>
      </p:ext>
    </p:extLst>
  </p:cSld>
  <p:clrMapOvr>
    <a:masterClrMapping/>
  </p:clrMapOvr>
</p:sld>
</file>

<file path=ppt/slides/slide2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Venite</a:t>
            </a:r>
            <a:r>
              <a:rPr lang="en-IN" dirty="0"/>
              <a:t> </a:t>
            </a:r>
            <a:r>
              <a:rPr lang="en-IN" dirty="0" err="1"/>
              <a:t>adoremus</a:t>
            </a:r>
            <a:r>
              <a:rPr lang="en-IN" dirty="0"/>
              <a:t> [3] </a:t>
            </a:r>
            <a:r>
              <a:rPr lang="en-IN" dirty="0" err="1"/>
              <a:t>Dominum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762996"/>
      </p:ext>
    </p:extLst>
  </p:cSld>
  <p:clrMapOvr>
    <a:masterClrMapping/>
  </p:clrMapOvr>
</p:sld>
</file>

<file path=ppt/slides/slide2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Aeterni</a:t>
            </a:r>
            <a:r>
              <a:rPr lang="en-IN" dirty="0"/>
              <a:t> Parentis </a:t>
            </a:r>
            <a:r>
              <a:rPr lang="en-IN" dirty="0" err="1"/>
              <a:t>splendorem</a:t>
            </a:r>
            <a:r>
              <a:rPr lang="en-IN" dirty="0"/>
              <a:t> </a:t>
            </a:r>
            <a:r>
              <a:rPr lang="en-IN" dirty="0" err="1"/>
              <a:t>aeternum</a:t>
            </a:r>
            <a:endParaRPr lang="en-IN" dirty="0"/>
          </a:p>
          <a:p>
            <a:r>
              <a:rPr lang="en-IN" dirty="0" err="1"/>
              <a:t>Velatum</a:t>
            </a:r>
            <a:r>
              <a:rPr lang="en-IN" dirty="0"/>
              <a:t> sub carne </a:t>
            </a:r>
            <a:r>
              <a:rPr lang="en-IN" dirty="0" err="1"/>
              <a:t>videbimus</a:t>
            </a:r>
            <a:endParaRPr lang="en-IN" dirty="0"/>
          </a:p>
          <a:p>
            <a:r>
              <a:rPr lang="en-IN" dirty="0"/>
              <a:t>Deum </a:t>
            </a:r>
            <a:r>
              <a:rPr lang="en-IN" dirty="0" err="1"/>
              <a:t>infantem</a:t>
            </a:r>
            <a:r>
              <a:rPr lang="en-IN" dirty="0"/>
              <a:t>, </a:t>
            </a:r>
            <a:r>
              <a:rPr lang="en-IN" dirty="0" err="1"/>
              <a:t>pannis</a:t>
            </a:r>
            <a:r>
              <a:rPr lang="en-IN" dirty="0"/>
              <a:t> </a:t>
            </a:r>
            <a:r>
              <a:rPr lang="en-IN" dirty="0" err="1"/>
              <a:t>involutum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077931"/>
      </p:ext>
    </p:extLst>
  </p:cSld>
  <p:clrMapOvr>
    <a:masterClrMapping/>
  </p:clrMapOvr>
</p:sld>
</file>

<file path=ppt/slides/slide2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483 - </a:t>
            </a:r>
            <a:r>
              <a:rPr lang="en-US" sz="4400" dirty="0" err="1"/>
              <a:t>Adoremus</a:t>
            </a:r>
            <a:r>
              <a:rPr lang="en-US" sz="4400" dirty="0"/>
              <a:t> in </a:t>
            </a:r>
            <a:r>
              <a:rPr lang="en-US" sz="4400" dirty="0" err="1"/>
              <a:t>aeternum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Adoremus</a:t>
            </a:r>
            <a:r>
              <a:rPr lang="en-IN" dirty="0"/>
              <a:t> in </a:t>
            </a:r>
            <a:r>
              <a:rPr lang="en-IN" dirty="0" err="1"/>
              <a:t>aeternum</a:t>
            </a:r>
            <a:endParaRPr lang="en-IN" dirty="0"/>
          </a:p>
          <a:p>
            <a:r>
              <a:rPr lang="en-IN" dirty="0" err="1"/>
              <a:t>Sanctisimum</a:t>
            </a:r>
            <a:r>
              <a:rPr lang="en-IN" dirty="0"/>
              <a:t> </a:t>
            </a:r>
            <a:r>
              <a:rPr lang="en-IN" dirty="0" err="1"/>
              <a:t>Sacramentum</a:t>
            </a:r>
            <a:r>
              <a:rPr lang="en-IN" dirty="0"/>
              <a:t> [2].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42904"/>
      </p:ext>
    </p:extLst>
  </p:cSld>
  <p:clrMapOvr>
    <a:masterClrMapping/>
  </p:clrMapOvr>
</p:sld>
</file>

<file path=ppt/slides/slide2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Laudate</a:t>
            </a:r>
            <a:r>
              <a:rPr lang="fr-FR" dirty="0"/>
              <a:t> </a:t>
            </a:r>
            <a:r>
              <a:rPr lang="fr-FR" dirty="0" err="1"/>
              <a:t>Dominum</a:t>
            </a:r>
            <a:r>
              <a:rPr lang="fr-FR" dirty="0"/>
              <a:t> </a:t>
            </a:r>
            <a:r>
              <a:rPr lang="fr-FR" dirty="0" err="1"/>
              <a:t>omnes</a:t>
            </a:r>
            <a:r>
              <a:rPr lang="fr-FR" dirty="0"/>
              <a:t> gentes: </a:t>
            </a:r>
          </a:p>
          <a:p>
            <a:r>
              <a:rPr lang="fr-FR" dirty="0" err="1"/>
              <a:t>Laudate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omnes</a:t>
            </a:r>
            <a:r>
              <a:rPr lang="fr-FR" dirty="0"/>
              <a:t> populi.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169407"/>
      </p:ext>
    </p:extLst>
  </p:cSld>
  <p:clrMapOvr>
    <a:masterClrMapping/>
  </p:clrMapOvr>
</p:sld>
</file>

<file path=ppt/slides/slide2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Quoniam confirmata est super nos misericordias ejus: </a:t>
            </a:r>
          </a:p>
          <a:p>
            <a:r>
              <a:rPr lang="pt-BR" dirty="0"/>
              <a:t>Et veritas Domini manet in aeternum.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166288"/>
      </p:ext>
    </p:extLst>
  </p:cSld>
  <p:clrMapOvr>
    <a:masterClrMapping/>
  </p:clrMapOvr>
</p:sld>
</file>

<file path=ppt/slides/slide2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484 - Alma </a:t>
            </a:r>
            <a:r>
              <a:rPr lang="en-US" sz="4400" dirty="0" err="1"/>
              <a:t>redemtoris</a:t>
            </a:r>
            <a:r>
              <a:rPr lang="en-US" sz="4400" dirty="0"/>
              <a:t> mater,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Quae </a:t>
            </a:r>
            <a:r>
              <a:rPr lang="en-IN" dirty="0" err="1"/>
              <a:t>pervia</a:t>
            </a:r>
            <a:r>
              <a:rPr lang="en-IN" dirty="0"/>
              <a:t> </a:t>
            </a:r>
            <a:r>
              <a:rPr lang="en-IN" dirty="0" err="1"/>
              <a:t>caeli</a:t>
            </a:r>
            <a:r>
              <a:rPr lang="en-IN" dirty="0"/>
              <a:t> </a:t>
            </a:r>
            <a:r>
              <a:rPr lang="en-IN" dirty="0" err="1"/>
              <a:t>porta</a:t>
            </a:r>
            <a:r>
              <a:rPr lang="en-IN" dirty="0"/>
              <a:t> manes</a:t>
            </a:r>
          </a:p>
          <a:p>
            <a:r>
              <a:rPr lang="en-IN" dirty="0"/>
              <a:t>Et Stella </a:t>
            </a:r>
            <a:r>
              <a:rPr lang="en-IN" dirty="0" err="1"/>
              <a:t>maris</a:t>
            </a:r>
            <a:r>
              <a:rPr lang="en-IN" dirty="0"/>
              <a:t>, </a:t>
            </a:r>
            <a:r>
              <a:rPr lang="en-IN" dirty="0" err="1"/>
              <a:t>succurre</a:t>
            </a:r>
            <a:r>
              <a:rPr lang="en-IN" dirty="0"/>
              <a:t> </a:t>
            </a:r>
            <a:r>
              <a:rPr lang="en-IN" dirty="0" err="1"/>
              <a:t>cadenti</a:t>
            </a:r>
            <a:r>
              <a:rPr lang="en-IN" dirty="0"/>
              <a:t> </a:t>
            </a:r>
            <a:r>
              <a:rPr lang="en-IN" dirty="0" err="1"/>
              <a:t>surgere</a:t>
            </a:r>
            <a:r>
              <a:rPr lang="en-IN" dirty="0"/>
              <a:t> qui </a:t>
            </a:r>
            <a:r>
              <a:rPr lang="en-IN" dirty="0" err="1"/>
              <a:t>curat</a:t>
            </a:r>
            <a:r>
              <a:rPr lang="en-IN" dirty="0"/>
              <a:t> </a:t>
            </a:r>
            <a:r>
              <a:rPr lang="en-IN" dirty="0" err="1"/>
              <a:t>populo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173117"/>
      </p:ext>
    </p:extLst>
  </p:cSld>
  <p:clrMapOvr>
    <a:masterClrMapping/>
  </p:clrMapOvr>
</p:sld>
</file>

<file path=ppt/slides/slide2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Tu</a:t>
            </a:r>
            <a:r>
              <a:rPr lang="en-IN" dirty="0"/>
              <a:t> quae </a:t>
            </a:r>
            <a:r>
              <a:rPr lang="en-IN" dirty="0" err="1"/>
              <a:t>genuisti</a:t>
            </a:r>
            <a:r>
              <a:rPr lang="en-IN" dirty="0"/>
              <a:t>, </a:t>
            </a:r>
            <a:r>
              <a:rPr lang="en-IN" dirty="0" err="1"/>
              <a:t>natura</a:t>
            </a:r>
            <a:r>
              <a:rPr lang="en-IN" dirty="0"/>
              <a:t> </a:t>
            </a:r>
            <a:r>
              <a:rPr lang="en-IN" dirty="0" err="1"/>
              <a:t>mirante</a:t>
            </a:r>
            <a:r>
              <a:rPr lang="en-IN" dirty="0"/>
              <a:t>,</a:t>
            </a:r>
          </a:p>
          <a:p>
            <a:r>
              <a:rPr lang="en-IN" dirty="0" err="1"/>
              <a:t>Tuum</a:t>
            </a:r>
            <a:r>
              <a:rPr lang="en-IN" dirty="0"/>
              <a:t> sanctum </a:t>
            </a:r>
            <a:r>
              <a:rPr lang="en-IN" dirty="0" err="1"/>
              <a:t>Genitore</a:t>
            </a:r>
            <a:r>
              <a:rPr lang="en-IN" dirty="0"/>
              <a:t> Virgo </a:t>
            </a:r>
            <a:r>
              <a:rPr lang="en-IN" dirty="0" err="1"/>
              <a:t>prius</a:t>
            </a:r>
            <a:r>
              <a:rPr lang="en-IN" dirty="0"/>
              <a:t> ac </a:t>
            </a:r>
            <a:r>
              <a:rPr lang="en-IN" dirty="0" err="1"/>
              <a:t>posterius</a:t>
            </a:r>
            <a:r>
              <a:rPr lang="en-IN" dirty="0"/>
              <a:t>, </a:t>
            </a:r>
            <a:r>
              <a:rPr lang="en-IN" dirty="0" err="1"/>
              <a:t>Gabrielis</a:t>
            </a:r>
            <a:r>
              <a:rPr lang="en-IN" dirty="0"/>
              <a:t> </a:t>
            </a:r>
            <a:r>
              <a:rPr lang="en-IN" dirty="0" err="1"/>
              <a:t>ab</a:t>
            </a:r>
            <a:r>
              <a:rPr lang="en-IN" dirty="0"/>
              <a:t> ore </a:t>
            </a:r>
          </a:p>
          <a:p>
            <a:r>
              <a:rPr lang="en-IN" dirty="0" err="1"/>
              <a:t>Sumens</a:t>
            </a:r>
            <a:r>
              <a:rPr lang="en-IN" dirty="0"/>
              <a:t> </a:t>
            </a:r>
            <a:r>
              <a:rPr lang="en-IN" dirty="0" err="1"/>
              <a:t>illud</a:t>
            </a:r>
            <a:r>
              <a:rPr lang="en-IN" dirty="0"/>
              <a:t> Ave, </a:t>
            </a:r>
            <a:r>
              <a:rPr lang="en-IN" dirty="0" err="1"/>
              <a:t>peccatorum</a:t>
            </a:r>
            <a:r>
              <a:rPr lang="en-IN" dirty="0"/>
              <a:t> miserere.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871471"/>
      </p:ext>
    </p:extLst>
  </p:cSld>
  <p:clrMapOvr>
    <a:masterClrMapping/>
  </p:clrMapOvr>
</p:sld>
</file>

<file path=ppt/slides/slide2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485 - </a:t>
            </a:r>
            <a:r>
              <a:rPr lang="en-US" sz="4400" dirty="0" err="1"/>
              <a:t>Attende</a:t>
            </a:r>
            <a:r>
              <a:rPr lang="en-US" sz="4400" dirty="0"/>
              <a:t> </a:t>
            </a:r>
            <a:r>
              <a:rPr lang="en-US" sz="4400" dirty="0" err="1"/>
              <a:t>Domine</a:t>
            </a:r>
            <a:r>
              <a:rPr lang="en-US" sz="4400" dirty="0"/>
              <a:t>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Attende</a:t>
            </a:r>
            <a:r>
              <a:rPr lang="en-IN" dirty="0"/>
              <a:t> </a:t>
            </a:r>
            <a:r>
              <a:rPr lang="en-IN" dirty="0" err="1"/>
              <a:t>Domine</a:t>
            </a:r>
            <a:r>
              <a:rPr lang="en-IN" dirty="0"/>
              <a:t>,</a:t>
            </a:r>
          </a:p>
          <a:p>
            <a:r>
              <a:rPr lang="en-IN" dirty="0"/>
              <a:t>Et miserere, </a:t>
            </a:r>
            <a:r>
              <a:rPr lang="en-IN" dirty="0" err="1"/>
              <a:t>quia</a:t>
            </a:r>
            <a:r>
              <a:rPr lang="en-IN" dirty="0"/>
              <a:t> </a:t>
            </a:r>
            <a:r>
              <a:rPr lang="en-IN" dirty="0" err="1"/>
              <a:t>peccavimus</a:t>
            </a:r>
            <a:r>
              <a:rPr lang="en-IN" dirty="0"/>
              <a:t> </a:t>
            </a:r>
            <a:r>
              <a:rPr lang="en-IN" dirty="0" err="1"/>
              <a:t>tibi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231468"/>
      </p:ext>
    </p:extLst>
  </p:cSld>
  <p:clrMapOvr>
    <a:masterClrMapping/>
  </p:clrMapOvr>
</p:sld>
</file>

<file path=ppt/slides/slide2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 </a:t>
            </a:r>
            <a:r>
              <a:rPr lang="en-IN" dirty="0" err="1"/>
              <a:t>te</a:t>
            </a:r>
            <a:r>
              <a:rPr lang="en-IN" dirty="0"/>
              <a:t> Rex </a:t>
            </a:r>
            <a:r>
              <a:rPr lang="en-IN" dirty="0" err="1"/>
              <a:t>Summe</a:t>
            </a:r>
            <a:r>
              <a:rPr lang="en-IN" dirty="0"/>
              <a:t>, </a:t>
            </a:r>
            <a:r>
              <a:rPr lang="en-IN" dirty="0" err="1"/>
              <a:t>omnium</a:t>
            </a:r>
            <a:r>
              <a:rPr lang="en-IN" dirty="0"/>
              <a:t> </a:t>
            </a:r>
            <a:r>
              <a:rPr lang="en-IN" dirty="0" err="1"/>
              <a:t>Redemptor</a:t>
            </a:r>
            <a:r>
              <a:rPr lang="en-IN" dirty="0"/>
              <a:t>, </a:t>
            </a:r>
          </a:p>
          <a:p>
            <a:r>
              <a:rPr lang="en-IN" dirty="0" err="1"/>
              <a:t>Oculos</a:t>
            </a:r>
            <a:r>
              <a:rPr lang="en-IN" dirty="0"/>
              <a:t> nostros </a:t>
            </a:r>
            <a:r>
              <a:rPr lang="en-IN" dirty="0" err="1"/>
              <a:t>sublevamus</a:t>
            </a:r>
            <a:r>
              <a:rPr lang="en-IN" dirty="0"/>
              <a:t> </a:t>
            </a:r>
            <a:r>
              <a:rPr lang="en-IN" dirty="0" err="1"/>
              <a:t>flentes</a:t>
            </a:r>
            <a:r>
              <a:rPr lang="en-IN" dirty="0"/>
              <a:t>: </a:t>
            </a:r>
          </a:p>
          <a:p>
            <a:r>
              <a:rPr lang="en-IN" dirty="0" err="1"/>
              <a:t>Exaudi</a:t>
            </a:r>
            <a:r>
              <a:rPr lang="en-IN" dirty="0"/>
              <a:t>, </a:t>
            </a:r>
            <a:r>
              <a:rPr lang="en-IN" dirty="0" err="1"/>
              <a:t>Christe</a:t>
            </a:r>
            <a:r>
              <a:rPr lang="en-IN" dirty="0"/>
              <a:t>, </a:t>
            </a:r>
            <a:r>
              <a:rPr lang="en-IN" dirty="0" err="1"/>
              <a:t>supplicatum</a:t>
            </a:r>
            <a:r>
              <a:rPr lang="en-IN" dirty="0"/>
              <a:t> </a:t>
            </a:r>
            <a:r>
              <a:rPr lang="en-IN" dirty="0" err="1"/>
              <a:t>preces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77323"/>
      </p:ext>
    </p:extLst>
  </p:cSld>
  <p:clrMapOvr>
    <a:masterClrMapping/>
  </p:clrMapOvr>
</p:sld>
</file>

<file path=ppt/slides/slide2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Dextera</a:t>
            </a:r>
            <a:r>
              <a:rPr lang="en-IN" dirty="0"/>
              <a:t> </a:t>
            </a:r>
            <a:r>
              <a:rPr lang="en-IN" dirty="0" err="1"/>
              <a:t>Patris</a:t>
            </a:r>
            <a:r>
              <a:rPr lang="en-IN" dirty="0"/>
              <a:t>, lapis </a:t>
            </a:r>
            <a:r>
              <a:rPr lang="en-IN" dirty="0" err="1"/>
              <a:t>angularis</a:t>
            </a:r>
            <a:r>
              <a:rPr lang="en-IN" dirty="0"/>
              <a:t>, </a:t>
            </a:r>
          </a:p>
          <a:p>
            <a:r>
              <a:rPr lang="en-IN" dirty="0"/>
              <a:t>Via </a:t>
            </a:r>
            <a:r>
              <a:rPr lang="en-IN" dirty="0" err="1"/>
              <a:t>salutis</a:t>
            </a:r>
            <a:r>
              <a:rPr lang="en-IN" dirty="0"/>
              <a:t>, </a:t>
            </a:r>
            <a:r>
              <a:rPr lang="en-IN" dirty="0" err="1"/>
              <a:t>ianua</a:t>
            </a:r>
            <a:r>
              <a:rPr lang="en-IN" dirty="0"/>
              <a:t> </a:t>
            </a:r>
            <a:r>
              <a:rPr lang="en-IN" dirty="0" err="1"/>
              <a:t>caelestis</a:t>
            </a:r>
            <a:endParaRPr lang="en-IN" dirty="0"/>
          </a:p>
          <a:p>
            <a:r>
              <a:rPr lang="en-IN" dirty="0" err="1"/>
              <a:t>Ablue</a:t>
            </a:r>
            <a:r>
              <a:rPr lang="en-IN" dirty="0"/>
              <a:t> </a:t>
            </a:r>
            <a:r>
              <a:rPr lang="en-IN" dirty="0" err="1"/>
              <a:t>nostri</a:t>
            </a:r>
            <a:r>
              <a:rPr lang="en-IN" dirty="0"/>
              <a:t> </a:t>
            </a:r>
            <a:r>
              <a:rPr lang="en-IN" dirty="0" err="1"/>
              <a:t>maculis</a:t>
            </a:r>
            <a:r>
              <a:rPr lang="en-IN" dirty="0"/>
              <a:t> </a:t>
            </a:r>
            <a:r>
              <a:rPr lang="en-IN" dirty="0" err="1"/>
              <a:t>delicti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608802"/>
      </p:ext>
    </p:extLst>
  </p:cSld>
  <p:clrMapOvr>
    <a:masterClrMapping/>
  </p:clrMapOvr>
</p:sld>
</file>

<file path=ppt/slides/slide2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Rogamus</a:t>
            </a:r>
            <a:r>
              <a:rPr lang="en-IN" dirty="0"/>
              <a:t>, Deus, </a:t>
            </a:r>
            <a:r>
              <a:rPr lang="en-IN" dirty="0" err="1"/>
              <a:t>tuam</a:t>
            </a:r>
            <a:r>
              <a:rPr lang="en-IN" dirty="0"/>
              <a:t> </a:t>
            </a:r>
            <a:r>
              <a:rPr lang="en-IN" dirty="0" err="1"/>
              <a:t>maiestatem</a:t>
            </a:r>
            <a:r>
              <a:rPr lang="en-IN" dirty="0"/>
              <a:t>: </a:t>
            </a:r>
          </a:p>
          <a:p>
            <a:r>
              <a:rPr lang="en-IN" dirty="0" err="1"/>
              <a:t>Auribus</a:t>
            </a:r>
            <a:r>
              <a:rPr lang="en-IN" dirty="0"/>
              <a:t> </a:t>
            </a:r>
            <a:r>
              <a:rPr lang="en-IN" dirty="0" err="1"/>
              <a:t>sacris</a:t>
            </a:r>
            <a:r>
              <a:rPr lang="en-IN" dirty="0"/>
              <a:t> </a:t>
            </a:r>
            <a:r>
              <a:rPr lang="en-IN" dirty="0" err="1"/>
              <a:t>gemitus</a:t>
            </a:r>
            <a:r>
              <a:rPr lang="en-IN" dirty="0"/>
              <a:t> </a:t>
            </a:r>
            <a:r>
              <a:rPr lang="en-IN" dirty="0" err="1"/>
              <a:t>exaudi</a:t>
            </a:r>
            <a:endParaRPr lang="en-IN" dirty="0"/>
          </a:p>
          <a:p>
            <a:r>
              <a:rPr lang="en-IN" dirty="0" err="1"/>
              <a:t>Crimina</a:t>
            </a:r>
            <a:r>
              <a:rPr lang="en-IN" dirty="0"/>
              <a:t> nostra </a:t>
            </a:r>
            <a:r>
              <a:rPr lang="en-IN" dirty="0" err="1"/>
              <a:t>placidus</a:t>
            </a:r>
            <a:r>
              <a:rPr lang="en-IN" dirty="0"/>
              <a:t> indulge.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74841"/>
      </p:ext>
    </p:extLst>
  </p:cSld>
  <p:clrMapOvr>
    <a:masterClrMapping/>
  </p:clrMapOvr>
</p:sld>
</file>

<file path=ppt/slides/slide2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192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486 - </a:t>
            </a:r>
            <a:r>
              <a:rPr lang="pt-BR" sz="4400" dirty="0"/>
              <a:t>Ave maria, Gratia plena, Dominus tecum, benedicta tu,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2081129"/>
            <a:ext cx="11753537" cy="3717788"/>
          </a:xfrm>
        </p:spPr>
        <p:txBody>
          <a:bodyPr/>
          <a:lstStyle/>
          <a:p>
            <a:r>
              <a:rPr lang="en-IN" dirty="0"/>
              <a:t>Ave maria, Gratia plena, </a:t>
            </a:r>
          </a:p>
          <a:p>
            <a:r>
              <a:rPr lang="en-IN" dirty="0"/>
              <a:t>Dominus tecum, </a:t>
            </a:r>
            <a:r>
              <a:rPr lang="en-IN" dirty="0" err="1"/>
              <a:t>benedicta</a:t>
            </a:r>
            <a:r>
              <a:rPr lang="en-IN" dirty="0"/>
              <a:t> </a:t>
            </a:r>
            <a:r>
              <a:rPr lang="en-IN" dirty="0" err="1"/>
              <a:t>tu</a:t>
            </a:r>
            <a:r>
              <a:rPr lang="en-IN" dirty="0"/>
              <a:t>, </a:t>
            </a:r>
          </a:p>
          <a:p>
            <a:r>
              <a:rPr lang="en-IN" dirty="0"/>
              <a:t>In </a:t>
            </a:r>
            <a:r>
              <a:rPr lang="en-IN" dirty="0" err="1"/>
              <a:t>mulieribus</a:t>
            </a:r>
            <a:r>
              <a:rPr lang="en-IN" dirty="0"/>
              <a:t>, </a:t>
            </a:r>
          </a:p>
          <a:p>
            <a:r>
              <a:rPr lang="en-IN" dirty="0"/>
              <a:t>et </a:t>
            </a:r>
            <a:r>
              <a:rPr lang="en-IN" dirty="0" err="1"/>
              <a:t>benedictus</a:t>
            </a:r>
            <a:r>
              <a:rPr lang="en-IN" dirty="0"/>
              <a:t> fructus </a:t>
            </a:r>
            <a:r>
              <a:rPr lang="en-IN" dirty="0" err="1"/>
              <a:t>ventris</a:t>
            </a:r>
            <a:r>
              <a:rPr lang="en-IN" dirty="0"/>
              <a:t> tui Jesus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212186"/>
      </p:ext>
    </p:extLst>
  </p:cSld>
  <p:clrMapOvr>
    <a:masterClrMapping/>
  </p:clrMapOvr>
</p:sld>
</file>

<file path=ppt/slides/slide2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Sancta Maria, Mater Dei, </a:t>
            </a:r>
          </a:p>
          <a:p>
            <a:r>
              <a:rPr lang="en-IN" dirty="0" err="1"/>
              <a:t>ora</a:t>
            </a:r>
            <a:r>
              <a:rPr lang="en-IN" dirty="0"/>
              <a:t> pro nobis </a:t>
            </a:r>
            <a:r>
              <a:rPr lang="en-IN" dirty="0" err="1"/>
              <a:t>peccatoribus</a:t>
            </a:r>
            <a:r>
              <a:rPr lang="en-IN" dirty="0"/>
              <a:t>, </a:t>
            </a:r>
          </a:p>
          <a:p>
            <a:r>
              <a:rPr lang="en-IN" dirty="0"/>
              <a:t>Nunc et in hora mortis </a:t>
            </a:r>
            <a:r>
              <a:rPr lang="en-IN" dirty="0" err="1"/>
              <a:t>nostrae</a:t>
            </a:r>
            <a:r>
              <a:rPr lang="en-IN" dirty="0"/>
              <a:t>. </a:t>
            </a:r>
          </a:p>
          <a:p>
            <a:r>
              <a:rPr lang="en-IN" dirty="0"/>
              <a:t>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143936"/>
      </p:ext>
    </p:extLst>
  </p:cSld>
  <p:clrMapOvr>
    <a:masterClrMapping/>
  </p:clrMapOvr>
</p:sld>
</file>

<file path=ppt/slides/slide2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487 - Ave </a:t>
            </a:r>
            <a:r>
              <a:rPr lang="en-US" sz="4400" dirty="0" err="1"/>
              <a:t>maris</a:t>
            </a:r>
            <a:r>
              <a:rPr lang="en-US" sz="4400" dirty="0"/>
              <a:t> </a:t>
            </a:r>
            <a:r>
              <a:rPr lang="en-US" sz="4400" dirty="0" err="1"/>
              <a:t>stella</a:t>
            </a:r>
            <a:r>
              <a:rPr lang="en-US" sz="4400" dirty="0"/>
              <a:t>, Dei Mater alma,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Ave maris stella, Dei Mater alma, </a:t>
            </a:r>
          </a:p>
          <a:p>
            <a:r>
              <a:rPr lang="it-IT" dirty="0"/>
              <a:t>Atque semper Virgo, Felix caeli porta.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579079"/>
      </p:ext>
    </p:extLst>
  </p:cSld>
  <p:clrMapOvr>
    <a:masterClrMapping/>
  </p:clrMapOvr>
</p:sld>
</file>

<file path=ppt/slides/slide2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Sumens</a:t>
            </a:r>
            <a:r>
              <a:rPr lang="en-IN" dirty="0"/>
              <a:t> </a:t>
            </a:r>
            <a:r>
              <a:rPr lang="en-IN" dirty="0" err="1"/>
              <a:t>illud</a:t>
            </a:r>
            <a:r>
              <a:rPr lang="en-IN" dirty="0"/>
              <a:t> Ave, </a:t>
            </a:r>
            <a:r>
              <a:rPr lang="en-IN" dirty="0" err="1"/>
              <a:t>Gabrielis</a:t>
            </a:r>
            <a:r>
              <a:rPr lang="en-IN" dirty="0"/>
              <a:t> ore, </a:t>
            </a:r>
          </a:p>
          <a:p>
            <a:r>
              <a:rPr lang="en-IN" dirty="0" err="1"/>
              <a:t>Funda</a:t>
            </a:r>
            <a:r>
              <a:rPr lang="en-IN" dirty="0"/>
              <a:t> </a:t>
            </a:r>
            <a:r>
              <a:rPr lang="en-IN" dirty="0" err="1"/>
              <a:t>nos</a:t>
            </a:r>
            <a:r>
              <a:rPr lang="en-IN" dirty="0"/>
              <a:t> in pace, </a:t>
            </a:r>
            <a:r>
              <a:rPr lang="en-IN" dirty="0" err="1"/>
              <a:t>Mutans</a:t>
            </a:r>
            <a:r>
              <a:rPr lang="en-IN" dirty="0"/>
              <a:t> </a:t>
            </a:r>
            <a:r>
              <a:rPr lang="en-IN" dirty="0" err="1"/>
              <a:t>Hevae</a:t>
            </a:r>
            <a:r>
              <a:rPr lang="en-IN" dirty="0"/>
              <a:t> </a:t>
            </a:r>
            <a:r>
              <a:rPr lang="en-IN" dirty="0" err="1"/>
              <a:t>nomen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412937"/>
      </p:ext>
    </p:extLst>
  </p:cSld>
  <p:clrMapOvr>
    <a:masterClrMapping/>
  </p:clrMapOvr>
</p:sld>
</file>

<file path=ppt/slides/slide2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Solve </a:t>
            </a:r>
            <a:r>
              <a:rPr lang="en-IN" dirty="0" err="1"/>
              <a:t>vincla</a:t>
            </a:r>
            <a:r>
              <a:rPr lang="en-IN" dirty="0"/>
              <a:t> </a:t>
            </a:r>
            <a:r>
              <a:rPr lang="en-IN" dirty="0" err="1"/>
              <a:t>reis</a:t>
            </a:r>
            <a:r>
              <a:rPr lang="en-IN" dirty="0"/>
              <a:t>, </a:t>
            </a:r>
            <a:r>
              <a:rPr lang="en-IN" dirty="0" err="1"/>
              <a:t>Profer</a:t>
            </a:r>
            <a:r>
              <a:rPr lang="en-IN" dirty="0"/>
              <a:t> lumen </a:t>
            </a:r>
            <a:r>
              <a:rPr lang="en-IN" dirty="0" err="1"/>
              <a:t>caecis</a:t>
            </a:r>
            <a:r>
              <a:rPr lang="en-IN" dirty="0"/>
              <a:t>, </a:t>
            </a:r>
          </a:p>
          <a:p>
            <a:r>
              <a:rPr lang="en-IN" dirty="0"/>
              <a:t>Mala </a:t>
            </a:r>
            <a:r>
              <a:rPr lang="en-IN" dirty="0" err="1"/>
              <a:t>nostre</a:t>
            </a:r>
            <a:r>
              <a:rPr lang="en-IN" dirty="0"/>
              <a:t> </a:t>
            </a:r>
            <a:r>
              <a:rPr lang="en-IN" dirty="0" err="1"/>
              <a:t>pelle</a:t>
            </a:r>
            <a:r>
              <a:rPr lang="en-IN" dirty="0"/>
              <a:t>, Bona </a:t>
            </a:r>
            <a:r>
              <a:rPr lang="en-IN" dirty="0" err="1"/>
              <a:t>cuncta</a:t>
            </a:r>
            <a:r>
              <a:rPr lang="en-IN" dirty="0"/>
              <a:t> </a:t>
            </a:r>
            <a:r>
              <a:rPr lang="en-IN" dirty="0" err="1"/>
              <a:t>posce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31169"/>
      </p:ext>
    </p:extLst>
  </p:cSld>
  <p:clrMapOvr>
    <a:masterClrMapping/>
  </p:clrMapOvr>
</p:sld>
</file>

<file path=ppt/slides/slide2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Virgo </a:t>
            </a:r>
            <a:r>
              <a:rPr lang="en-IN" dirty="0" err="1"/>
              <a:t>singularis</a:t>
            </a:r>
            <a:r>
              <a:rPr lang="en-IN" dirty="0"/>
              <a:t>, Inter </a:t>
            </a:r>
            <a:r>
              <a:rPr lang="en-IN" dirty="0" err="1"/>
              <a:t>omnes</a:t>
            </a:r>
            <a:r>
              <a:rPr lang="en-IN" dirty="0"/>
              <a:t> </a:t>
            </a:r>
            <a:r>
              <a:rPr lang="en-IN" dirty="0" err="1"/>
              <a:t>mitis</a:t>
            </a:r>
            <a:r>
              <a:rPr lang="en-IN" dirty="0"/>
              <a:t>, </a:t>
            </a:r>
          </a:p>
          <a:p>
            <a:r>
              <a:rPr lang="en-IN" dirty="0" err="1"/>
              <a:t>Nos</a:t>
            </a:r>
            <a:r>
              <a:rPr lang="en-IN" dirty="0"/>
              <a:t> </a:t>
            </a:r>
            <a:r>
              <a:rPr lang="en-IN" dirty="0" err="1"/>
              <a:t>culpis</a:t>
            </a:r>
            <a:r>
              <a:rPr lang="en-IN" dirty="0"/>
              <a:t> </a:t>
            </a:r>
            <a:r>
              <a:rPr lang="en-IN" dirty="0" err="1"/>
              <a:t>solutos</a:t>
            </a:r>
            <a:r>
              <a:rPr lang="en-IN" dirty="0"/>
              <a:t>, Mites </a:t>
            </a:r>
            <a:r>
              <a:rPr lang="en-IN" dirty="0" err="1"/>
              <a:t>fac</a:t>
            </a:r>
            <a:r>
              <a:rPr lang="en-IN" dirty="0"/>
              <a:t> et </a:t>
            </a:r>
            <a:r>
              <a:rPr lang="en-IN" dirty="0" err="1"/>
              <a:t>castos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551458"/>
      </p:ext>
    </p:extLst>
  </p:cSld>
  <p:clrMapOvr>
    <a:masterClrMapping/>
  </p:clrMapOvr>
</p:sld>
</file>

<file path=ppt/slides/slide2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488 - Ave </a:t>
            </a:r>
            <a:r>
              <a:rPr lang="en-US" sz="4400" dirty="0" err="1"/>
              <a:t>regina</a:t>
            </a:r>
            <a:r>
              <a:rPr lang="en-US" sz="4400" dirty="0"/>
              <a:t> </a:t>
            </a:r>
            <a:r>
              <a:rPr lang="en-US" sz="4400" dirty="0" err="1"/>
              <a:t>caelorum</a:t>
            </a:r>
            <a:r>
              <a:rPr lang="en-US" sz="4400" dirty="0"/>
              <a:t>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Ave </a:t>
            </a:r>
            <a:r>
              <a:rPr lang="en-IN" dirty="0" err="1"/>
              <a:t>regina</a:t>
            </a:r>
            <a:r>
              <a:rPr lang="en-IN" dirty="0"/>
              <a:t> </a:t>
            </a:r>
            <a:r>
              <a:rPr lang="en-IN" dirty="0" err="1"/>
              <a:t>caelorum</a:t>
            </a:r>
            <a:r>
              <a:rPr lang="en-IN" dirty="0"/>
              <a:t>, Ave </a:t>
            </a:r>
            <a:r>
              <a:rPr lang="en-IN" dirty="0" err="1"/>
              <a:t>Domina</a:t>
            </a:r>
            <a:r>
              <a:rPr lang="en-IN" dirty="0"/>
              <a:t> </a:t>
            </a:r>
            <a:r>
              <a:rPr lang="en-IN" dirty="0" err="1"/>
              <a:t>angelorum</a:t>
            </a:r>
            <a:endParaRPr lang="en-IN" dirty="0"/>
          </a:p>
          <a:p>
            <a:r>
              <a:rPr lang="en-IN" dirty="0"/>
              <a:t>Salve Radix, Salve Porta, </a:t>
            </a:r>
          </a:p>
          <a:p>
            <a:r>
              <a:rPr lang="en-IN" dirty="0"/>
              <a:t>Ex qua </a:t>
            </a:r>
            <a:r>
              <a:rPr lang="en-IN" dirty="0" err="1"/>
              <a:t>mundo</a:t>
            </a:r>
            <a:r>
              <a:rPr lang="en-IN" dirty="0"/>
              <a:t> lux </a:t>
            </a:r>
            <a:r>
              <a:rPr lang="en-IN" dirty="0" err="1"/>
              <a:t>est</a:t>
            </a:r>
            <a:r>
              <a:rPr lang="en-IN" dirty="0"/>
              <a:t> </a:t>
            </a:r>
            <a:r>
              <a:rPr lang="en-IN" dirty="0" err="1"/>
              <a:t>orta</a:t>
            </a:r>
            <a:r>
              <a:rPr lang="en-IN" dirty="0"/>
              <a:t>.</a:t>
            </a:r>
          </a:p>
          <a:p>
            <a:r>
              <a:rPr lang="en-IN" dirty="0" err="1"/>
              <a:t>Gaude</a:t>
            </a:r>
            <a:r>
              <a:rPr lang="en-IN" dirty="0"/>
              <a:t> Virgo </a:t>
            </a:r>
            <a:r>
              <a:rPr lang="en-IN" dirty="0" err="1"/>
              <a:t>gloriosa</a:t>
            </a:r>
            <a:r>
              <a:rPr lang="en-IN" dirty="0"/>
              <a:t>, super </a:t>
            </a:r>
            <a:r>
              <a:rPr lang="en-IN" dirty="0" err="1"/>
              <a:t>omnes</a:t>
            </a:r>
            <a:r>
              <a:rPr lang="en-IN" dirty="0"/>
              <a:t> </a:t>
            </a:r>
            <a:r>
              <a:rPr lang="en-IN" dirty="0" err="1"/>
              <a:t>speciosa</a:t>
            </a:r>
            <a:r>
              <a:rPr lang="en-IN" dirty="0"/>
              <a:t>: </a:t>
            </a:r>
          </a:p>
          <a:p>
            <a:r>
              <a:rPr lang="en-IN" dirty="0"/>
              <a:t>Vale, O Valde Decora, </a:t>
            </a:r>
          </a:p>
          <a:p>
            <a:r>
              <a:rPr lang="en-IN" dirty="0"/>
              <a:t>et pro nobis Christum </a:t>
            </a:r>
            <a:r>
              <a:rPr lang="en-IN" dirty="0" err="1"/>
              <a:t>exora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79276"/>
      </p:ext>
    </p:extLst>
  </p:cSld>
  <p:clrMapOvr>
    <a:masterClrMapping/>
  </p:clrMapOvr>
</p:sld>
</file>

<file path=ppt/slides/slide2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489 - Ave </a:t>
            </a:r>
            <a:r>
              <a:rPr lang="en-US" dirty="0" err="1"/>
              <a:t>verum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20" y="1097280"/>
            <a:ext cx="11794872" cy="5548069"/>
          </a:xfrm>
        </p:spPr>
        <p:txBody>
          <a:bodyPr>
            <a:normAutofit/>
          </a:bodyPr>
          <a:lstStyle/>
          <a:p>
            <a:r>
              <a:rPr lang="en-IN" dirty="0"/>
              <a:t>Ave </a:t>
            </a:r>
            <a:r>
              <a:rPr lang="en-IN" dirty="0" err="1"/>
              <a:t>verum</a:t>
            </a:r>
            <a:r>
              <a:rPr lang="en-IN" dirty="0"/>
              <a:t>, Corpus </a:t>
            </a:r>
            <a:r>
              <a:rPr lang="en-IN" dirty="0" err="1"/>
              <a:t>natum</a:t>
            </a:r>
            <a:r>
              <a:rPr lang="en-IN" dirty="0"/>
              <a:t>, de Maria </a:t>
            </a:r>
            <a:r>
              <a:rPr lang="en-IN" dirty="0" err="1"/>
              <a:t>Virgine</a:t>
            </a:r>
            <a:r>
              <a:rPr lang="en-IN" dirty="0"/>
              <a:t>: </a:t>
            </a:r>
          </a:p>
          <a:p>
            <a:r>
              <a:rPr lang="en-IN" dirty="0"/>
              <a:t>Vere </a:t>
            </a:r>
            <a:r>
              <a:rPr lang="en-IN" dirty="0" err="1"/>
              <a:t>passum</a:t>
            </a:r>
            <a:r>
              <a:rPr lang="en-IN" dirty="0"/>
              <a:t>, </a:t>
            </a:r>
          </a:p>
          <a:p>
            <a:r>
              <a:rPr lang="en-IN" dirty="0" err="1"/>
              <a:t>immolatum</a:t>
            </a:r>
            <a:r>
              <a:rPr lang="en-IN" dirty="0"/>
              <a:t> in Cruce pro </a:t>
            </a:r>
            <a:r>
              <a:rPr lang="en-IN" dirty="0" err="1"/>
              <a:t>homine</a:t>
            </a:r>
            <a:r>
              <a:rPr lang="en-IN" dirty="0"/>
              <a:t>.</a:t>
            </a:r>
          </a:p>
          <a:p>
            <a:r>
              <a:rPr lang="en-IN" dirty="0" err="1"/>
              <a:t>Cujus</a:t>
            </a:r>
            <a:r>
              <a:rPr lang="en-IN" dirty="0"/>
              <a:t> </a:t>
            </a:r>
            <a:r>
              <a:rPr lang="en-IN" dirty="0" err="1"/>
              <a:t>latus</a:t>
            </a:r>
            <a:r>
              <a:rPr lang="en-IN" dirty="0"/>
              <a:t> </a:t>
            </a:r>
            <a:r>
              <a:rPr lang="en-IN" dirty="0" err="1"/>
              <a:t>perforatum</a:t>
            </a:r>
            <a:r>
              <a:rPr lang="en-IN" dirty="0"/>
              <a:t> </a:t>
            </a:r>
            <a:r>
              <a:rPr lang="en-IN" dirty="0" err="1"/>
              <a:t>fluxit</a:t>
            </a:r>
            <a:r>
              <a:rPr lang="en-IN" dirty="0"/>
              <a:t> aqua et sanguine: </a:t>
            </a:r>
          </a:p>
          <a:p>
            <a:r>
              <a:rPr lang="en-IN" dirty="0" err="1"/>
              <a:t>Esto</a:t>
            </a:r>
            <a:r>
              <a:rPr lang="en-IN" dirty="0"/>
              <a:t> </a:t>
            </a:r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praegustatum</a:t>
            </a:r>
            <a:r>
              <a:rPr lang="en-IN" dirty="0"/>
              <a:t> mortis in examine.</a:t>
            </a:r>
          </a:p>
          <a:p>
            <a:r>
              <a:rPr lang="en-IN" dirty="0"/>
              <a:t>O </a:t>
            </a:r>
            <a:r>
              <a:rPr lang="en-IN" dirty="0" err="1"/>
              <a:t>Jesu</a:t>
            </a:r>
            <a:r>
              <a:rPr lang="en-IN" dirty="0"/>
              <a:t> </a:t>
            </a:r>
            <a:r>
              <a:rPr lang="en-IN" dirty="0" err="1"/>
              <a:t>dulcis</a:t>
            </a:r>
            <a:r>
              <a:rPr lang="en-IN" dirty="0"/>
              <a:t>! O </a:t>
            </a:r>
            <a:r>
              <a:rPr lang="en-IN" dirty="0" err="1"/>
              <a:t>Jesu</a:t>
            </a:r>
            <a:r>
              <a:rPr lang="en-IN" dirty="0"/>
              <a:t> pie! O </a:t>
            </a:r>
            <a:r>
              <a:rPr lang="en-IN" dirty="0" err="1"/>
              <a:t>Jesu</a:t>
            </a:r>
            <a:r>
              <a:rPr lang="en-IN" dirty="0"/>
              <a:t> </a:t>
            </a:r>
            <a:r>
              <a:rPr lang="en-IN" dirty="0" err="1"/>
              <a:t>fili</a:t>
            </a:r>
            <a:r>
              <a:rPr lang="en-IN" dirty="0"/>
              <a:t> </a:t>
            </a:r>
            <a:r>
              <a:rPr lang="en-IN" dirty="0" err="1"/>
              <a:t>Mariae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802216"/>
      </p:ext>
    </p:extLst>
  </p:cSld>
  <p:clrMapOvr>
    <a:masterClrMapping/>
  </p:clrMapOvr>
</p:sld>
</file>

<file path=ppt/slides/slide2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490 - </a:t>
            </a:r>
            <a:r>
              <a:rPr lang="en-US" sz="4400" dirty="0" err="1"/>
              <a:t>Christus</a:t>
            </a:r>
            <a:r>
              <a:rPr lang="en-US" sz="4400" dirty="0"/>
              <a:t> </a:t>
            </a:r>
            <a:r>
              <a:rPr lang="en-US" sz="4400" dirty="0" err="1"/>
              <a:t>vincit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Christus </a:t>
            </a:r>
            <a:r>
              <a:rPr lang="fr-FR" dirty="0" err="1"/>
              <a:t>vincit</a:t>
            </a:r>
            <a:r>
              <a:rPr lang="fr-FR" dirty="0"/>
              <a:t>, </a:t>
            </a:r>
          </a:p>
          <a:p>
            <a:r>
              <a:rPr lang="fr-FR" dirty="0"/>
              <a:t>Christus </a:t>
            </a:r>
            <a:r>
              <a:rPr lang="fr-FR" dirty="0" err="1"/>
              <a:t>Regnat</a:t>
            </a:r>
            <a:r>
              <a:rPr lang="fr-FR" dirty="0"/>
              <a:t>, Christus, Christus, </a:t>
            </a:r>
            <a:r>
              <a:rPr lang="fr-FR" dirty="0" err="1"/>
              <a:t>Imperat</a:t>
            </a:r>
            <a:r>
              <a:rPr lang="fr-FR" dirty="0"/>
              <a:t>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453467"/>
      </p:ext>
    </p:extLst>
  </p:cSld>
  <p:clrMapOvr>
    <a:masterClrMapping/>
  </p:clrMapOvr>
</p:sld>
</file>

<file path=ppt/slides/slide2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0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491 - </a:t>
            </a:r>
            <a:r>
              <a:rPr lang="en-US" sz="4400" dirty="0" err="1"/>
              <a:t>Concordi</a:t>
            </a:r>
            <a:r>
              <a:rPr lang="en-US" sz="4400" dirty="0"/>
              <a:t> </a:t>
            </a:r>
            <a:r>
              <a:rPr lang="en-US" sz="4400" dirty="0" err="1"/>
              <a:t>laetitia</a:t>
            </a:r>
            <a:r>
              <a:rPr lang="en-US" sz="4400" dirty="0"/>
              <a:t>, </a:t>
            </a:r>
            <a:r>
              <a:rPr lang="en-US" sz="4400" dirty="0" err="1"/>
              <a:t>Propulsa</a:t>
            </a:r>
            <a:r>
              <a:rPr lang="en-US" sz="4400" dirty="0"/>
              <a:t> </a:t>
            </a:r>
            <a:r>
              <a:rPr lang="en-US" sz="4400" dirty="0" err="1"/>
              <a:t>maestitia</a:t>
            </a:r>
            <a:r>
              <a:rPr lang="en-US" sz="4400" dirty="0"/>
              <a:t>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Concordi</a:t>
            </a:r>
            <a:r>
              <a:rPr lang="en-IN" dirty="0"/>
              <a:t> </a:t>
            </a:r>
            <a:r>
              <a:rPr lang="en-IN" dirty="0" err="1"/>
              <a:t>laetitia</a:t>
            </a:r>
            <a:r>
              <a:rPr lang="en-IN" dirty="0"/>
              <a:t>, </a:t>
            </a:r>
            <a:r>
              <a:rPr lang="en-IN" dirty="0" err="1"/>
              <a:t>Propulsa</a:t>
            </a:r>
            <a:r>
              <a:rPr lang="en-IN" dirty="0"/>
              <a:t> </a:t>
            </a:r>
            <a:r>
              <a:rPr lang="en-IN" dirty="0" err="1"/>
              <a:t>maestitia</a:t>
            </a:r>
            <a:r>
              <a:rPr lang="en-IN" dirty="0"/>
              <a:t>, </a:t>
            </a:r>
          </a:p>
          <a:p>
            <a:r>
              <a:rPr lang="en-IN" dirty="0" err="1"/>
              <a:t>Mariae</a:t>
            </a:r>
            <a:r>
              <a:rPr lang="en-IN" dirty="0"/>
              <a:t> </a:t>
            </a:r>
            <a:r>
              <a:rPr lang="en-IN" dirty="0" err="1"/>
              <a:t>praeconia</a:t>
            </a:r>
            <a:r>
              <a:rPr lang="en-IN" dirty="0"/>
              <a:t> </a:t>
            </a:r>
            <a:r>
              <a:rPr lang="en-IN" dirty="0" err="1"/>
              <a:t>Recolat</a:t>
            </a:r>
            <a:r>
              <a:rPr lang="en-IN" dirty="0"/>
              <a:t> Ecclesia: </a:t>
            </a:r>
          </a:p>
          <a:p>
            <a:r>
              <a:rPr lang="en-IN" dirty="0"/>
              <a:t>Virgo Maria!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580073"/>
      </p:ext>
    </p:extLst>
  </p:cSld>
  <p:clrMapOvr>
    <a:masterClrMapping/>
  </p:clrMapOvr>
</p:sld>
</file>

<file path=ppt/slides/slide2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Quae </a:t>
            </a:r>
            <a:r>
              <a:rPr lang="en-IN" dirty="0" err="1"/>
              <a:t>felici</a:t>
            </a:r>
            <a:r>
              <a:rPr lang="en-IN" dirty="0"/>
              <a:t> </a:t>
            </a:r>
            <a:r>
              <a:rPr lang="en-IN" dirty="0" err="1"/>
              <a:t>gaudio</a:t>
            </a:r>
            <a:r>
              <a:rPr lang="en-IN" dirty="0"/>
              <a:t>, </a:t>
            </a:r>
            <a:r>
              <a:rPr lang="en-IN" dirty="0" err="1"/>
              <a:t>Resurgente</a:t>
            </a:r>
            <a:r>
              <a:rPr lang="en-IN" dirty="0"/>
              <a:t> Domino, </a:t>
            </a:r>
          </a:p>
          <a:p>
            <a:r>
              <a:rPr lang="en-IN" dirty="0"/>
              <a:t>Floruit </a:t>
            </a:r>
            <a:r>
              <a:rPr lang="en-IN" dirty="0" err="1"/>
              <a:t>ut</a:t>
            </a:r>
            <a:r>
              <a:rPr lang="en-IN" dirty="0"/>
              <a:t> lilium, </a:t>
            </a:r>
            <a:r>
              <a:rPr lang="en-IN" dirty="0" err="1"/>
              <a:t>Vivum</a:t>
            </a:r>
            <a:r>
              <a:rPr lang="en-IN" dirty="0"/>
              <a:t> </a:t>
            </a:r>
            <a:r>
              <a:rPr lang="en-IN" dirty="0" err="1"/>
              <a:t>cernens</a:t>
            </a:r>
            <a:r>
              <a:rPr lang="en-IN" dirty="0"/>
              <a:t> </a:t>
            </a:r>
            <a:r>
              <a:rPr lang="en-IN" dirty="0" err="1"/>
              <a:t>Filium</a:t>
            </a:r>
            <a:r>
              <a:rPr lang="en-IN" dirty="0"/>
              <a:t>: </a:t>
            </a:r>
          </a:p>
          <a:p>
            <a:r>
              <a:rPr lang="en-IN" dirty="0"/>
              <a:t>Virgo Maria!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068636"/>
      </p:ext>
    </p:extLst>
  </p:cSld>
  <p:clrMapOvr>
    <a:masterClrMapping/>
  </p:clrMapOvr>
</p:sld>
</file>

<file path=ppt/slides/slide2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7" y="1097280"/>
            <a:ext cx="12153687" cy="5548069"/>
          </a:xfrm>
        </p:spPr>
        <p:txBody>
          <a:bodyPr/>
          <a:lstStyle/>
          <a:p>
            <a:r>
              <a:rPr lang="en-IN" dirty="0"/>
              <a:t>Quam </a:t>
            </a:r>
            <a:r>
              <a:rPr lang="en-IN" dirty="0" err="1"/>
              <a:t>concentu</a:t>
            </a:r>
            <a:r>
              <a:rPr lang="en-IN" dirty="0"/>
              <a:t> </a:t>
            </a:r>
            <a:r>
              <a:rPr lang="en-IN" dirty="0" err="1"/>
              <a:t>parili</a:t>
            </a:r>
            <a:r>
              <a:rPr lang="en-IN" dirty="0"/>
              <a:t> </a:t>
            </a:r>
            <a:r>
              <a:rPr lang="en-IN" dirty="0" err="1"/>
              <a:t>Chori</a:t>
            </a:r>
            <a:r>
              <a:rPr lang="en-IN" dirty="0"/>
              <a:t> </a:t>
            </a:r>
            <a:r>
              <a:rPr lang="en-IN" dirty="0" err="1"/>
              <a:t>laudant</a:t>
            </a:r>
            <a:r>
              <a:rPr lang="en-IN" dirty="0"/>
              <a:t> </a:t>
            </a:r>
            <a:r>
              <a:rPr lang="en-IN" dirty="0" err="1"/>
              <a:t>caelici</a:t>
            </a:r>
            <a:r>
              <a:rPr lang="en-IN" dirty="0"/>
              <a:t>, </a:t>
            </a:r>
          </a:p>
          <a:p>
            <a:r>
              <a:rPr lang="en-IN" dirty="0"/>
              <a:t>Et </a:t>
            </a:r>
            <a:r>
              <a:rPr lang="en-IN" dirty="0" err="1"/>
              <a:t>nos</a:t>
            </a:r>
            <a:r>
              <a:rPr lang="en-IN" dirty="0"/>
              <a:t> cum </a:t>
            </a:r>
            <a:r>
              <a:rPr lang="en-IN" dirty="0" err="1"/>
              <a:t>caelestibus</a:t>
            </a:r>
            <a:r>
              <a:rPr lang="en-IN" dirty="0"/>
              <a:t> </a:t>
            </a:r>
            <a:r>
              <a:rPr lang="en-IN" dirty="0" err="1"/>
              <a:t>Novum</a:t>
            </a:r>
            <a:r>
              <a:rPr lang="en-IN" dirty="0"/>
              <a:t> </a:t>
            </a:r>
            <a:r>
              <a:rPr lang="en-IN" dirty="0" err="1"/>
              <a:t>melos</a:t>
            </a:r>
            <a:r>
              <a:rPr lang="en-IN" dirty="0"/>
              <a:t> </a:t>
            </a:r>
            <a:r>
              <a:rPr lang="en-IN" dirty="0" err="1"/>
              <a:t>pangimus</a:t>
            </a:r>
            <a:r>
              <a:rPr lang="en-IN" dirty="0"/>
              <a:t>: Virgo Maria!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068523"/>
      </p:ext>
    </p:extLst>
  </p:cSld>
  <p:clrMapOvr>
    <a:masterClrMapping/>
  </p:clrMapOvr>
</p:sld>
</file>

<file path=ppt/slides/slide2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5" y="1097280"/>
            <a:ext cx="12014791" cy="5548069"/>
          </a:xfrm>
        </p:spPr>
        <p:txBody>
          <a:bodyPr/>
          <a:lstStyle/>
          <a:p>
            <a:r>
              <a:rPr lang="en-IN" dirty="0"/>
              <a:t>O Regina </a:t>
            </a:r>
            <a:r>
              <a:rPr lang="en-IN" dirty="0" err="1"/>
              <a:t>Virginum</a:t>
            </a:r>
            <a:r>
              <a:rPr lang="en-IN" dirty="0"/>
              <a:t>, </a:t>
            </a:r>
            <a:r>
              <a:rPr lang="en-IN" dirty="0" err="1"/>
              <a:t>Votis</a:t>
            </a:r>
            <a:r>
              <a:rPr lang="en-IN" dirty="0"/>
              <a:t> </a:t>
            </a:r>
            <a:r>
              <a:rPr lang="en-IN" dirty="0" err="1"/>
              <a:t>fave</a:t>
            </a:r>
            <a:r>
              <a:rPr lang="en-IN" dirty="0"/>
              <a:t> </a:t>
            </a:r>
            <a:r>
              <a:rPr lang="en-IN" dirty="0" err="1"/>
              <a:t>supplicum</a:t>
            </a:r>
            <a:r>
              <a:rPr lang="en-IN" dirty="0"/>
              <a:t>, </a:t>
            </a:r>
          </a:p>
          <a:p>
            <a:r>
              <a:rPr lang="en-IN" dirty="0"/>
              <a:t>Et post mortis stadium, Vitae confer </a:t>
            </a:r>
            <a:r>
              <a:rPr lang="en-IN" dirty="0" err="1"/>
              <a:t>praemium</a:t>
            </a:r>
            <a:r>
              <a:rPr lang="en-IN" dirty="0"/>
              <a:t>: Virgo Maria!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049860"/>
      </p:ext>
    </p:extLst>
  </p:cSld>
  <p:clrMapOvr>
    <a:masterClrMapping/>
  </p:clrMapOvr>
</p:sld>
</file>

<file path=ppt/slides/slide2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Gloriosa Trinitas, Indivisa Unitas, </a:t>
            </a:r>
          </a:p>
          <a:p>
            <a:r>
              <a:rPr lang="pt-BR" dirty="0"/>
              <a:t>Ob Mariae merita, Nos salva per saecula: </a:t>
            </a:r>
          </a:p>
          <a:p>
            <a:r>
              <a:rPr lang="pt-BR" dirty="0"/>
              <a:t>Virgo Maria. </a:t>
            </a:r>
          </a:p>
          <a:p>
            <a:r>
              <a:rPr lang="pt-BR" dirty="0"/>
              <a:t>Amen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16551"/>
      </p:ext>
    </p:extLst>
  </p:cSld>
  <p:clrMapOvr>
    <a:masterClrMapping/>
  </p:clrMapOvr>
</p:sld>
</file>

<file path=ppt/slides/slide2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3" y="5236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492 - </a:t>
            </a:r>
            <a:r>
              <a:rPr lang="en-US" sz="4400" dirty="0" err="1"/>
              <a:t>Cor</a:t>
            </a:r>
            <a:r>
              <a:rPr lang="en-US" sz="4400" dirty="0"/>
              <a:t> </a:t>
            </a:r>
            <a:r>
              <a:rPr lang="en-US" sz="4400" dirty="0" err="1"/>
              <a:t>arca</a:t>
            </a:r>
            <a:r>
              <a:rPr lang="en-US" sz="4400" dirty="0"/>
              <a:t> </a:t>
            </a:r>
            <a:r>
              <a:rPr lang="en-US" sz="4400" dirty="0" err="1"/>
              <a:t>legem</a:t>
            </a:r>
            <a:r>
              <a:rPr lang="en-US" sz="4400" dirty="0"/>
              <a:t> </a:t>
            </a:r>
            <a:r>
              <a:rPr lang="en-US" sz="4400" dirty="0" err="1"/>
              <a:t>continens</a:t>
            </a:r>
            <a:r>
              <a:rPr lang="en-US" sz="4400" dirty="0"/>
              <a:t> Non </a:t>
            </a:r>
            <a:r>
              <a:rPr lang="en-US" sz="4400" dirty="0" err="1"/>
              <a:t>servitutis</a:t>
            </a:r>
            <a:r>
              <a:rPr lang="en-US" sz="4400" dirty="0"/>
              <a:t> </a:t>
            </a:r>
            <a:r>
              <a:rPr lang="en-US" sz="4400" dirty="0" err="1"/>
              <a:t>veteris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66755"/>
            <a:ext cx="11753537" cy="4745622"/>
          </a:xfrm>
        </p:spPr>
        <p:txBody>
          <a:bodyPr/>
          <a:lstStyle/>
          <a:p>
            <a:r>
              <a:rPr lang="en-IN" dirty="0"/>
              <a:t>Cor arca </a:t>
            </a:r>
            <a:r>
              <a:rPr lang="en-IN" dirty="0" err="1"/>
              <a:t>legem</a:t>
            </a:r>
            <a:r>
              <a:rPr lang="en-IN" dirty="0"/>
              <a:t> </a:t>
            </a:r>
            <a:r>
              <a:rPr lang="en-IN" dirty="0" err="1"/>
              <a:t>continens</a:t>
            </a:r>
            <a:r>
              <a:rPr lang="en-IN" dirty="0"/>
              <a:t> </a:t>
            </a:r>
          </a:p>
          <a:p>
            <a:r>
              <a:rPr lang="en-IN" dirty="0"/>
              <a:t>Non </a:t>
            </a:r>
            <a:r>
              <a:rPr lang="en-IN" dirty="0" err="1"/>
              <a:t>servitutis</a:t>
            </a:r>
            <a:r>
              <a:rPr lang="en-IN" dirty="0"/>
              <a:t> </a:t>
            </a:r>
            <a:r>
              <a:rPr lang="en-IN" dirty="0" err="1"/>
              <a:t>veteris</a:t>
            </a:r>
            <a:endParaRPr lang="en-IN" dirty="0"/>
          </a:p>
          <a:p>
            <a:r>
              <a:rPr lang="en-IN" dirty="0" err="1"/>
              <a:t>Sed</a:t>
            </a:r>
            <a:r>
              <a:rPr lang="en-IN" dirty="0"/>
              <a:t> </a:t>
            </a:r>
            <a:r>
              <a:rPr lang="en-IN" dirty="0" err="1"/>
              <a:t>gratiae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</a:t>
            </a:r>
            <a:r>
              <a:rPr lang="en-IN" dirty="0" err="1"/>
              <a:t>veniae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et </a:t>
            </a:r>
            <a:r>
              <a:rPr lang="en-IN" dirty="0" err="1"/>
              <a:t>misericordiae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432694"/>
      </p:ext>
    </p:extLst>
  </p:cSld>
  <p:clrMapOvr>
    <a:masterClrMapping/>
  </p:clrMapOvr>
</p:sld>
</file>

<file path=ppt/slides/slide2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Cor</a:t>
            </a:r>
            <a:r>
              <a:rPr lang="en-IN" dirty="0"/>
              <a:t> </a:t>
            </a:r>
            <a:r>
              <a:rPr lang="en-IN" dirty="0" err="1"/>
              <a:t>Sanctuarium</a:t>
            </a:r>
            <a:r>
              <a:rPr lang="en-IN" dirty="0"/>
              <a:t> </a:t>
            </a:r>
            <a:r>
              <a:rPr lang="en-IN" dirty="0" err="1"/>
              <a:t>novi</a:t>
            </a:r>
            <a:r>
              <a:rPr lang="en-IN" dirty="0"/>
              <a:t> </a:t>
            </a:r>
            <a:r>
              <a:rPr lang="en-IN" dirty="0" err="1"/>
              <a:t>Intemeratum</a:t>
            </a:r>
            <a:r>
              <a:rPr lang="en-IN" dirty="0"/>
              <a:t> </a:t>
            </a:r>
            <a:r>
              <a:rPr lang="en-IN" dirty="0" err="1"/>
              <a:t>foederis</a:t>
            </a:r>
            <a:r>
              <a:rPr lang="en-IN" dirty="0"/>
              <a:t>, </a:t>
            </a:r>
          </a:p>
          <a:p>
            <a:r>
              <a:rPr lang="en-IN" dirty="0" err="1"/>
              <a:t>Templum</a:t>
            </a:r>
            <a:r>
              <a:rPr lang="en-IN" dirty="0"/>
              <a:t> </a:t>
            </a:r>
            <a:r>
              <a:rPr lang="en-IN" dirty="0" err="1"/>
              <a:t>vetusto</a:t>
            </a:r>
            <a:r>
              <a:rPr lang="en-IN" dirty="0"/>
              <a:t> </a:t>
            </a:r>
            <a:r>
              <a:rPr lang="en-IN" dirty="0" err="1"/>
              <a:t>sanctius</a:t>
            </a:r>
            <a:r>
              <a:rPr lang="en-IN" dirty="0"/>
              <a:t> </a:t>
            </a:r>
          </a:p>
          <a:p>
            <a:r>
              <a:rPr lang="en-IN" dirty="0" err="1"/>
              <a:t>Velumque</a:t>
            </a:r>
            <a:r>
              <a:rPr lang="en-IN" dirty="0"/>
              <a:t> </a:t>
            </a:r>
            <a:r>
              <a:rPr lang="en-IN" dirty="0" err="1"/>
              <a:t>scisso</a:t>
            </a:r>
            <a:r>
              <a:rPr lang="en-IN" dirty="0"/>
              <a:t> </a:t>
            </a:r>
            <a:r>
              <a:rPr lang="en-IN" dirty="0" err="1"/>
              <a:t>utilius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242619"/>
      </p:ext>
    </p:extLst>
  </p:cSld>
  <p:clrMapOvr>
    <a:masterClrMapping/>
  </p:clrMapOvr>
</p:sld>
</file>

<file path=ppt/slides/slide2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vulneratum</a:t>
            </a:r>
            <a:r>
              <a:rPr lang="en-IN" dirty="0"/>
              <a:t> caritas </a:t>
            </a:r>
            <a:r>
              <a:rPr lang="en-IN" dirty="0" err="1"/>
              <a:t>Ictu</a:t>
            </a:r>
            <a:r>
              <a:rPr lang="en-IN" dirty="0"/>
              <a:t> </a:t>
            </a:r>
            <a:r>
              <a:rPr lang="en-IN" dirty="0" err="1"/>
              <a:t>patenti</a:t>
            </a:r>
            <a:r>
              <a:rPr lang="en-IN" dirty="0"/>
              <a:t> </a:t>
            </a:r>
            <a:r>
              <a:rPr lang="en-IN" dirty="0" err="1"/>
              <a:t>voluit</a:t>
            </a:r>
            <a:endParaRPr lang="en-IN" dirty="0"/>
          </a:p>
          <a:p>
            <a:r>
              <a:rPr lang="en-IN" dirty="0" err="1"/>
              <a:t>Amoris</a:t>
            </a:r>
            <a:r>
              <a:rPr lang="en-IN" dirty="0"/>
              <a:t> </a:t>
            </a:r>
            <a:r>
              <a:rPr lang="en-IN" dirty="0" err="1"/>
              <a:t>invisibilis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veneremur</a:t>
            </a:r>
            <a:r>
              <a:rPr lang="en-IN" dirty="0"/>
              <a:t> </a:t>
            </a:r>
            <a:r>
              <a:rPr lang="en-IN" dirty="0" err="1"/>
              <a:t>vulnera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719218"/>
      </p:ext>
    </p:extLst>
  </p:cSld>
  <p:clrMapOvr>
    <a:masterClrMapping/>
  </p:clrMapOvr>
</p:sld>
</file>

<file path=ppt/slides/slide2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493 - </a:t>
            </a:r>
            <a:r>
              <a:rPr lang="en-US" dirty="0" err="1"/>
              <a:t>Cor</a:t>
            </a:r>
            <a:r>
              <a:rPr lang="en-US" dirty="0"/>
              <a:t> </a:t>
            </a:r>
            <a:r>
              <a:rPr lang="en-US" dirty="0" err="1"/>
              <a:t>Jesu</a:t>
            </a:r>
            <a:r>
              <a:rPr lang="en-US" dirty="0"/>
              <a:t>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Cor Jesu, </a:t>
            </a:r>
            <a:r>
              <a:rPr lang="en-IN" dirty="0" err="1"/>
              <a:t>Caritatis</a:t>
            </a:r>
            <a:r>
              <a:rPr lang="en-IN" dirty="0"/>
              <a:t> </a:t>
            </a:r>
            <a:r>
              <a:rPr lang="en-IN" dirty="0" err="1"/>
              <a:t>Victima</a:t>
            </a:r>
            <a:r>
              <a:rPr lang="en-IN" dirty="0"/>
              <a:t>, </a:t>
            </a:r>
          </a:p>
          <a:p>
            <a:r>
              <a:rPr lang="en-IN" dirty="0" err="1"/>
              <a:t>venite</a:t>
            </a:r>
            <a:r>
              <a:rPr lang="en-IN" dirty="0"/>
              <a:t> </a:t>
            </a:r>
            <a:r>
              <a:rPr lang="en-IN" dirty="0" err="1"/>
              <a:t>adoremus</a:t>
            </a:r>
            <a:r>
              <a:rPr lang="en-IN" dirty="0"/>
              <a:t> [2].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352104"/>
      </p:ext>
    </p:extLst>
  </p:cSld>
  <p:clrMapOvr>
    <a:masterClrMapping/>
  </p:clrMapOvr>
</p:sld>
</file>

<file path=ppt/slides/slide2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Maiorem hac dilectionem nemo habet, </a:t>
            </a:r>
          </a:p>
          <a:p>
            <a:r>
              <a:rPr lang="pt-BR" dirty="0"/>
              <a:t>Ut animam suam ponat quis pro amicis suis.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722919"/>
      </p:ext>
    </p:extLst>
  </p:cSld>
  <p:clrMapOvr>
    <a:masterClrMapping/>
  </p:clrMapOvr>
</p:sld>
</file>

<file path=ppt/slides/slide2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Christus</a:t>
            </a:r>
            <a:r>
              <a:rPr lang="en-IN" dirty="0"/>
              <a:t> pro </a:t>
            </a:r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animam</a:t>
            </a:r>
            <a:r>
              <a:rPr lang="en-IN" dirty="0"/>
              <a:t> </a:t>
            </a:r>
            <a:r>
              <a:rPr lang="en-IN" dirty="0" err="1"/>
              <a:t>suam</a:t>
            </a:r>
            <a:r>
              <a:rPr lang="en-IN" dirty="0"/>
              <a:t> </a:t>
            </a:r>
            <a:r>
              <a:rPr lang="en-IN" dirty="0" err="1"/>
              <a:t>posuit</a:t>
            </a:r>
            <a:r>
              <a:rPr lang="en-IN" dirty="0"/>
              <a:t>, </a:t>
            </a:r>
          </a:p>
          <a:p>
            <a:r>
              <a:rPr lang="en-IN" dirty="0"/>
              <a:t>Et </a:t>
            </a:r>
            <a:r>
              <a:rPr lang="en-IN" dirty="0" err="1"/>
              <a:t>lavit</a:t>
            </a:r>
            <a:r>
              <a:rPr lang="en-IN" dirty="0"/>
              <a:t> </a:t>
            </a:r>
            <a:r>
              <a:rPr lang="en-IN" dirty="0" err="1"/>
              <a:t>nos</a:t>
            </a:r>
            <a:r>
              <a:rPr lang="en-IN" dirty="0"/>
              <a:t> a </a:t>
            </a:r>
            <a:r>
              <a:rPr lang="en-IN" dirty="0" err="1"/>
              <a:t>peccatis</a:t>
            </a:r>
            <a:r>
              <a:rPr lang="en-IN" dirty="0"/>
              <a:t> </a:t>
            </a:r>
            <a:r>
              <a:rPr lang="en-IN" dirty="0" err="1"/>
              <a:t>nostris</a:t>
            </a:r>
            <a:r>
              <a:rPr lang="en-IN" dirty="0"/>
              <a:t> in Sanguine </a:t>
            </a:r>
            <a:r>
              <a:rPr lang="en-IN" dirty="0" err="1"/>
              <a:t>suo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248722"/>
      </p:ext>
    </p:extLst>
  </p:cSld>
  <p:clrMapOvr>
    <a:masterClrMapping/>
  </p:clrMapOvr>
</p:sld>
</file>

<file path=ppt/slides/slide2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494 - </a:t>
            </a:r>
            <a:r>
              <a:rPr lang="en-US" sz="4400" dirty="0" err="1"/>
              <a:t>Inviolata</a:t>
            </a:r>
            <a:r>
              <a:rPr lang="en-US" sz="4400" dirty="0"/>
              <a:t>, Integra et </a:t>
            </a:r>
            <a:r>
              <a:rPr lang="en-US" sz="4400" dirty="0" err="1"/>
              <a:t>casta</a:t>
            </a:r>
            <a:r>
              <a:rPr lang="en-US" sz="4400" dirty="0"/>
              <a:t> </a:t>
            </a:r>
            <a:r>
              <a:rPr lang="en-US" sz="4400" dirty="0" err="1"/>
              <a:t>es</a:t>
            </a:r>
            <a:r>
              <a:rPr lang="en-US" sz="4400" dirty="0"/>
              <a:t> Maria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Inviolata</a:t>
            </a:r>
            <a:r>
              <a:rPr lang="en-IN" dirty="0"/>
              <a:t>, Integra et </a:t>
            </a:r>
            <a:r>
              <a:rPr lang="en-IN" dirty="0" err="1"/>
              <a:t>casta</a:t>
            </a:r>
            <a:r>
              <a:rPr lang="en-IN" dirty="0"/>
              <a:t> </a:t>
            </a:r>
            <a:r>
              <a:rPr lang="en-IN" dirty="0" err="1"/>
              <a:t>es</a:t>
            </a:r>
            <a:r>
              <a:rPr lang="en-IN" dirty="0"/>
              <a:t> Maria</a:t>
            </a:r>
          </a:p>
          <a:p>
            <a:r>
              <a:rPr lang="en-IN" dirty="0"/>
              <a:t>Quae </a:t>
            </a:r>
            <a:r>
              <a:rPr lang="en-IN" dirty="0" err="1"/>
              <a:t>es</a:t>
            </a:r>
            <a:r>
              <a:rPr lang="en-IN" dirty="0"/>
              <a:t> </a:t>
            </a:r>
            <a:r>
              <a:rPr lang="en-IN" dirty="0" err="1"/>
              <a:t>effecta</a:t>
            </a:r>
            <a:r>
              <a:rPr lang="en-IN" dirty="0"/>
              <a:t> </a:t>
            </a:r>
            <a:r>
              <a:rPr lang="en-IN" dirty="0" err="1"/>
              <a:t>fulgida</a:t>
            </a:r>
            <a:r>
              <a:rPr lang="en-IN" dirty="0"/>
              <a:t> </a:t>
            </a:r>
            <a:r>
              <a:rPr lang="en-IN" dirty="0" err="1"/>
              <a:t>caeli</a:t>
            </a:r>
            <a:r>
              <a:rPr lang="en-IN" dirty="0"/>
              <a:t> </a:t>
            </a:r>
            <a:r>
              <a:rPr lang="en-IN" dirty="0" err="1"/>
              <a:t>porta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279035"/>
      </p:ext>
    </p:extLst>
  </p:cSld>
  <p:clrMapOvr>
    <a:masterClrMapping/>
  </p:clrMapOvr>
</p:sld>
</file>

<file path=ppt/slides/slide2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O Mater alma Christi </a:t>
            </a:r>
            <a:r>
              <a:rPr lang="en-IN" dirty="0" err="1"/>
              <a:t>carissima</a:t>
            </a:r>
            <a:r>
              <a:rPr lang="en-IN" dirty="0"/>
              <a:t>: </a:t>
            </a:r>
          </a:p>
          <a:p>
            <a:r>
              <a:rPr lang="en-IN" dirty="0" err="1"/>
              <a:t>Suscipe</a:t>
            </a:r>
            <a:r>
              <a:rPr lang="en-IN" dirty="0"/>
              <a:t> </a:t>
            </a:r>
            <a:r>
              <a:rPr lang="en-IN" dirty="0" err="1"/>
              <a:t>pia</a:t>
            </a:r>
            <a:r>
              <a:rPr lang="en-IN" dirty="0"/>
              <a:t> </a:t>
            </a:r>
            <a:r>
              <a:rPr lang="en-IN" dirty="0" err="1"/>
              <a:t>laudum</a:t>
            </a:r>
            <a:r>
              <a:rPr lang="en-IN" dirty="0"/>
              <a:t> </a:t>
            </a:r>
            <a:r>
              <a:rPr lang="en-IN" dirty="0" err="1"/>
              <a:t>praeconia</a:t>
            </a:r>
            <a:r>
              <a:rPr lang="en-IN" dirty="0"/>
              <a:t>. </a:t>
            </a:r>
          </a:p>
          <a:p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nunc</a:t>
            </a:r>
            <a:r>
              <a:rPr lang="en-IN" dirty="0"/>
              <a:t> </a:t>
            </a:r>
            <a:r>
              <a:rPr lang="en-IN" dirty="0" err="1"/>
              <a:t>flagitant</a:t>
            </a:r>
            <a:r>
              <a:rPr lang="en-IN" dirty="0"/>
              <a:t> </a:t>
            </a:r>
            <a:r>
              <a:rPr lang="en-IN" dirty="0" err="1"/>
              <a:t>devota</a:t>
            </a:r>
            <a:r>
              <a:rPr lang="en-IN" dirty="0"/>
              <a:t> </a:t>
            </a:r>
            <a:r>
              <a:rPr lang="en-IN" dirty="0" err="1"/>
              <a:t>corda</a:t>
            </a:r>
            <a:r>
              <a:rPr lang="en-IN" dirty="0"/>
              <a:t> et </a:t>
            </a:r>
            <a:r>
              <a:rPr lang="en-IN" dirty="0" err="1"/>
              <a:t>ora</a:t>
            </a:r>
            <a:r>
              <a:rPr lang="en-IN" dirty="0"/>
              <a:t>: </a:t>
            </a:r>
          </a:p>
          <a:p>
            <a:r>
              <a:rPr lang="en-IN" dirty="0"/>
              <a:t>Nostra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pura</a:t>
            </a:r>
            <a:r>
              <a:rPr lang="en-IN" dirty="0"/>
              <a:t> </a:t>
            </a:r>
            <a:r>
              <a:rPr lang="en-IN" dirty="0" err="1"/>
              <a:t>pectora</a:t>
            </a:r>
            <a:r>
              <a:rPr lang="en-IN" dirty="0"/>
              <a:t> </a:t>
            </a:r>
            <a:r>
              <a:rPr lang="en-IN" dirty="0" err="1"/>
              <a:t>sint</a:t>
            </a:r>
            <a:r>
              <a:rPr lang="en-IN" dirty="0"/>
              <a:t> et corpora. </a:t>
            </a:r>
          </a:p>
          <a:p>
            <a:r>
              <a:rPr lang="en-IN" dirty="0" err="1"/>
              <a:t>Tua</a:t>
            </a:r>
            <a:r>
              <a:rPr lang="en-IN" dirty="0"/>
              <a:t> per </a:t>
            </a:r>
            <a:r>
              <a:rPr lang="en-IN" dirty="0" err="1"/>
              <a:t>precata</a:t>
            </a:r>
            <a:r>
              <a:rPr lang="en-IN" dirty="0"/>
              <a:t> </a:t>
            </a:r>
            <a:r>
              <a:rPr lang="en-IN" dirty="0" err="1"/>
              <a:t>dulcisona</a:t>
            </a:r>
            <a:r>
              <a:rPr lang="en-IN" dirty="0"/>
              <a:t>: </a:t>
            </a:r>
          </a:p>
          <a:p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concedas</a:t>
            </a:r>
            <a:r>
              <a:rPr lang="en-IN" dirty="0"/>
              <a:t> </a:t>
            </a:r>
            <a:r>
              <a:rPr lang="en-IN" dirty="0" err="1"/>
              <a:t>veniam</a:t>
            </a:r>
            <a:r>
              <a:rPr lang="en-IN" dirty="0"/>
              <a:t> per </a:t>
            </a:r>
            <a:r>
              <a:rPr lang="en-IN" dirty="0" err="1"/>
              <a:t>saecula</a:t>
            </a:r>
            <a:r>
              <a:rPr lang="en-IN" dirty="0"/>
              <a:t>.</a:t>
            </a:r>
          </a:p>
          <a:p>
            <a:r>
              <a:rPr lang="en-IN" dirty="0"/>
              <a:t>O </a:t>
            </a:r>
            <a:r>
              <a:rPr lang="en-IN" dirty="0" err="1"/>
              <a:t>Benigna</a:t>
            </a:r>
            <a:r>
              <a:rPr lang="en-IN" dirty="0"/>
              <a:t>! O Regina! O Maria! </a:t>
            </a:r>
          </a:p>
          <a:p>
            <a:r>
              <a:rPr lang="en-IN" dirty="0"/>
              <a:t>Quae sola </a:t>
            </a:r>
            <a:r>
              <a:rPr lang="en-IN" dirty="0" err="1"/>
              <a:t>invi</a:t>
            </a:r>
            <a:r>
              <a:rPr lang="en-IN" dirty="0"/>
              <a:t>-o-la–ta </a:t>
            </a:r>
            <a:r>
              <a:rPr lang="en-IN" dirty="0" err="1"/>
              <a:t>perman-si</a:t>
            </a:r>
            <a:r>
              <a:rPr lang="en-IN" dirty="0"/>
              <a:t>-  </a:t>
            </a:r>
            <a:r>
              <a:rPr lang="en-IN" dirty="0" err="1"/>
              <a:t>sti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022842"/>
      </p:ext>
    </p:extLst>
  </p:cSld>
  <p:clrMapOvr>
    <a:masterClrMapping/>
  </p:clrMapOvr>
</p:sld>
</file>

<file path=ppt/slides/slide2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495 - </a:t>
            </a:r>
            <a:r>
              <a:rPr lang="en-US" sz="4400" dirty="0" err="1"/>
              <a:t>Isti</a:t>
            </a:r>
            <a:r>
              <a:rPr lang="en-US" sz="4400" dirty="0"/>
              <a:t> </a:t>
            </a:r>
            <a:r>
              <a:rPr lang="en-US" sz="4400" dirty="0" err="1"/>
              <a:t>sunt</a:t>
            </a:r>
            <a:r>
              <a:rPr lang="en-US" sz="4400" dirty="0"/>
              <a:t> </a:t>
            </a:r>
            <a:r>
              <a:rPr lang="en-US" sz="4400" dirty="0" err="1"/>
              <a:t>agni</a:t>
            </a:r>
            <a:r>
              <a:rPr lang="en-US" sz="4400" dirty="0"/>
              <a:t> </a:t>
            </a:r>
            <a:r>
              <a:rPr lang="en-US" sz="4400" dirty="0" err="1"/>
              <a:t>novelli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Isti</a:t>
            </a:r>
            <a:r>
              <a:rPr lang="en-IN" dirty="0"/>
              <a:t> </a:t>
            </a:r>
            <a:r>
              <a:rPr lang="en-IN" dirty="0" err="1"/>
              <a:t>sunt</a:t>
            </a:r>
            <a:r>
              <a:rPr lang="en-IN" dirty="0"/>
              <a:t> </a:t>
            </a:r>
            <a:r>
              <a:rPr lang="en-IN" dirty="0" err="1"/>
              <a:t>agni</a:t>
            </a:r>
            <a:r>
              <a:rPr lang="en-IN" dirty="0"/>
              <a:t> </a:t>
            </a:r>
            <a:r>
              <a:rPr lang="en-IN" dirty="0" err="1"/>
              <a:t>novelli</a:t>
            </a:r>
            <a:r>
              <a:rPr lang="en-IN" dirty="0"/>
              <a:t>, Qui </a:t>
            </a:r>
            <a:r>
              <a:rPr lang="en-IN" dirty="0" err="1"/>
              <a:t>annuntiaverunt</a:t>
            </a:r>
            <a:r>
              <a:rPr lang="en-IN" dirty="0"/>
              <a:t> Alleluia </a:t>
            </a:r>
          </a:p>
          <a:p>
            <a:r>
              <a:rPr lang="en-IN" dirty="0" err="1"/>
              <a:t>Modo</a:t>
            </a:r>
            <a:r>
              <a:rPr lang="en-IN" dirty="0"/>
              <a:t> </a:t>
            </a:r>
            <a:r>
              <a:rPr lang="en-IN" dirty="0" err="1"/>
              <a:t>venerunt</a:t>
            </a:r>
            <a:r>
              <a:rPr lang="en-IN" dirty="0"/>
              <a:t> ad </a:t>
            </a:r>
            <a:r>
              <a:rPr lang="en-IN" dirty="0" err="1"/>
              <a:t>fontes</a:t>
            </a:r>
            <a:r>
              <a:rPr lang="en-IN" dirty="0"/>
              <a:t>, </a:t>
            </a:r>
            <a:r>
              <a:rPr lang="en-IN" dirty="0" err="1"/>
              <a:t>repleti</a:t>
            </a:r>
            <a:r>
              <a:rPr lang="en-IN" dirty="0"/>
              <a:t> </a:t>
            </a:r>
            <a:r>
              <a:rPr lang="en-IN" dirty="0" err="1"/>
              <a:t>sunt</a:t>
            </a:r>
            <a:r>
              <a:rPr lang="en-IN" dirty="0"/>
              <a:t> </a:t>
            </a:r>
            <a:r>
              <a:rPr lang="en-IN" dirty="0" err="1"/>
              <a:t>claritate</a:t>
            </a:r>
            <a:r>
              <a:rPr lang="en-IN" dirty="0"/>
              <a:t> Alleluia,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668502"/>
      </p:ext>
    </p:extLst>
  </p:cSld>
  <p:clrMapOvr>
    <a:masterClrMapping/>
  </p:clrMapOvr>
</p:sld>
</file>

<file path=ppt/slides/slide2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iucundas</a:t>
            </a:r>
            <a:r>
              <a:rPr lang="en-IN" dirty="0"/>
              <a:t> </a:t>
            </a:r>
            <a:r>
              <a:rPr lang="en-IN" dirty="0" err="1"/>
              <a:t>cervus</a:t>
            </a:r>
            <a:r>
              <a:rPr lang="en-IN" dirty="0"/>
              <a:t> </a:t>
            </a:r>
            <a:r>
              <a:rPr lang="en-IN" dirty="0" err="1"/>
              <a:t>undas</a:t>
            </a:r>
            <a:r>
              <a:rPr lang="en-IN" dirty="0"/>
              <a:t> </a:t>
            </a:r>
            <a:r>
              <a:rPr lang="en-IN" dirty="0" err="1"/>
              <a:t>aestu-ans</a:t>
            </a:r>
            <a:r>
              <a:rPr lang="en-IN" dirty="0"/>
              <a:t> </a:t>
            </a:r>
            <a:r>
              <a:rPr lang="en-IN" dirty="0" err="1"/>
              <a:t>desiderat</a:t>
            </a:r>
            <a:r>
              <a:rPr lang="en-IN" dirty="0"/>
              <a:t> </a:t>
            </a:r>
          </a:p>
          <a:p>
            <a:r>
              <a:rPr lang="en-IN" dirty="0"/>
              <a:t>Sic ad Deum </a:t>
            </a:r>
            <a:r>
              <a:rPr lang="en-IN" dirty="0" err="1"/>
              <a:t>fortem</a:t>
            </a:r>
            <a:r>
              <a:rPr lang="en-IN" dirty="0"/>
              <a:t> </a:t>
            </a:r>
            <a:r>
              <a:rPr lang="en-IN" dirty="0" err="1"/>
              <a:t>vivum</a:t>
            </a:r>
            <a:r>
              <a:rPr lang="en-IN" dirty="0"/>
              <a:t> </a:t>
            </a:r>
          </a:p>
          <a:p>
            <a:r>
              <a:rPr lang="en-IN" dirty="0" err="1"/>
              <a:t>Mens</a:t>
            </a:r>
            <a:r>
              <a:rPr lang="en-IN" dirty="0"/>
              <a:t> fidelis </a:t>
            </a:r>
            <a:r>
              <a:rPr lang="en-IN" dirty="0" err="1"/>
              <a:t>properas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225023"/>
      </p:ext>
    </p:extLst>
  </p:cSld>
  <p:clrMapOvr>
    <a:masterClrMapping/>
  </p:clrMapOvr>
</p:sld>
</file>

<file path=ppt/slides/slide2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Maria, Mater pia, Tu-um da subsidium</a:t>
            </a:r>
          </a:p>
          <a:p>
            <a:r>
              <a:rPr lang="pt-BR" dirty="0"/>
              <a:t>Quo vincamus et vivamus In terra viventium.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77480"/>
      </p:ext>
    </p:extLst>
  </p:cSld>
  <p:clrMapOvr>
    <a:masterClrMapping/>
  </p:clrMapOvr>
</p:sld>
</file>

<file path=ppt/slides/slide2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45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496 - </a:t>
            </a:r>
            <a:r>
              <a:rPr lang="fr-FR" sz="4400" dirty="0" err="1"/>
              <a:t>Jezu</a:t>
            </a:r>
            <a:r>
              <a:rPr lang="fr-FR" sz="4400" dirty="0"/>
              <a:t> </a:t>
            </a:r>
            <a:r>
              <a:rPr lang="fr-FR" sz="4400" dirty="0" err="1"/>
              <a:t>rex</a:t>
            </a:r>
            <a:r>
              <a:rPr lang="fr-FR" sz="4400" dirty="0"/>
              <a:t> </a:t>
            </a:r>
            <a:r>
              <a:rPr lang="fr-FR" sz="4400" dirty="0" err="1"/>
              <a:t>admirabilis</a:t>
            </a:r>
            <a:r>
              <a:rPr lang="fr-FR" sz="4400" dirty="0"/>
              <a:t>, Et </a:t>
            </a:r>
            <a:r>
              <a:rPr lang="fr-FR" sz="4400" dirty="0" err="1"/>
              <a:t>triumphator</a:t>
            </a:r>
            <a:r>
              <a:rPr lang="fr-FR" sz="4400" dirty="0"/>
              <a:t> </a:t>
            </a:r>
            <a:r>
              <a:rPr lang="fr-FR" sz="4400" dirty="0" err="1"/>
              <a:t>nobilis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2023255"/>
            <a:ext cx="11753537" cy="4365971"/>
          </a:xfrm>
        </p:spPr>
        <p:txBody>
          <a:bodyPr/>
          <a:lstStyle/>
          <a:p>
            <a:r>
              <a:rPr lang="en-IN" dirty="0" err="1"/>
              <a:t>Jezu</a:t>
            </a:r>
            <a:r>
              <a:rPr lang="en-IN" dirty="0"/>
              <a:t> </a:t>
            </a:r>
            <a:r>
              <a:rPr lang="en-IN" dirty="0" err="1"/>
              <a:t>rex</a:t>
            </a:r>
            <a:r>
              <a:rPr lang="en-IN" dirty="0"/>
              <a:t> </a:t>
            </a:r>
            <a:r>
              <a:rPr lang="en-IN" dirty="0" err="1"/>
              <a:t>admirabilis</a:t>
            </a:r>
            <a:r>
              <a:rPr lang="en-IN" dirty="0"/>
              <a:t>, Et </a:t>
            </a:r>
            <a:r>
              <a:rPr lang="en-IN" dirty="0" err="1"/>
              <a:t>triumphator</a:t>
            </a:r>
            <a:r>
              <a:rPr lang="en-IN" dirty="0"/>
              <a:t> </a:t>
            </a:r>
            <a:r>
              <a:rPr lang="en-IN" dirty="0" err="1"/>
              <a:t>nobilis</a:t>
            </a:r>
            <a:endParaRPr lang="en-IN" dirty="0"/>
          </a:p>
          <a:p>
            <a:r>
              <a:rPr lang="en-IN" dirty="0" err="1"/>
              <a:t>Dulcedo</a:t>
            </a:r>
            <a:r>
              <a:rPr lang="en-IN" dirty="0"/>
              <a:t> </a:t>
            </a:r>
            <a:r>
              <a:rPr lang="en-IN" dirty="0" err="1"/>
              <a:t>ineffabilis</a:t>
            </a:r>
            <a:r>
              <a:rPr lang="en-IN" dirty="0"/>
              <a:t>, </a:t>
            </a:r>
            <a:r>
              <a:rPr lang="en-IN" dirty="0" err="1"/>
              <a:t>Totus</a:t>
            </a:r>
            <a:r>
              <a:rPr lang="en-IN" dirty="0"/>
              <a:t> </a:t>
            </a:r>
            <a:r>
              <a:rPr lang="en-IN" dirty="0" err="1"/>
              <a:t>desiderabilis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818331"/>
      </p:ext>
    </p:extLst>
  </p:cSld>
  <p:clrMapOvr>
    <a:masterClrMapping/>
  </p:clrMapOvr>
</p:sld>
</file>

<file path=ppt/slides/slide2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Jesu </a:t>
            </a:r>
            <a:r>
              <a:rPr lang="en-IN" dirty="0" err="1"/>
              <a:t>dulcedo</a:t>
            </a:r>
            <a:r>
              <a:rPr lang="en-IN" dirty="0"/>
              <a:t> </a:t>
            </a:r>
            <a:r>
              <a:rPr lang="en-IN" dirty="0" err="1"/>
              <a:t>cordium</a:t>
            </a:r>
            <a:r>
              <a:rPr lang="en-IN" dirty="0"/>
              <a:t>, Fons </a:t>
            </a:r>
            <a:r>
              <a:rPr lang="en-IN" dirty="0" err="1"/>
              <a:t>vivus</a:t>
            </a:r>
            <a:r>
              <a:rPr lang="en-IN" dirty="0"/>
              <a:t>, </a:t>
            </a:r>
          </a:p>
          <a:p>
            <a:r>
              <a:rPr lang="en-IN" dirty="0"/>
              <a:t>lumen </a:t>
            </a:r>
            <a:r>
              <a:rPr lang="en-IN" dirty="0" err="1"/>
              <a:t>mentium</a:t>
            </a:r>
            <a:r>
              <a:rPr lang="en-IN" dirty="0"/>
              <a:t>, </a:t>
            </a:r>
          </a:p>
          <a:p>
            <a:r>
              <a:rPr lang="en-IN" dirty="0" err="1"/>
              <a:t>Excedens</a:t>
            </a:r>
            <a:r>
              <a:rPr lang="en-IN" dirty="0"/>
              <a:t> </a:t>
            </a:r>
            <a:r>
              <a:rPr lang="en-IN" dirty="0" err="1"/>
              <a:t>omne</a:t>
            </a:r>
            <a:r>
              <a:rPr lang="en-IN" dirty="0"/>
              <a:t> </a:t>
            </a:r>
            <a:r>
              <a:rPr lang="en-IN" dirty="0" err="1"/>
              <a:t>gaudium</a:t>
            </a:r>
            <a:r>
              <a:rPr lang="en-IN" dirty="0"/>
              <a:t>, </a:t>
            </a:r>
          </a:p>
          <a:p>
            <a:r>
              <a:rPr lang="en-IN" dirty="0"/>
              <a:t>Et </a:t>
            </a:r>
            <a:r>
              <a:rPr lang="en-IN" dirty="0" err="1"/>
              <a:t>omne</a:t>
            </a:r>
            <a:r>
              <a:rPr lang="en-IN" dirty="0"/>
              <a:t> desiderium.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662757"/>
      </p:ext>
    </p:extLst>
  </p:cSld>
  <p:clrMapOvr>
    <a:masterClrMapping/>
  </p:clrMapOvr>
</p:sld>
</file>

<file path=ppt/slides/slide2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 </a:t>
            </a:r>
            <a:r>
              <a:rPr lang="fr-FR" dirty="0" err="1"/>
              <a:t>nostra</a:t>
            </a:r>
            <a:r>
              <a:rPr lang="fr-FR" dirty="0"/>
              <a:t>, </a:t>
            </a:r>
            <a:r>
              <a:rPr lang="fr-FR" dirty="0" err="1"/>
              <a:t>Jesu</a:t>
            </a:r>
            <a:r>
              <a:rPr lang="fr-FR" dirty="0"/>
              <a:t> vox </a:t>
            </a:r>
            <a:r>
              <a:rPr lang="fr-FR" dirty="0" err="1"/>
              <a:t>sonet</a:t>
            </a:r>
            <a:r>
              <a:rPr lang="fr-FR" dirty="0"/>
              <a:t>, </a:t>
            </a:r>
          </a:p>
          <a:p>
            <a:r>
              <a:rPr lang="fr-FR" dirty="0" err="1"/>
              <a:t>Nostri</a:t>
            </a:r>
            <a:r>
              <a:rPr lang="fr-FR" dirty="0"/>
              <a:t> te mores exprimant, </a:t>
            </a:r>
          </a:p>
          <a:p>
            <a:r>
              <a:rPr lang="fr-FR" dirty="0"/>
              <a:t>Te corda </a:t>
            </a:r>
            <a:r>
              <a:rPr lang="fr-FR" dirty="0" err="1"/>
              <a:t>nostra</a:t>
            </a:r>
            <a:r>
              <a:rPr lang="fr-FR" dirty="0"/>
              <a:t> </a:t>
            </a:r>
            <a:r>
              <a:rPr lang="fr-FR" dirty="0" err="1"/>
              <a:t>diligant</a:t>
            </a:r>
            <a:r>
              <a:rPr lang="fr-FR" dirty="0"/>
              <a:t>, </a:t>
            </a:r>
          </a:p>
          <a:p>
            <a:r>
              <a:rPr lang="fr-FR" dirty="0"/>
              <a:t>Et nunc et in </a:t>
            </a:r>
            <a:r>
              <a:rPr lang="fr-FR" dirty="0" err="1"/>
              <a:t>perpetuum</a:t>
            </a:r>
            <a:r>
              <a:rPr lang="fr-FR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86052"/>
      </p:ext>
    </p:extLst>
  </p:cSld>
  <p:clrMapOvr>
    <a:masterClrMapping/>
  </p:clrMapOvr>
</p:sld>
</file>

<file path=ppt/slides/slide2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497 - </a:t>
            </a:r>
            <a:r>
              <a:rPr lang="en-US" sz="4400" dirty="0" err="1"/>
              <a:t>Lauda</a:t>
            </a:r>
            <a:r>
              <a:rPr lang="en-US" sz="4400" dirty="0"/>
              <a:t> </a:t>
            </a:r>
            <a:r>
              <a:rPr lang="en-US" sz="4400" dirty="0" err="1"/>
              <a:t>sion</a:t>
            </a:r>
            <a:r>
              <a:rPr lang="en-US" sz="4400" dirty="0"/>
              <a:t>, </a:t>
            </a:r>
            <a:r>
              <a:rPr lang="en-US" sz="4400" dirty="0" err="1"/>
              <a:t>Salvatorem</a:t>
            </a:r>
            <a:r>
              <a:rPr lang="en-US" sz="4400" dirty="0"/>
              <a:t>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Lauda</a:t>
            </a:r>
            <a:r>
              <a:rPr lang="en-IN" dirty="0"/>
              <a:t> </a:t>
            </a:r>
            <a:r>
              <a:rPr lang="en-IN" dirty="0" err="1"/>
              <a:t>sion</a:t>
            </a:r>
            <a:r>
              <a:rPr lang="en-IN" dirty="0"/>
              <a:t>, </a:t>
            </a:r>
            <a:r>
              <a:rPr lang="en-IN" dirty="0" err="1"/>
              <a:t>Salvatorem</a:t>
            </a:r>
            <a:r>
              <a:rPr lang="en-IN" dirty="0"/>
              <a:t>, </a:t>
            </a:r>
          </a:p>
          <a:p>
            <a:r>
              <a:rPr lang="en-IN" dirty="0"/>
              <a:t>Lauda </a:t>
            </a:r>
            <a:r>
              <a:rPr lang="en-IN" dirty="0" err="1"/>
              <a:t>ducem</a:t>
            </a:r>
            <a:r>
              <a:rPr lang="en-IN" dirty="0"/>
              <a:t> et </a:t>
            </a:r>
            <a:r>
              <a:rPr lang="en-IN" dirty="0" err="1"/>
              <a:t>pastorem</a:t>
            </a:r>
            <a:r>
              <a:rPr lang="en-IN" dirty="0"/>
              <a:t>, </a:t>
            </a:r>
          </a:p>
          <a:p>
            <a:r>
              <a:rPr lang="en-IN" dirty="0"/>
              <a:t>in </a:t>
            </a:r>
            <a:r>
              <a:rPr lang="en-IN" dirty="0" err="1"/>
              <a:t>hymnis</a:t>
            </a:r>
            <a:r>
              <a:rPr lang="en-IN" dirty="0"/>
              <a:t> et </a:t>
            </a:r>
            <a:r>
              <a:rPr lang="en-IN" dirty="0" err="1"/>
              <a:t>canticis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258966"/>
      </p:ext>
    </p:extLst>
  </p:cSld>
  <p:clrMapOvr>
    <a:masterClrMapping/>
  </p:clrMapOvr>
</p:sld>
</file>

<file path=ppt/slides/slide2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Quantum </a:t>
            </a:r>
            <a:r>
              <a:rPr lang="en-IN" dirty="0" err="1"/>
              <a:t>potes</a:t>
            </a:r>
            <a:r>
              <a:rPr lang="en-IN" dirty="0"/>
              <a:t>, </a:t>
            </a:r>
          </a:p>
          <a:p>
            <a:r>
              <a:rPr lang="en-IN" dirty="0"/>
              <a:t>tantum </a:t>
            </a:r>
            <a:r>
              <a:rPr lang="en-IN" dirty="0" err="1"/>
              <a:t>aude</a:t>
            </a:r>
            <a:r>
              <a:rPr lang="en-IN" dirty="0"/>
              <a:t> </a:t>
            </a:r>
            <a:r>
              <a:rPr lang="en-IN" dirty="0" err="1"/>
              <a:t>Quia</a:t>
            </a:r>
            <a:r>
              <a:rPr lang="en-IN" dirty="0"/>
              <a:t> major </a:t>
            </a:r>
            <a:r>
              <a:rPr lang="en-IN" dirty="0" err="1"/>
              <a:t>omi</a:t>
            </a:r>
            <a:r>
              <a:rPr lang="en-IN" dirty="0"/>
              <a:t> laude</a:t>
            </a:r>
          </a:p>
          <a:p>
            <a:r>
              <a:rPr lang="en-IN" dirty="0" err="1"/>
              <a:t>Nec</a:t>
            </a:r>
            <a:r>
              <a:rPr lang="en-IN" dirty="0"/>
              <a:t> </a:t>
            </a:r>
            <a:r>
              <a:rPr lang="en-IN" dirty="0" err="1"/>
              <a:t>laudare</a:t>
            </a:r>
            <a:r>
              <a:rPr lang="en-IN" dirty="0"/>
              <a:t> </a:t>
            </a:r>
            <a:r>
              <a:rPr lang="en-IN" dirty="0" err="1"/>
              <a:t>sufficis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68170"/>
      </p:ext>
    </p:extLst>
  </p:cSld>
  <p:clrMapOvr>
    <a:masterClrMapping/>
  </p:clrMapOvr>
</p:sld>
</file>

<file path=ppt/slides/slide2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hac </a:t>
            </a:r>
            <a:r>
              <a:rPr lang="en-IN" dirty="0" err="1"/>
              <a:t>mensa</a:t>
            </a:r>
            <a:r>
              <a:rPr lang="en-IN" dirty="0"/>
              <a:t> </a:t>
            </a:r>
            <a:r>
              <a:rPr lang="en-IN" dirty="0" err="1"/>
              <a:t>novi</a:t>
            </a:r>
            <a:r>
              <a:rPr lang="en-IN" dirty="0"/>
              <a:t> Regis </a:t>
            </a:r>
          </a:p>
          <a:p>
            <a:r>
              <a:rPr lang="en-IN" dirty="0"/>
              <a:t>Novum Pascha novae </a:t>
            </a:r>
            <a:r>
              <a:rPr lang="en-IN" dirty="0" err="1"/>
              <a:t>legis</a:t>
            </a:r>
            <a:endParaRPr lang="en-IN" dirty="0"/>
          </a:p>
          <a:p>
            <a:r>
              <a:rPr lang="en-IN" dirty="0"/>
              <a:t>Phase </a:t>
            </a:r>
            <a:r>
              <a:rPr lang="en-IN" dirty="0" err="1"/>
              <a:t>vetus</a:t>
            </a:r>
            <a:r>
              <a:rPr lang="en-IN" dirty="0"/>
              <a:t> </a:t>
            </a:r>
            <a:r>
              <a:rPr lang="en-IN" dirty="0" err="1"/>
              <a:t>terminat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564880"/>
      </p:ext>
    </p:extLst>
  </p:cSld>
  <p:clrMapOvr>
    <a:masterClrMapping/>
  </p:clrMapOvr>
</p:sld>
</file>

<file path=ppt/slides/slide2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Dogma </a:t>
            </a:r>
            <a:r>
              <a:rPr lang="en-IN" dirty="0" err="1"/>
              <a:t>datur</a:t>
            </a:r>
            <a:r>
              <a:rPr lang="en-IN" dirty="0"/>
              <a:t> </a:t>
            </a:r>
            <a:r>
              <a:rPr lang="en-IN" dirty="0" err="1"/>
              <a:t>Christianis</a:t>
            </a:r>
            <a:r>
              <a:rPr lang="en-IN" dirty="0"/>
              <a:t> Quod in </a:t>
            </a:r>
            <a:r>
              <a:rPr lang="en-IN" dirty="0" err="1"/>
              <a:t>carnem</a:t>
            </a:r>
            <a:r>
              <a:rPr lang="en-IN" dirty="0"/>
              <a:t> transit </a:t>
            </a:r>
            <a:r>
              <a:rPr lang="en-IN" dirty="0" err="1"/>
              <a:t>panis</a:t>
            </a:r>
            <a:endParaRPr lang="en-IN" dirty="0"/>
          </a:p>
          <a:p>
            <a:r>
              <a:rPr lang="en-IN" dirty="0"/>
              <a:t>Et </a:t>
            </a:r>
            <a:r>
              <a:rPr lang="en-IN" dirty="0" err="1"/>
              <a:t>vinum</a:t>
            </a:r>
            <a:r>
              <a:rPr lang="en-IN" dirty="0"/>
              <a:t> in </a:t>
            </a:r>
            <a:r>
              <a:rPr lang="en-IN" dirty="0" err="1"/>
              <a:t>sanguinem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074621"/>
      </p:ext>
    </p:extLst>
  </p:cSld>
  <p:clrMapOvr>
    <a:masterClrMapping/>
  </p:clrMapOvr>
</p:sld>
</file>

<file path=ppt/slides/slide2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498 - </a:t>
            </a:r>
            <a:r>
              <a:rPr lang="en-US" sz="4400" dirty="0" err="1"/>
              <a:t>Magnificat</a:t>
            </a:r>
            <a:r>
              <a:rPr lang="en-US" sz="4400" dirty="0"/>
              <a:t> Anima mea </a:t>
            </a:r>
            <a:r>
              <a:rPr lang="en-US" sz="4400" dirty="0" err="1"/>
              <a:t>Dominum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Et </a:t>
            </a:r>
            <a:r>
              <a:rPr lang="en-IN" dirty="0" err="1"/>
              <a:t>exsultavit</a:t>
            </a:r>
            <a:r>
              <a:rPr lang="en-IN" dirty="0"/>
              <a:t> </a:t>
            </a:r>
            <a:r>
              <a:rPr lang="en-IN" dirty="0" err="1"/>
              <a:t>spiritus</a:t>
            </a:r>
            <a:r>
              <a:rPr lang="en-IN" dirty="0"/>
              <a:t> </a:t>
            </a:r>
            <a:r>
              <a:rPr lang="en-IN" dirty="0" err="1"/>
              <a:t>meus</a:t>
            </a:r>
            <a:r>
              <a:rPr lang="en-IN" dirty="0"/>
              <a:t>, in </a:t>
            </a:r>
            <a:r>
              <a:rPr lang="en-IN" dirty="0" err="1"/>
              <a:t>Deo</a:t>
            </a:r>
            <a:r>
              <a:rPr lang="en-IN" dirty="0"/>
              <a:t> </a:t>
            </a:r>
            <a:r>
              <a:rPr lang="en-IN" dirty="0" err="1"/>
              <a:t>salutari</a:t>
            </a:r>
            <a:r>
              <a:rPr lang="en-IN" dirty="0"/>
              <a:t> </a:t>
            </a:r>
            <a:r>
              <a:rPr lang="en-IN" dirty="0" err="1"/>
              <a:t>meo</a:t>
            </a:r>
            <a:endParaRPr lang="en-IN" dirty="0"/>
          </a:p>
          <a:p>
            <a:r>
              <a:rPr lang="en-IN" dirty="0" err="1"/>
              <a:t>Quia</a:t>
            </a:r>
            <a:r>
              <a:rPr lang="en-IN" dirty="0"/>
              <a:t> </a:t>
            </a:r>
            <a:r>
              <a:rPr lang="en-IN" dirty="0" err="1"/>
              <a:t>respexit</a:t>
            </a:r>
            <a:r>
              <a:rPr lang="en-IN" dirty="0"/>
              <a:t> </a:t>
            </a:r>
            <a:r>
              <a:rPr lang="en-IN" dirty="0" err="1"/>
              <a:t>humilitatem</a:t>
            </a:r>
            <a:r>
              <a:rPr lang="en-IN" dirty="0"/>
              <a:t> </a:t>
            </a:r>
            <a:r>
              <a:rPr lang="en-IN" dirty="0" err="1"/>
              <a:t>ancillae</a:t>
            </a:r>
            <a:r>
              <a:rPr lang="en-IN" dirty="0"/>
              <a:t> </a:t>
            </a:r>
            <a:r>
              <a:rPr lang="en-IN" dirty="0" err="1"/>
              <a:t>suae</a:t>
            </a:r>
            <a:r>
              <a:rPr lang="en-IN" dirty="0"/>
              <a:t>: </a:t>
            </a:r>
          </a:p>
          <a:p>
            <a:r>
              <a:rPr lang="en-IN" dirty="0"/>
              <a:t>Ecce </a:t>
            </a:r>
            <a:r>
              <a:rPr lang="en-IN" dirty="0" err="1"/>
              <a:t>enim</a:t>
            </a:r>
            <a:r>
              <a:rPr lang="en-IN" dirty="0"/>
              <a:t> ex hoc </a:t>
            </a:r>
            <a:r>
              <a:rPr lang="en-IN" dirty="0" err="1"/>
              <a:t>beatam</a:t>
            </a:r>
            <a:r>
              <a:rPr lang="en-IN" dirty="0"/>
              <a:t> me </a:t>
            </a:r>
            <a:r>
              <a:rPr lang="en-IN" dirty="0" err="1"/>
              <a:t>dicent</a:t>
            </a:r>
            <a:r>
              <a:rPr lang="en-IN" dirty="0"/>
              <a:t> </a:t>
            </a:r>
            <a:r>
              <a:rPr lang="en-IN" dirty="0" err="1"/>
              <a:t>omnes</a:t>
            </a:r>
            <a:r>
              <a:rPr lang="en-IN" dirty="0"/>
              <a:t> </a:t>
            </a:r>
            <a:r>
              <a:rPr lang="en-IN" dirty="0" err="1"/>
              <a:t>generationes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119334"/>
      </p:ext>
    </p:extLst>
  </p:cSld>
  <p:clrMapOvr>
    <a:masterClrMapping/>
  </p:clrMapOvr>
</p:sld>
</file>

<file path=ppt/slides/slide2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Quia</a:t>
            </a:r>
            <a:r>
              <a:rPr lang="en-IN" dirty="0"/>
              <a:t> </a:t>
            </a:r>
            <a:r>
              <a:rPr lang="en-IN" dirty="0" err="1"/>
              <a:t>fecit</a:t>
            </a:r>
            <a:r>
              <a:rPr lang="en-IN" dirty="0"/>
              <a:t> </a:t>
            </a:r>
            <a:r>
              <a:rPr lang="en-IN" dirty="0" err="1"/>
              <a:t>mihi</a:t>
            </a:r>
            <a:r>
              <a:rPr lang="en-IN" dirty="0"/>
              <a:t> magna qui </a:t>
            </a:r>
            <a:r>
              <a:rPr lang="en-IN" dirty="0" err="1"/>
              <a:t>potens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: </a:t>
            </a:r>
          </a:p>
          <a:p>
            <a:r>
              <a:rPr lang="en-IN" dirty="0"/>
              <a:t>Et sanctum </a:t>
            </a:r>
            <a:r>
              <a:rPr lang="en-IN" dirty="0" err="1"/>
              <a:t>nomen</a:t>
            </a:r>
            <a:r>
              <a:rPr lang="en-IN" dirty="0"/>
              <a:t> </a:t>
            </a:r>
            <a:r>
              <a:rPr lang="en-IN" dirty="0" err="1"/>
              <a:t>eius</a:t>
            </a:r>
            <a:endParaRPr lang="en-IN" dirty="0"/>
          </a:p>
          <a:p>
            <a:r>
              <a:rPr lang="en-IN" dirty="0"/>
              <a:t>Et </a:t>
            </a:r>
            <a:r>
              <a:rPr lang="en-IN" dirty="0" err="1"/>
              <a:t>misericordia</a:t>
            </a:r>
            <a:r>
              <a:rPr lang="en-IN" dirty="0"/>
              <a:t> </a:t>
            </a:r>
            <a:r>
              <a:rPr lang="en-IN" dirty="0" err="1"/>
              <a:t>eius</a:t>
            </a:r>
            <a:r>
              <a:rPr lang="en-IN" dirty="0"/>
              <a:t> a </a:t>
            </a:r>
            <a:r>
              <a:rPr lang="en-IN" dirty="0" err="1"/>
              <a:t>progenie</a:t>
            </a:r>
            <a:r>
              <a:rPr lang="en-IN" dirty="0"/>
              <a:t> in progenies </a:t>
            </a:r>
            <a:r>
              <a:rPr lang="en-IN" dirty="0" err="1"/>
              <a:t>timentibus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827896"/>
      </p:ext>
    </p:extLst>
  </p:cSld>
  <p:clrMapOvr>
    <a:masterClrMapping/>
  </p:clrMapOvr>
</p:sld>
</file>

<file path=ppt/slides/slide2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Fecit</a:t>
            </a:r>
            <a:r>
              <a:rPr lang="en-IN" dirty="0"/>
              <a:t> </a:t>
            </a:r>
            <a:r>
              <a:rPr lang="en-IN" dirty="0" err="1"/>
              <a:t>potentiam</a:t>
            </a:r>
            <a:r>
              <a:rPr lang="en-IN" dirty="0"/>
              <a:t> in </a:t>
            </a:r>
            <a:r>
              <a:rPr lang="en-IN" dirty="0" err="1"/>
              <a:t>brachio</a:t>
            </a:r>
            <a:r>
              <a:rPr lang="en-IN" dirty="0"/>
              <a:t> </a:t>
            </a:r>
            <a:r>
              <a:rPr lang="en-IN" dirty="0" err="1"/>
              <a:t>suo</a:t>
            </a:r>
            <a:r>
              <a:rPr lang="en-IN" dirty="0"/>
              <a:t>: </a:t>
            </a:r>
          </a:p>
          <a:p>
            <a:r>
              <a:rPr lang="en-IN" dirty="0" err="1"/>
              <a:t>Dispersit</a:t>
            </a:r>
            <a:r>
              <a:rPr lang="en-IN" dirty="0"/>
              <a:t> </a:t>
            </a:r>
            <a:r>
              <a:rPr lang="en-IN" dirty="0" err="1"/>
              <a:t>superbos</a:t>
            </a:r>
            <a:r>
              <a:rPr lang="en-IN" dirty="0"/>
              <a:t> </a:t>
            </a:r>
            <a:r>
              <a:rPr lang="en-IN" dirty="0" err="1"/>
              <a:t>mente</a:t>
            </a:r>
            <a:r>
              <a:rPr lang="en-IN" dirty="0"/>
              <a:t> </a:t>
            </a:r>
            <a:r>
              <a:rPr lang="en-IN" dirty="0" err="1"/>
              <a:t>cordis</a:t>
            </a:r>
            <a:r>
              <a:rPr lang="en-IN" dirty="0"/>
              <a:t> sui </a:t>
            </a:r>
          </a:p>
          <a:p>
            <a:r>
              <a:rPr lang="en-IN" dirty="0" err="1"/>
              <a:t>Deposuit</a:t>
            </a:r>
            <a:r>
              <a:rPr lang="en-IN" dirty="0"/>
              <a:t> </a:t>
            </a:r>
            <a:r>
              <a:rPr lang="en-IN" dirty="0" err="1"/>
              <a:t>potentes</a:t>
            </a:r>
            <a:r>
              <a:rPr lang="en-IN" dirty="0"/>
              <a:t> de </a:t>
            </a:r>
            <a:r>
              <a:rPr lang="en-IN" dirty="0" err="1"/>
              <a:t>sede</a:t>
            </a:r>
            <a:r>
              <a:rPr lang="en-IN" dirty="0"/>
              <a:t>, et </a:t>
            </a:r>
            <a:r>
              <a:rPr lang="en-IN" dirty="0" err="1"/>
              <a:t>exaltavit</a:t>
            </a:r>
            <a:r>
              <a:rPr lang="en-IN" dirty="0"/>
              <a:t> </a:t>
            </a:r>
            <a:r>
              <a:rPr lang="en-IN" dirty="0" err="1"/>
              <a:t>humiles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179911"/>
      </p:ext>
    </p:extLst>
  </p:cSld>
  <p:clrMapOvr>
    <a:masterClrMapping/>
  </p:clrMapOvr>
</p:sld>
</file>

<file path=ppt/slides/slide2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Esurientes</a:t>
            </a:r>
            <a:r>
              <a:rPr lang="en-IN" dirty="0"/>
              <a:t> </a:t>
            </a:r>
            <a:r>
              <a:rPr lang="en-IN" dirty="0" err="1"/>
              <a:t>implevit</a:t>
            </a:r>
            <a:r>
              <a:rPr lang="en-IN" dirty="0"/>
              <a:t> </a:t>
            </a:r>
            <a:r>
              <a:rPr lang="en-IN" dirty="0" err="1"/>
              <a:t>bonis</a:t>
            </a:r>
            <a:r>
              <a:rPr lang="en-IN" dirty="0"/>
              <a:t>: </a:t>
            </a:r>
          </a:p>
          <a:p>
            <a:r>
              <a:rPr lang="en-IN" dirty="0"/>
              <a:t>et </a:t>
            </a:r>
            <a:r>
              <a:rPr lang="en-IN" dirty="0" err="1"/>
              <a:t>divites</a:t>
            </a:r>
            <a:r>
              <a:rPr lang="en-IN" dirty="0"/>
              <a:t> </a:t>
            </a:r>
            <a:r>
              <a:rPr lang="en-IN" dirty="0" err="1"/>
              <a:t>dimisit</a:t>
            </a:r>
            <a:r>
              <a:rPr lang="en-IN" dirty="0"/>
              <a:t> inanes</a:t>
            </a:r>
          </a:p>
          <a:p>
            <a:r>
              <a:rPr lang="en-IN" dirty="0" err="1"/>
              <a:t>Suscepit</a:t>
            </a:r>
            <a:r>
              <a:rPr lang="en-IN" dirty="0"/>
              <a:t> Israel </a:t>
            </a:r>
            <a:r>
              <a:rPr lang="en-IN" dirty="0" err="1"/>
              <a:t>puerum</a:t>
            </a:r>
            <a:r>
              <a:rPr lang="en-IN" dirty="0"/>
              <a:t> </a:t>
            </a:r>
            <a:r>
              <a:rPr lang="en-IN" dirty="0" err="1"/>
              <a:t>suum</a:t>
            </a:r>
            <a:r>
              <a:rPr lang="en-IN" dirty="0"/>
              <a:t>, </a:t>
            </a:r>
            <a:r>
              <a:rPr lang="en-IN" dirty="0" err="1"/>
              <a:t>recordatus</a:t>
            </a:r>
            <a:r>
              <a:rPr lang="en-IN" dirty="0"/>
              <a:t> </a:t>
            </a:r>
            <a:r>
              <a:rPr lang="en-IN" dirty="0" err="1"/>
              <a:t>misericordiae</a:t>
            </a:r>
            <a:r>
              <a:rPr lang="en-IN" dirty="0"/>
              <a:t> </a:t>
            </a:r>
            <a:r>
              <a:rPr lang="en-IN" dirty="0" err="1"/>
              <a:t>suae</a:t>
            </a:r>
            <a:r>
              <a:rPr lang="en-IN" dirty="0"/>
              <a:t>.</a:t>
            </a:r>
          </a:p>
          <a:p>
            <a:r>
              <a:rPr lang="en-IN" dirty="0" err="1"/>
              <a:t>Sicut</a:t>
            </a:r>
            <a:r>
              <a:rPr lang="en-IN" dirty="0"/>
              <a:t> </a:t>
            </a:r>
            <a:r>
              <a:rPr lang="en-IN" dirty="0" err="1"/>
              <a:t>locutus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 ad </a:t>
            </a:r>
            <a:r>
              <a:rPr lang="en-IN" dirty="0" err="1"/>
              <a:t>patres</a:t>
            </a:r>
            <a:r>
              <a:rPr lang="en-IN" dirty="0"/>
              <a:t> nostros, </a:t>
            </a:r>
          </a:p>
          <a:p>
            <a:r>
              <a:rPr lang="en-IN" dirty="0"/>
              <a:t>Abraham et </a:t>
            </a:r>
            <a:r>
              <a:rPr lang="en-IN" dirty="0" err="1"/>
              <a:t>semini</a:t>
            </a:r>
            <a:r>
              <a:rPr lang="en-IN" dirty="0"/>
              <a:t> </a:t>
            </a:r>
            <a:r>
              <a:rPr lang="en-IN" dirty="0" err="1"/>
              <a:t>eius</a:t>
            </a:r>
            <a:r>
              <a:rPr lang="en-IN" dirty="0"/>
              <a:t> in </a:t>
            </a:r>
            <a:r>
              <a:rPr lang="en-IN" dirty="0" err="1"/>
              <a:t>saecula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210799"/>
      </p:ext>
    </p:extLst>
  </p:cSld>
  <p:clrMapOvr>
    <a:masterClrMapping/>
  </p:clrMapOvr>
</p:sld>
</file>

<file path=ppt/slides/slide2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Gloria </a:t>
            </a:r>
            <a:r>
              <a:rPr lang="en-IN" dirty="0" err="1"/>
              <a:t>Patri</a:t>
            </a:r>
            <a:r>
              <a:rPr lang="en-IN" dirty="0"/>
              <a:t> et </a:t>
            </a:r>
            <a:r>
              <a:rPr lang="en-IN" dirty="0" err="1"/>
              <a:t>Filio</a:t>
            </a:r>
            <a:r>
              <a:rPr lang="en-IN" dirty="0"/>
              <a:t>, et </a:t>
            </a:r>
            <a:r>
              <a:rPr lang="en-IN" dirty="0" err="1"/>
              <a:t>Spiritui</a:t>
            </a:r>
            <a:r>
              <a:rPr lang="en-IN" dirty="0"/>
              <a:t> </a:t>
            </a:r>
            <a:r>
              <a:rPr lang="en-IN" dirty="0" err="1"/>
              <a:t>Sancto</a:t>
            </a:r>
            <a:endParaRPr lang="en-IN" dirty="0"/>
          </a:p>
          <a:p>
            <a:r>
              <a:rPr lang="en-IN" dirty="0" err="1"/>
              <a:t>Sicut</a:t>
            </a:r>
            <a:r>
              <a:rPr lang="en-IN" dirty="0"/>
              <a:t> </a:t>
            </a:r>
            <a:r>
              <a:rPr lang="en-IN" dirty="0" err="1"/>
              <a:t>erat</a:t>
            </a:r>
            <a:r>
              <a:rPr lang="en-IN" dirty="0"/>
              <a:t> in principio, et </a:t>
            </a:r>
            <a:r>
              <a:rPr lang="en-IN" dirty="0" err="1"/>
              <a:t>nunc</a:t>
            </a:r>
            <a:r>
              <a:rPr lang="en-IN" dirty="0"/>
              <a:t>, et semper, </a:t>
            </a:r>
          </a:p>
          <a:p>
            <a:r>
              <a:rPr lang="en-IN" dirty="0"/>
              <a:t>Et in </a:t>
            </a:r>
            <a:r>
              <a:rPr lang="en-IN" dirty="0" err="1"/>
              <a:t>saecula</a:t>
            </a:r>
            <a:r>
              <a:rPr lang="en-IN" dirty="0"/>
              <a:t> </a:t>
            </a:r>
            <a:r>
              <a:rPr lang="en-IN" dirty="0" err="1"/>
              <a:t>saeculorum</a:t>
            </a:r>
            <a:r>
              <a:rPr lang="en-IN" dirty="0"/>
              <a:t>. Amen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71133"/>
      </p:ext>
    </p:extLst>
  </p:cSld>
  <p:clrMapOvr>
    <a:masterClrMapping/>
  </p:clrMapOvr>
</p:sld>
</file>

<file path=ppt/slides/slide2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62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499 - </a:t>
            </a:r>
            <a:r>
              <a:rPr lang="en-IN" sz="4400" dirty="0" err="1"/>
              <a:t>Misericordias</a:t>
            </a:r>
            <a:r>
              <a:rPr lang="en-IN" sz="4400" dirty="0"/>
              <a:t> </a:t>
            </a:r>
            <a:r>
              <a:rPr lang="en-IN" sz="4400" dirty="0" err="1"/>
              <a:t>domini</a:t>
            </a:r>
            <a:r>
              <a:rPr lang="en-IN" sz="4400" dirty="0"/>
              <a:t> In </a:t>
            </a:r>
            <a:r>
              <a:rPr lang="en-IN" sz="4400" dirty="0" err="1"/>
              <a:t>aeternum</a:t>
            </a:r>
            <a:r>
              <a:rPr lang="en-IN" sz="4400" dirty="0"/>
              <a:t> </a:t>
            </a:r>
            <a:r>
              <a:rPr lang="en-IN" sz="4400" dirty="0" err="1"/>
              <a:t>cantabo</a:t>
            </a:r>
            <a:r>
              <a:rPr lang="en-IN" sz="44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699164"/>
            <a:ext cx="11753537" cy="4053454"/>
          </a:xfrm>
        </p:spPr>
        <p:txBody>
          <a:bodyPr/>
          <a:lstStyle/>
          <a:p>
            <a:r>
              <a:rPr lang="en-IN" dirty="0"/>
              <a:t>In </a:t>
            </a:r>
            <a:r>
              <a:rPr lang="en-IN" dirty="0" err="1"/>
              <a:t>generationem</a:t>
            </a:r>
            <a:r>
              <a:rPr lang="en-IN" dirty="0"/>
              <a:t> et </a:t>
            </a:r>
            <a:r>
              <a:rPr lang="en-IN" dirty="0" err="1"/>
              <a:t>generationem</a:t>
            </a:r>
            <a:r>
              <a:rPr lang="en-IN" dirty="0"/>
              <a:t> </a:t>
            </a:r>
          </a:p>
          <a:p>
            <a:r>
              <a:rPr lang="en-IN" dirty="0" err="1"/>
              <a:t>Annuntiabo</a:t>
            </a:r>
            <a:r>
              <a:rPr lang="en-IN" dirty="0"/>
              <a:t> </a:t>
            </a:r>
            <a:r>
              <a:rPr lang="en-IN" dirty="0" err="1"/>
              <a:t>veritatem</a:t>
            </a:r>
            <a:r>
              <a:rPr lang="en-IN" dirty="0"/>
              <a:t> </a:t>
            </a:r>
            <a:r>
              <a:rPr lang="en-IN" dirty="0" err="1"/>
              <a:t>tuam</a:t>
            </a:r>
            <a:r>
              <a:rPr lang="en-IN" dirty="0"/>
              <a:t> in ore </a:t>
            </a:r>
            <a:r>
              <a:rPr lang="en-IN" dirty="0" err="1"/>
              <a:t>meo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264231"/>
      </p:ext>
    </p:extLst>
  </p:cSld>
  <p:clrMapOvr>
    <a:masterClrMapping/>
  </p:clrMapOvr>
</p:sld>
</file>

<file path=ppt/slides/slide2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Gloria </a:t>
            </a:r>
            <a:r>
              <a:rPr lang="en-IN" dirty="0" err="1"/>
              <a:t>Patri</a:t>
            </a:r>
            <a:r>
              <a:rPr lang="en-IN" dirty="0"/>
              <a:t> et </a:t>
            </a:r>
            <a:r>
              <a:rPr lang="en-IN" dirty="0" err="1"/>
              <a:t>Filio</a:t>
            </a:r>
            <a:r>
              <a:rPr lang="en-IN" dirty="0"/>
              <a:t> et </a:t>
            </a:r>
            <a:r>
              <a:rPr lang="en-IN" dirty="0" err="1"/>
              <a:t>Spiritui</a:t>
            </a:r>
            <a:r>
              <a:rPr lang="en-IN" dirty="0"/>
              <a:t> </a:t>
            </a:r>
            <a:r>
              <a:rPr lang="en-IN" dirty="0" err="1"/>
              <a:t>Sancto</a:t>
            </a:r>
            <a:r>
              <a:rPr lang="en-IN" dirty="0"/>
              <a:t> </a:t>
            </a:r>
          </a:p>
          <a:p>
            <a:r>
              <a:rPr lang="en-IN" dirty="0" err="1"/>
              <a:t>sicut</a:t>
            </a:r>
            <a:r>
              <a:rPr lang="en-IN" dirty="0"/>
              <a:t> </a:t>
            </a:r>
            <a:r>
              <a:rPr lang="en-IN" dirty="0" err="1"/>
              <a:t>erat</a:t>
            </a:r>
            <a:r>
              <a:rPr lang="en-IN" dirty="0"/>
              <a:t> in principio, Et </a:t>
            </a:r>
            <a:r>
              <a:rPr lang="en-IN" dirty="0" err="1"/>
              <a:t>nunc</a:t>
            </a:r>
            <a:r>
              <a:rPr lang="en-IN" dirty="0"/>
              <a:t>, et semper, </a:t>
            </a:r>
          </a:p>
          <a:p>
            <a:r>
              <a:rPr lang="en-IN" dirty="0"/>
              <a:t>Et in </a:t>
            </a:r>
            <a:r>
              <a:rPr lang="en-IN" dirty="0" err="1"/>
              <a:t>saecula</a:t>
            </a:r>
            <a:r>
              <a:rPr lang="en-IN" dirty="0"/>
              <a:t> </a:t>
            </a:r>
            <a:r>
              <a:rPr lang="en-IN" dirty="0" err="1"/>
              <a:t>saeculorum</a:t>
            </a:r>
            <a:r>
              <a:rPr lang="en-IN" dirty="0"/>
              <a:t>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43756"/>
      </p:ext>
    </p:extLst>
  </p:cSld>
  <p:clrMapOvr>
    <a:masterClrMapping/>
  </p:clrMapOvr>
</p:sld>
</file>

<file path=ppt/slides/slide2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500 - O sacrum </a:t>
            </a:r>
            <a:r>
              <a:rPr lang="en-US" sz="4400" dirty="0" err="1"/>
              <a:t>convivium</a:t>
            </a:r>
            <a:r>
              <a:rPr lang="en-US" sz="4400" dirty="0"/>
              <a:t>!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 sacrum </a:t>
            </a:r>
            <a:r>
              <a:rPr lang="en-IN" dirty="0" err="1"/>
              <a:t>convivium</a:t>
            </a:r>
            <a:r>
              <a:rPr lang="en-IN" dirty="0"/>
              <a:t>! In quo </a:t>
            </a:r>
            <a:r>
              <a:rPr lang="en-IN" dirty="0" err="1"/>
              <a:t>Christus</a:t>
            </a:r>
            <a:r>
              <a:rPr lang="en-IN" dirty="0"/>
              <a:t> </a:t>
            </a:r>
            <a:r>
              <a:rPr lang="en-IN" dirty="0" err="1"/>
              <a:t>sumitur</a:t>
            </a:r>
            <a:r>
              <a:rPr lang="en-IN" dirty="0"/>
              <a:t> </a:t>
            </a:r>
          </a:p>
          <a:p>
            <a:r>
              <a:rPr lang="en-IN" dirty="0" err="1"/>
              <a:t>Recolitur</a:t>
            </a:r>
            <a:r>
              <a:rPr lang="en-IN" dirty="0"/>
              <a:t> </a:t>
            </a:r>
            <a:r>
              <a:rPr lang="en-IN" dirty="0" err="1"/>
              <a:t>memoria</a:t>
            </a:r>
            <a:r>
              <a:rPr lang="en-IN" dirty="0"/>
              <a:t> </a:t>
            </a:r>
            <a:r>
              <a:rPr lang="en-IN" dirty="0" err="1"/>
              <a:t>passionis</a:t>
            </a:r>
            <a:r>
              <a:rPr lang="en-IN" dirty="0"/>
              <a:t> </a:t>
            </a:r>
            <a:r>
              <a:rPr lang="en-IN" dirty="0" err="1"/>
              <a:t>ejus</a:t>
            </a:r>
            <a:r>
              <a:rPr lang="en-IN" dirty="0"/>
              <a:t> :</a:t>
            </a:r>
          </a:p>
          <a:p>
            <a:r>
              <a:rPr lang="en-IN" dirty="0" err="1"/>
              <a:t>Mens</a:t>
            </a:r>
            <a:r>
              <a:rPr lang="en-IN" dirty="0"/>
              <a:t> </a:t>
            </a:r>
            <a:r>
              <a:rPr lang="en-IN" dirty="0" err="1"/>
              <a:t>impletur</a:t>
            </a:r>
            <a:r>
              <a:rPr lang="en-IN" dirty="0"/>
              <a:t> gratia: </a:t>
            </a:r>
          </a:p>
          <a:p>
            <a:r>
              <a:rPr lang="en-IN" dirty="0"/>
              <a:t>Et future </a:t>
            </a:r>
            <a:r>
              <a:rPr lang="en-IN" dirty="0" err="1"/>
              <a:t>gloriae</a:t>
            </a:r>
            <a:r>
              <a:rPr lang="en-IN" dirty="0"/>
              <a:t> </a:t>
            </a:r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pignus</a:t>
            </a:r>
            <a:r>
              <a:rPr lang="en-IN" dirty="0"/>
              <a:t> </a:t>
            </a:r>
            <a:r>
              <a:rPr lang="en-IN" dirty="0" err="1"/>
              <a:t>datur</a:t>
            </a:r>
            <a:r>
              <a:rPr lang="en-IN" dirty="0"/>
              <a:t>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14173"/>
      </p:ext>
    </p:extLst>
  </p:cSld>
  <p:clrMapOvr>
    <a:masterClrMapping/>
  </p:clrMapOvr>
</p:sld>
</file>

<file path=ppt/slides/slide2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501 - O </a:t>
            </a:r>
            <a:r>
              <a:rPr lang="en-US" sz="4400" dirty="0" err="1"/>
              <a:t>salutaris</a:t>
            </a:r>
            <a:r>
              <a:rPr lang="en-US" sz="4400" dirty="0"/>
              <a:t> </a:t>
            </a:r>
            <a:r>
              <a:rPr lang="en-US" sz="4400" dirty="0" err="1"/>
              <a:t>hostia</a:t>
            </a:r>
            <a:r>
              <a:rPr lang="en-US" sz="4400" dirty="0"/>
              <a:t>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 </a:t>
            </a:r>
            <a:r>
              <a:rPr lang="en-IN" dirty="0" err="1"/>
              <a:t>salutaris</a:t>
            </a:r>
            <a:r>
              <a:rPr lang="en-IN" dirty="0"/>
              <a:t> </a:t>
            </a:r>
            <a:r>
              <a:rPr lang="en-IN" dirty="0" err="1"/>
              <a:t>hostia</a:t>
            </a:r>
            <a:r>
              <a:rPr lang="en-IN" dirty="0"/>
              <a:t>, Quae </a:t>
            </a:r>
            <a:r>
              <a:rPr lang="en-IN" dirty="0" err="1"/>
              <a:t>caeli</a:t>
            </a:r>
            <a:r>
              <a:rPr lang="en-IN" dirty="0"/>
              <a:t> </a:t>
            </a:r>
            <a:r>
              <a:rPr lang="en-IN" dirty="0" err="1"/>
              <a:t>pandis</a:t>
            </a:r>
            <a:r>
              <a:rPr lang="en-IN" dirty="0"/>
              <a:t> </a:t>
            </a:r>
            <a:r>
              <a:rPr lang="en-IN" dirty="0" err="1"/>
              <a:t>ostium</a:t>
            </a:r>
            <a:endParaRPr lang="en-IN" dirty="0"/>
          </a:p>
          <a:p>
            <a:r>
              <a:rPr lang="en-IN" dirty="0"/>
              <a:t>Bella </a:t>
            </a:r>
            <a:r>
              <a:rPr lang="en-IN" dirty="0" err="1"/>
              <a:t>premunt</a:t>
            </a:r>
            <a:r>
              <a:rPr lang="en-IN" dirty="0"/>
              <a:t> </a:t>
            </a:r>
            <a:r>
              <a:rPr lang="en-IN" dirty="0" err="1"/>
              <a:t>hostilia</a:t>
            </a:r>
            <a:r>
              <a:rPr lang="en-IN" dirty="0"/>
              <a:t>, Da </a:t>
            </a:r>
            <a:r>
              <a:rPr lang="en-IN" dirty="0" err="1"/>
              <a:t>robur</a:t>
            </a:r>
            <a:r>
              <a:rPr lang="en-IN" dirty="0"/>
              <a:t> </a:t>
            </a:r>
            <a:r>
              <a:rPr lang="en-IN" dirty="0" err="1"/>
              <a:t>fer</a:t>
            </a:r>
            <a:r>
              <a:rPr lang="en-IN" dirty="0"/>
              <a:t> </a:t>
            </a:r>
            <a:r>
              <a:rPr lang="en-IN" dirty="0" err="1"/>
              <a:t>auxilium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349016"/>
      </p:ext>
    </p:extLst>
  </p:cSld>
  <p:clrMapOvr>
    <a:masterClrMapping/>
  </p:clrMapOvr>
</p:sld>
</file>

<file path=ppt/slides/slide2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Uni trinoque Domino Sit sempiterna gloria</a:t>
            </a:r>
          </a:p>
          <a:p>
            <a:r>
              <a:rPr lang="it-IT" dirty="0"/>
              <a:t>Qui vitam sine termino/Nobis donet in patria.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05522"/>
      </p:ext>
    </p:extLst>
  </p:cSld>
  <p:clrMapOvr>
    <a:masterClrMapping/>
  </p:clrMapOvr>
</p:sld>
</file>

<file path=ppt/slides/slide2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619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502 - </a:t>
            </a:r>
            <a:r>
              <a:rPr lang="en-US" sz="4400" dirty="0" err="1"/>
              <a:t>Oremus</a:t>
            </a:r>
            <a:r>
              <a:rPr lang="en-US" sz="4400" dirty="0"/>
              <a:t> pro </a:t>
            </a:r>
            <a:r>
              <a:rPr lang="en-US" sz="4400" dirty="0" err="1"/>
              <a:t>pontifice</a:t>
            </a:r>
            <a:r>
              <a:rPr lang="en-US" sz="4400" dirty="0"/>
              <a:t> </a:t>
            </a:r>
            <a:r>
              <a:rPr lang="en-US" sz="4400" dirty="0" err="1"/>
              <a:t>nostro</a:t>
            </a:r>
            <a:r>
              <a:rPr lang="en-US" sz="4400" dirty="0"/>
              <a:t> N (</a:t>
            </a:r>
            <a:r>
              <a:rPr lang="en-US" sz="4400" dirty="0" err="1"/>
              <a:t>Benedicto</a:t>
            </a:r>
            <a:r>
              <a:rPr lang="en-US" sz="4400" dirty="0"/>
              <a:t>)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2034831"/>
            <a:ext cx="11753537" cy="3914558"/>
          </a:xfrm>
        </p:spPr>
        <p:txBody>
          <a:bodyPr/>
          <a:lstStyle/>
          <a:p>
            <a:r>
              <a:rPr lang="en-IN" dirty="0" err="1"/>
              <a:t>Oremus</a:t>
            </a:r>
            <a:r>
              <a:rPr lang="en-IN" dirty="0"/>
              <a:t> pro </a:t>
            </a:r>
            <a:r>
              <a:rPr lang="en-IN" dirty="0" err="1"/>
              <a:t>pontifice</a:t>
            </a:r>
            <a:r>
              <a:rPr lang="en-IN" dirty="0"/>
              <a:t> </a:t>
            </a:r>
            <a:r>
              <a:rPr lang="en-IN" dirty="0" err="1"/>
              <a:t>nostro</a:t>
            </a:r>
            <a:r>
              <a:rPr lang="en-IN" dirty="0"/>
              <a:t> N (</a:t>
            </a:r>
            <a:r>
              <a:rPr lang="en-IN" dirty="0" err="1"/>
              <a:t>Benedicto</a:t>
            </a:r>
            <a:r>
              <a:rPr lang="en-IN" dirty="0"/>
              <a:t>)</a:t>
            </a:r>
          </a:p>
          <a:p>
            <a:r>
              <a:rPr lang="en-IN" dirty="0"/>
              <a:t>Dominus </a:t>
            </a:r>
            <a:r>
              <a:rPr lang="en-IN" dirty="0" err="1"/>
              <a:t>conservet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 Et </a:t>
            </a:r>
            <a:r>
              <a:rPr lang="en-IN" dirty="0" err="1"/>
              <a:t>vivificet</a:t>
            </a:r>
            <a:r>
              <a:rPr lang="en-IN" dirty="0"/>
              <a:t> </a:t>
            </a:r>
            <a:r>
              <a:rPr lang="en-IN" dirty="0" err="1"/>
              <a:t>eum</a:t>
            </a:r>
            <a:endParaRPr lang="en-IN" dirty="0"/>
          </a:p>
          <a:p>
            <a:r>
              <a:rPr lang="en-IN" dirty="0"/>
              <a:t>Et </a:t>
            </a:r>
            <a:r>
              <a:rPr lang="en-IN" dirty="0" err="1"/>
              <a:t>beatum</a:t>
            </a:r>
            <a:r>
              <a:rPr lang="en-IN" dirty="0"/>
              <a:t> </a:t>
            </a:r>
            <a:r>
              <a:rPr lang="en-IN" dirty="0" err="1"/>
              <a:t>faciat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 in terra </a:t>
            </a:r>
          </a:p>
          <a:p>
            <a:r>
              <a:rPr lang="en-IN" dirty="0"/>
              <a:t>Et non </a:t>
            </a:r>
            <a:r>
              <a:rPr lang="en-IN" dirty="0" err="1"/>
              <a:t>tradat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 in </a:t>
            </a:r>
            <a:r>
              <a:rPr lang="en-IN" dirty="0" err="1"/>
              <a:t>animam</a:t>
            </a:r>
            <a:r>
              <a:rPr lang="en-IN" dirty="0"/>
              <a:t> </a:t>
            </a:r>
            <a:r>
              <a:rPr lang="en-IN" dirty="0" err="1"/>
              <a:t>inimicorum</a:t>
            </a:r>
            <a:r>
              <a:rPr lang="en-IN" dirty="0"/>
              <a:t> </a:t>
            </a:r>
            <a:r>
              <a:rPr lang="en-IN" dirty="0" err="1"/>
              <a:t>eius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334061"/>
      </p:ext>
    </p:extLst>
  </p:cSld>
  <p:clrMapOvr>
    <a:masterClrMapping/>
  </p:clrMapOvr>
</p:sld>
</file>

<file path=ppt/slides/slide2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V/- </a:t>
            </a:r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es</a:t>
            </a:r>
            <a:r>
              <a:rPr lang="en-IN" dirty="0"/>
              <a:t> </a:t>
            </a:r>
            <a:r>
              <a:rPr lang="en-IN" dirty="0" err="1"/>
              <a:t>Petrus</a:t>
            </a:r>
            <a:r>
              <a:rPr lang="en-IN" dirty="0"/>
              <a:t>     </a:t>
            </a:r>
          </a:p>
          <a:p>
            <a:r>
              <a:rPr lang="en-IN" dirty="0"/>
              <a:t>R/- Et super </a:t>
            </a:r>
            <a:r>
              <a:rPr lang="en-IN" dirty="0" err="1"/>
              <a:t>hanc</a:t>
            </a:r>
            <a:r>
              <a:rPr lang="en-IN" dirty="0"/>
              <a:t> </a:t>
            </a:r>
            <a:r>
              <a:rPr lang="en-IN" dirty="0" err="1"/>
              <a:t>petram</a:t>
            </a:r>
            <a:r>
              <a:rPr lang="en-IN" dirty="0"/>
              <a:t> </a:t>
            </a:r>
            <a:r>
              <a:rPr lang="en-IN" dirty="0" err="1"/>
              <a:t>aedificabo</a:t>
            </a:r>
            <a:r>
              <a:rPr lang="en-IN" dirty="0"/>
              <a:t> </a:t>
            </a:r>
          </a:p>
          <a:p>
            <a:r>
              <a:rPr lang="en-IN" dirty="0" err="1"/>
              <a:t>Ecclesiam</a:t>
            </a:r>
            <a:r>
              <a:rPr lang="en-IN" dirty="0"/>
              <a:t> </a:t>
            </a:r>
            <a:r>
              <a:rPr lang="en-IN" dirty="0" err="1"/>
              <a:t>meam</a:t>
            </a:r>
            <a:r>
              <a:rPr lang="en-IN" dirty="0"/>
              <a:t>.</a:t>
            </a:r>
          </a:p>
          <a:p>
            <a:r>
              <a:rPr lang="en-IN" dirty="0"/>
              <a:t>OR</a:t>
            </a:r>
          </a:p>
          <a:p>
            <a:r>
              <a:rPr lang="en-IN" dirty="0"/>
              <a:t>V/- </a:t>
            </a:r>
            <a:r>
              <a:rPr lang="en-IN" dirty="0" err="1"/>
              <a:t>Constituit</a:t>
            </a:r>
            <a:r>
              <a:rPr lang="en-IN" dirty="0"/>
              <a:t> </a:t>
            </a:r>
            <a:r>
              <a:rPr lang="en-IN" dirty="0" err="1"/>
              <a:t>eum</a:t>
            </a:r>
            <a:r>
              <a:rPr lang="en-IN" dirty="0"/>
              <a:t> </a:t>
            </a:r>
            <a:r>
              <a:rPr lang="en-IN" dirty="0" err="1"/>
              <a:t>Dominum</a:t>
            </a:r>
            <a:r>
              <a:rPr lang="en-IN" dirty="0"/>
              <a:t> </a:t>
            </a:r>
            <a:r>
              <a:rPr lang="en-IN" dirty="0" err="1"/>
              <a:t>domus</a:t>
            </a:r>
            <a:r>
              <a:rPr lang="en-IN" dirty="0"/>
              <a:t> </a:t>
            </a:r>
            <a:r>
              <a:rPr lang="en-IN" dirty="0" err="1"/>
              <a:t>suae</a:t>
            </a:r>
            <a:r>
              <a:rPr lang="en-IN" dirty="0"/>
              <a:t>     </a:t>
            </a:r>
          </a:p>
          <a:p>
            <a:r>
              <a:rPr lang="en-IN" dirty="0"/>
              <a:t>R/- Et </a:t>
            </a:r>
            <a:r>
              <a:rPr lang="en-IN" dirty="0" err="1"/>
              <a:t>principem</a:t>
            </a:r>
            <a:r>
              <a:rPr lang="en-IN" dirty="0"/>
              <a:t> </a:t>
            </a:r>
            <a:r>
              <a:rPr lang="en-IN" dirty="0" err="1"/>
              <a:t>omnis</a:t>
            </a:r>
            <a:r>
              <a:rPr lang="en-IN" dirty="0"/>
              <a:t> </a:t>
            </a:r>
            <a:r>
              <a:rPr lang="en-IN" dirty="0" err="1"/>
              <a:t>possessionis</a:t>
            </a:r>
            <a:r>
              <a:rPr lang="en-IN" dirty="0"/>
              <a:t> </a:t>
            </a:r>
            <a:r>
              <a:rPr lang="en-IN" dirty="0" err="1"/>
              <a:t>suae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938156"/>
      </p:ext>
    </p:extLst>
  </p:cSld>
  <p:clrMapOvr>
    <a:masterClrMapping/>
  </p:clrMapOvr>
</p:sld>
</file>

<file path=ppt/slides/slide2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Deus, </a:t>
            </a:r>
            <a:r>
              <a:rPr lang="en-IN" dirty="0" err="1"/>
              <a:t>omnium</a:t>
            </a:r>
            <a:r>
              <a:rPr lang="en-IN" dirty="0"/>
              <a:t> </a:t>
            </a:r>
            <a:r>
              <a:rPr lang="en-IN" dirty="0" err="1"/>
              <a:t>fidelium</a:t>
            </a:r>
            <a:r>
              <a:rPr lang="en-IN" dirty="0"/>
              <a:t> pastor et rector, </a:t>
            </a:r>
            <a:r>
              <a:rPr lang="en-IN" dirty="0" err="1"/>
              <a:t>famulum</a:t>
            </a:r>
            <a:r>
              <a:rPr lang="en-IN" dirty="0"/>
              <a:t> </a:t>
            </a:r>
            <a:r>
              <a:rPr lang="en-IN" dirty="0" err="1"/>
              <a:t>tuum</a:t>
            </a:r>
            <a:r>
              <a:rPr lang="en-IN" dirty="0"/>
              <a:t> N. (</a:t>
            </a:r>
            <a:r>
              <a:rPr lang="en-IN" dirty="0" err="1"/>
              <a:t>Benedictum</a:t>
            </a:r>
            <a:r>
              <a:rPr lang="en-IN" dirty="0"/>
              <a:t>) </a:t>
            </a:r>
            <a:r>
              <a:rPr lang="en-IN" dirty="0" err="1"/>
              <a:t>quem</a:t>
            </a:r>
            <a:r>
              <a:rPr lang="en-IN" dirty="0"/>
              <a:t> </a:t>
            </a:r>
            <a:r>
              <a:rPr lang="en-IN" dirty="0" err="1"/>
              <a:t>pastorem</a:t>
            </a:r>
            <a:r>
              <a:rPr lang="en-IN" dirty="0"/>
              <a:t> Ecclesiae </a:t>
            </a:r>
            <a:r>
              <a:rPr lang="en-IN" dirty="0" err="1"/>
              <a:t>tuae</a:t>
            </a:r>
            <a:r>
              <a:rPr lang="en-IN" dirty="0"/>
              <a:t> </a:t>
            </a:r>
            <a:r>
              <a:rPr lang="en-IN" dirty="0" err="1"/>
              <a:t>praeesse</a:t>
            </a:r>
            <a:r>
              <a:rPr lang="en-IN" dirty="0"/>
              <a:t> </a:t>
            </a:r>
            <a:r>
              <a:rPr lang="en-IN" dirty="0" err="1"/>
              <a:t>voluisti</a:t>
            </a:r>
            <a:r>
              <a:rPr lang="en-IN" dirty="0"/>
              <a:t> </a:t>
            </a:r>
            <a:r>
              <a:rPr lang="en-IN" dirty="0" err="1"/>
              <a:t>propitius</a:t>
            </a:r>
            <a:r>
              <a:rPr lang="en-IN" dirty="0"/>
              <a:t> </a:t>
            </a:r>
            <a:r>
              <a:rPr lang="en-IN" dirty="0" err="1"/>
              <a:t>respice</a:t>
            </a:r>
            <a:r>
              <a:rPr lang="en-IN" dirty="0"/>
              <a:t>: da </a:t>
            </a:r>
            <a:r>
              <a:rPr lang="en-IN" dirty="0" err="1"/>
              <a:t>ei</a:t>
            </a:r>
            <a:r>
              <a:rPr lang="en-IN" dirty="0"/>
              <a:t> </a:t>
            </a:r>
            <a:r>
              <a:rPr lang="en-IN" dirty="0" err="1"/>
              <a:t>quaesumus</a:t>
            </a:r>
            <a:r>
              <a:rPr lang="en-IN" dirty="0"/>
              <a:t>, verbo et </a:t>
            </a:r>
            <a:r>
              <a:rPr lang="en-IN" dirty="0" err="1"/>
              <a:t>exemplo</a:t>
            </a:r>
            <a:r>
              <a:rPr lang="en-IN" dirty="0"/>
              <a:t>, </a:t>
            </a:r>
            <a:r>
              <a:rPr lang="en-IN" dirty="0" err="1"/>
              <a:t>quibus</a:t>
            </a:r>
            <a:r>
              <a:rPr lang="en-IN" dirty="0"/>
              <a:t> </a:t>
            </a:r>
            <a:r>
              <a:rPr lang="en-IN" dirty="0" err="1"/>
              <a:t>praeest</a:t>
            </a:r>
            <a:r>
              <a:rPr lang="en-IN" dirty="0"/>
              <a:t>, </a:t>
            </a:r>
            <a:r>
              <a:rPr lang="en-IN" dirty="0" err="1"/>
              <a:t>proficere</a:t>
            </a:r>
            <a:r>
              <a:rPr lang="en-IN" dirty="0"/>
              <a:t>; </a:t>
            </a:r>
            <a:r>
              <a:rPr lang="en-IN" dirty="0" err="1"/>
              <a:t>ut</a:t>
            </a:r>
            <a:r>
              <a:rPr lang="en-IN" dirty="0"/>
              <a:t> ad </a:t>
            </a:r>
            <a:r>
              <a:rPr lang="en-IN" dirty="0" err="1"/>
              <a:t>vitam</a:t>
            </a:r>
            <a:r>
              <a:rPr lang="en-IN" dirty="0"/>
              <a:t>, </a:t>
            </a:r>
            <a:r>
              <a:rPr lang="en-IN" dirty="0" err="1"/>
              <a:t>una</a:t>
            </a:r>
            <a:r>
              <a:rPr lang="en-IN" dirty="0"/>
              <a:t> cum </a:t>
            </a:r>
            <a:r>
              <a:rPr lang="en-IN" dirty="0" err="1"/>
              <a:t>grege</a:t>
            </a:r>
            <a:r>
              <a:rPr lang="en-IN" dirty="0"/>
              <a:t> </a:t>
            </a:r>
            <a:r>
              <a:rPr lang="en-IN" dirty="0" err="1"/>
              <a:t>sibi</a:t>
            </a:r>
            <a:r>
              <a:rPr lang="en-IN" dirty="0"/>
              <a:t> </a:t>
            </a:r>
            <a:r>
              <a:rPr lang="en-IN" dirty="0" err="1"/>
              <a:t>credito</a:t>
            </a:r>
            <a:r>
              <a:rPr lang="en-IN" dirty="0"/>
              <a:t>, </a:t>
            </a:r>
            <a:r>
              <a:rPr lang="en-IN" dirty="0" err="1"/>
              <a:t>perveniat</a:t>
            </a:r>
            <a:r>
              <a:rPr lang="en-IN" dirty="0"/>
              <a:t> </a:t>
            </a:r>
            <a:r>
              <a:rPr lang="en-IN" dirty="0" err="1"/>
              <a:t>sempiternam</a:t>
            </a:r>
            <a:r>
              <a:rPr lang="en-IN" dirty="0"/>
              <a:t>. </a:t>
            </a:r>
          </a:p>
          <a:p>
            <a:r>
              <a:rPr lang="en-IN" dirty="0"/>
              <a:t>Per Christum </a:t>
            </a:r>
            <a:r>
              <a:rPr lang="en-IN" dirty="0" err="1"/>
              <a:t>Dominum</a:t>
            </a:r>
            <a:r>
              <a:rPr lang="en-IN" dirty="0"/>
              <a:t> nostrum. </a:t>
            </a:r>
          </a:p>
          <a:p>
            <a:r>
              <a:rPr lang="en-IN" dirty="0"/>
              <a:t>R/- Amen.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960959"/>
      </p:ext>
    </p:extLst>
  </p:cSld>
  <p:clrMapOvr>
    <a:masterClrMapping/>
  </p:clrMapOvr>
</p:sld>
</file>

<file path=ppt/slides/slide2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503 - </a:t>
            </a:r>
            <a:r>
              <a:rPr lang="fr-FR" sz="4400" dirty="0" err="1"/>
              <a:t>Panis</a:t>
            </a:r>
            <a:r>
              <a:rPr lang="fr-FR" sz="4400" dirty="0"/>
              <a:t> </a:t>
            </a:r>
            <a:r>
              <a:rPr lang="fr-FR" sz="4400" dirty="0" err="1"/>
              <a:t>angelicus</a:t>
            </a:r>
            <a:r>
              <a:rPr lang="fr-FR" sz="4400" dirty="0"/>
              <a:t> Fit </a:t>
            </a:r>
            <a:r>
              <a:rPr lang="fr-FR" sz="4400" dirty="0" err="1"/>
              <a:t>panis</a:t>
            </a:r>
            <a:r>
              <a:rPr lang="fr-FR" sz="4400" dirty="0"/>
              <a:t> </a:t>
            </a:r>
            <a:r>
              <a:rPr lang="fr-FR" sz="4400" dirty="0" err="1"/>
              <a:t>hominum</a:t>
            </a:r>
            <a:r>
              <a:rPr lang="fr-FR" sz="4400" dirty="0"/>
              <a:t>;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Panis</a:t>
            </a:r>
            <a:r>
              <a:rPr lang="en-IN" dirty="0"/>
              <a:t> </a:t>
            </a:r>
            <a:r>
              <a:rPr lang="en-IN" dirty="0" err="1"/>
              <a:t>angelicus</a:t>
            </a:r>
            <a:r>
              <a:rPr lang="en-IN" dirty="0"/>
              <a:t> Fit </a:t>
            </a:r>
            <a:r>
              <a:rPr lang="en-IN" dirty="0" err="1"/>
              <a:t>panis</a:t>
            </a:r>
            <a:r>
              <a:rPr lang="en-IN" dirty="0"/>
              <a:t> </a:t>
            </a:r>
            <a:r>
              <a:rPr lang="en-IN" dirty="0" err="1"/>
              <a:t>hominum</a:t>
            </a:r>
            <a:r>
              <a:rPr lang="en-IN" dirty="0"/>
              <a:t>; </a:t>
            </a:r>
          </a:p>
          <a:p>
            <a:r>
              <a:rPr lang="en-IN" dirty="0" err="1"/>
              <a:t>Dat</a:t>
            </a:r>
            <a:r>
              <a:rPr lang="en-IN" dirty="0"/>
              <a:t> </a:t>
            </a:r>
            <a:r>
              <a:rPr lang="en-IN" dirty="0" err="1"/>
              <a:t>Panis</a:t>
            </a:r>
            <a:r>
              <a:rPr lang="en-IN" dirty="0"/>
              <a:t> </a:t>
            </a:r>
            <a:r>
              <a:rPr lang="en-IN" dirty="0" err="1"/>
              <a:t>caelicus</a:t>
            </a:r>
            <a:r>
              <a:rPr lang="en-IN" dirty="0"/>
              <a:t> </a:t>
            </a:r>
            <a:r>
              <a:rPr lang="en-IN" dirty="0" err="1"/>
              <a:t>figuris</a:t>
            </a:r>
            <a:r>
              <a:rPr lang="en-IN" dirty="0"/>
              <a:t> </a:t>
            </a:r>
            <a:r>
              <a:rPr lang="en-IN" dirty="0" err="1"/>
              <a:t>terminum</a:t>
            </a:r>
            <a:endParaRPr lang="en-IN" dirty="0"/>
          </a:p>
          <a:p>
            <a:r>
              <a:rPr lang="en-IN" dirty="0"/>
              <a:t>O Res Mirabilis! </a:t>
            </a:r>
            <a:r>
              <a:rPr lang="en-IN" dirty="0" err="1"/>
              <a:t>Manducat</a:t>
            </a:r>
            <a:r>
              <a:rPr lang="en-IN" dirty="0"/>
              <a:t> </a:t>
            </a:r>
            <a:r>
              <a:rPr lang="en-IN" dirty="0" err="1"/>
              <a:t>Dominum</a:t>
            </a:r>
            <a:endParaRPr lang="en-IN" dirty="0"/>
          </a:p>
          <a:p>
            <a:r>
              <a:rPr lang="en-IN" dirty="0"/>
              <a:t>Pauper, </a:t>
            </a:r>
            <a:r>
              <a:rPr lang="en-IN" dirty="0" err="1"/>
              <a:t>servus</a:t>
            </a:r>
            <a:r>
              <a:rPr lang="en-IN" dirty="0"/>
              <a:t> et </a:t>
            </a:r>
            <a:r>
              <a:rPr lang="en-IN" dirty="0" err="1"/>
              <a:t>humilis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492590"/>
      </p:ext>
    </p:extLst>
  </p:cSld>
  <p:clrMapOvr>
    <a:masterClrMapping/>
  </p:clrMapOvr>
</p:sld>
</file>

<file path=ppt/slides/slide2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Tertrina Deitas unaque poscimus</a:t>
            </a:r>
          </a:p>
          <a:p>
            <a:r>
              <a:rPr lang="pt-BR" dirty="0"/>
              <a:t>Sic nos tu visita, sicut te colimus</a:t>
            </a:r>
          </a:p>
          <a:p>
            <a:r>
              <a:rPr lang="pt-BR" dirty="0"/>
              <a:t>Per tuas semitas Duc nos quo tendimus</a:t>
            </a:r>
          </a:p>
          <a:p>
            <a:r>
              <a:rPr lang="pt-BR" dirty="0"/>
              <a:t>Ad lucem quam inhabitas.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833989"/>
      </p:ext>
    </p:extLst>
  </p:cSld>
  <p:clrMapOvr>
    <a:masterClrMapping/>
  </p:clrMapOvr>
</p:sld>
</file>

<file path=ppt/slides/slide2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504 - </a:t>
            </a:r>
            <a:r>
              <a:rPr lang="fr-FR" sz="4400" dirty="0"/>
              <a:t>Parce domine Parce populo </a:t>
            </a:r>
            <a:r>
              <a:rPr lang="fr-FR" sz="4400" dirty="0" err="1"/>
              <a:t>tuo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Parce</a:t>
            </a:r>
            <a:r>
              <a:rPr lang="en-IN" dirty="0"/>
              <a:t> </a:t>
            </a:r>
            <a:r>
              <a:rPr lang="en-IN" dirty="0" err="1"/>
              <a:t>domine</a:t>
            </a:r>
            <a:r>
              <a:rPr lang="en-IN" dirty="0"/>
              <a:t> </a:t>
            </a:r>
            <a:r>
              <a:rPr lang="en-IN" dirty="0" err="1"/>
              <a:t>Parce</a:t>
            </a:r>
            <a:r>
              <a:rPr lang="en-IN" dirty="0"/>
              <a:t> </a:t>
            </a:r>
            <a:r>
              <a:rPr lang="en-IN" dirty="0" err="1"/>
              <a:t>populo</a:t>
            </a:r>
            <a:r>
              <a:rPr lang="en-IN" dirty="0"/>
              <a:t> </a:t>
            </a:r>
            <a:r>
              <a:rPr lang="en-IN" dirty="0" err="1"/>
              <a:t>tuo</a:t>
            </a:r>
            <a:endParaRPr lang="en-IN" dirty="0"/>
          </a:p>
          <a:p>
            <a:r>
              <a:rPr lang="en-IN" dirty="0"/>
              <a:t>Ne in </a:t>
            </a:r>
            <a:r>
              <a:rPr lang="en-IN" dirty="0" err="1"/>
              <a:t>aeternum</a:t>
            </a:r>
            <a:r>
              <a:rPr lang="en-IN" dirty="0"/>
              <a:t> </a:t>
            </a:r>
            <a:r>
              <a:rPr lang="en-IN" dirty="0" err="1"/>
              <a:t>irascaris</a:t>
            </a:r>
            <a:r>
              <a:rPr lang="en-IN" dirty="0"/>
              <a:t> </a:t>
            </a:r>
            <a:r>
              <a:rPr lang="en-IN" dirty="0" err="1"/>
              <a:t>nobis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559473"/>
      </p:ext>
    </p:extLst>
  </p:cSld>
  <p:clrMapOvr>
    <a:masterClrMapping/>
  </p:clrMapOvr>
</p:sld>
</file>

<file path=ppt/slides/slide2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505 - Regina </a:t>
            </a:r>
            <a:r>
              <a:rPr lang="en-US" sz="4400" dirty="0" err="1"/>
              <a:t>caeli</a:t>
            </a:r>
            <a:r>
              <a:rPr lang="en-US" sz="4400" dirty="0"/>
              <a:t> </a:t>
            </a:r>
            <a:r>
              <a:rPr lang="en-US" sz="4400" dirty="0" err="1"/>
              <a:t>Laetare</a:t>
            </a:r>
            <a:r>
              <a:rPr lang="en-US" sz="4400" dirty="0"/>
              <a:t>. Alleluia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Regina </a:t>
            </a:r>
            <a:r>
              <a:rPr lang="en-IN" dirty="0" err="1"/>
              <a:t>caeli</a:t>
            </a:r>
            <a:r>
              <a:rPr lang="en-IN" dirty="0"/>
              <a:t> </a:t>
            </a:r>
            <a:r>
              <a:rPr lang="en-IN" dirty="0" err="1"/>
              <a:t>Laetare</a:t>
            </a:r>
            <a:r>
              <a:rPr lang="en-IN" dirty="0"/>
              <a:t>. Alleluia</a:t>
            </a:r>
          </a:p>
          <a:p>
            <a:r>
              <a:rPr lang="en-IN" dirty="0" err="1"/>
              <a:t>Quia</a:t>
            </a:r>
            <a:r>
              <a:rPr lang="en-IN" dirty="0"/>
              <a:t> </a:t>
            </a:r>
            <a:r>
              <a:rPr lang="en-IN" dirty="0" err="1"/>
              <a:t>quem</a:t>
            </a:r>
            <a:r>
              <a:rPr lang="en-IN" dirty="0"/>
              <a:t> </a:t>
            </a:r>
            <a:r>
              <a:rPr lang="en-IN" dirty="0" err="1"/>
              <a:t>meruisti</a:t>
            </a:r>
            <a:r>
              <a:rPr lang="en-IN" dirty="0"/>
              <a:t> </a:t>
            </a:r>
            <a:r>
              <a:rPr lang="en-IN" dirty="0" err="1"/>
              <a:t>portare</a:t>
            </a:r>
            <a:r>
              <a:rPr lang="en-IN" dirty="0"/>
              <a:t>, alleluia</a:t>
            </a:r>
          </a:p>
          <a:p>
            <a:r>
              <a:rPr lang="en-IN" dirty="0" err="1"/>
              <a:t>Resurrexit</a:t>
            </a:r>
            <a:r>
              <a:rPr lang="en-IN" dirty="0"/>
              <a:t>, </a:t>
            </a:r>
            <a:r>
              <a:rPr lang="en-IN" dirty="0" err="1"/>
              <a:t>sicut</a:t>
            </a:r>
            <a:r>
              <a:rPr lang="en-IN" dirty="0"/>
              <a:t> dixit, alleluia</a:t>
            </a:r>
          </a:p>
          <a:p>
            <a:r>
              <a:rPr lang="en-IN" dirty="0" err="1"/>
              <a:t>Ora</a:t>
            </a:r>
            <a:r>
              <a:rPr lang="en-IN" dirty="0"/>
              <a:t> pro </a:t>
            </a:r>
            <a:r>
              <a:rPr lang="en-IN" dirty="0" err="1"/>
              <a:t>nobis</a:t>
            </a:r>
            <a:r>
              <a:rPr lang="en-IN" dirty="0"/>
              <a:t> Deum, alleluia.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2179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800586"/>
      </p:ext>
    </p:extLst>
  </p:cSld>
  <p:clrMapOvr>
    <a:masterClrMapping/>
  </p:clrMapOvr>
</p:sld>
</file>

<file path=ppt/slides/slide2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5" y="512048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506 - </a:t>
            </a:r>
            <a:r>
              <a:rPr lang="fr-FR" sz="4400" dirty="0" err="1"/>
              <a:t>Rorate</a:t>
            </a:r>
            <a:r>
              <a:rPr lang="fr-FR" sz="4400" dirty="0"/>
              <a:t> </a:t>
            </a:r>
            <a:r>
              <a:rPr lang="fr-FR" sz="4400" dirty="0" err="1"/>
              <a:t>caeli</a:t>
            </a:r>
            <a:r>
              <a:rPr lang="fr-FR" sz="4400" dirty="0"/>
              <a:t> de super, Et </a:t>
            </a:r>
            <a:r>
              <a:rPr lang="fr-FR" sz="4400" dirty="0" err="1"/>
              <a:t>nubes</a:t>
            </a:r>
            <a:r>
              <a:rPr lang="fr-FR" sz="4400" dirty="0"/>
              <a:t> </a:t>
            </a:r>
            <a:r>
              <a:rPr lang="fr-FR" sz="4400" dirty="0" err="1"/>
              <a:t>pluant</a:t>
            </a:r>
            <a:r>
              <a:rPr lang="fr-FR" sz="4400" dirty="0"/>
              <a:t> </a:t>
            </a:r>
            <a:r>
              <a:rPr lang="fr-FR" sz="4400" dirty="0" err="1"/>
              <a:t>iustum</a:t>
            </a:r>
            <a:r>
              <a:rPr lang="fr-FR" sz="4400" dirty="0"/>
              <a:t>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365813"/>
            <a:ext cx="11753537" cy="5279536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 err="1"/>
              <a:t>Rorate</a:t>
            </a:r>
            <a:r>
              <a:rPr lang="en-IN" dirty="0"/>
              <a:t> </a:t>
            </a:r>
            <a:r>
              <a:rPr lang="en-IN" dirty="0" err="1"/>
              <a:t>caeli</a:t>
            </a:r>
            <a:r>
              <a:rPr lang="en-IN" dirty="0"/>
              <a:t> de super, Et </a:t>
            </a:r>
            <a:r>
              <a:rPr lang="en-IN" dirty="0" err="1"/>
              <a:t>nubes</a:t>
            </a:r>
            <a:r>
              <a:rPr lang="en-IN" dirty="0"/>
              <a:t> </a:t>
            </a:r>
            <a:r>
              <a:rPr lang="en-IN" dirty="0" err="1"/>
              <a:t>pluant</a:t>
            </a:r>
            <a:r>
              <a:rPr lang="en-IN" dirty="0"/>
              <a:t> </a:t>
            </a:r>
            <a:r>
              <a:rPr lang="en-IN" dirty="0" err="1"/>
              <a:t>iustum</a:t>
            </a:r>
            <a:r>
              <a:rPr lang="en-IN" dirty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Ne </a:t>
            </a:r>
            <a:r>
              <a:rPr lang="en-IN" dirty="0" err="1"/>
              <a:t>irascaris</a:t>
            </a:r>
            <a:r>
              <a:rPr lang="en-IN" dirty="0"/>
              <a:t> Domine,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ne ultra </a:t>
            </a:r>
            <a:r>
              <a:rPr lang="en-IN" dirty="0" err="1"/>
              <a:t>memineris</a:t>
            </a:r>
            <a:r>
              <a:rPr lang="en-IN" dirty="0"/>
              <a:t> </a:t>
            </a:r>
            <a:r>
              <a:rPr lang="en-IN" dirty="0" err="1"/>
              <a:t>iniquitatis</a:t>
            </a:r>
            <a:endParaRPr lang="en-IN" dirty="0"/>
          </a:p>
          <a:p>
            <a:r>
              <a:rPr lang="en-IN" dirty="0"/>
              <a:t>Ecce </a:t>
            </a:r>
            <a:r>
              <a:rPr lang="en-IN" dirty="0" err="1"/>
              <a:t>civitas</a:t>
            </a:r>
            <a:r>
              <a:rPr lang="en-IN" dirty="0"/>
              <a:t> Sancti </a:t>
            </a:r>
            <a:r>
              <a:rPr lang="en-IN" dirty="0" err="1"/>
              <a:t>facta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 </a:t>
            </a:r>
            <a:r>
              <a:rPr lang="en-IN" dirty="0" err="1"/>
              <a:t>deserta</a:t>
            </a:r>
            <a:r>
              <a:rPr lang="en-IN" dirty="0"/>
              <a:t> </a:t>
            </a:r>
            <a:r>
              <a:rPr lang="en-IN" dirty="0" err="1"/>
              <a:t>Sion</a:t>
            </a:r>
            <a:r>
              <a:rPr lang="en-IN" dirty="0"/>
              <a:t> </a:t>
            </a:r>
            <a:r>
              <a:rPr lang="en-IN" dirty="0" err="1"/>
              <a:t>deserta</a:t>
            </a:r>
            <a:r>
              <a:rPr lang="en-IN" dirty="0"/>
              <a:t> </a:t>
            </a:r>
            <a:r>
              <a:rPr lang="en-IN" dirty="0" err="1"/>
              <a:t>facta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: Jerusalem </a:t>
            </a:r>
            <a:r>
              <a:rPr lang="en-IN" dirty="0" err="1"/>
              <a:t>desolata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 </a:t>
            </a:r>
            <a:r>
              <a:rPr lang="en-IN" dirty="0" err="1"/>
              <a:t>Domus</a:t>
            </a:r>
            <a:r>
              <a:rPr lang="en-IN" dirty="0"/>
              <a:t> </a:t>
            </a:r>
            <a:r>
              <a:rPr lang="en-IN" dirty="0" err="1"/>
              <a:t>sanctificationis</a:t>
            </a:r>
            <a:r>
              <a:rPr lang="en-IN" dirty="0"/>
              <a:t> </a:t>
            </a:r>
            <a:r>
              <a:rPr lang="en-IN" dirty="0" err="1"/>
              <a:t>tuae</a:t>
            </a:r>
            <a:r>
              <a:rPr lang="en-IN" dirty="0"/>
              <a:t> et </a:t>
            </a:r>
            <a:r>
              <a:rPr lang="en-IN" dirty="0" err="1"/>
              <a:t>gloriae</a:t>
            </a:r>
            <a:r>
              <a:rPr lang="en-IN" dirty="0"/>
              <a:t> </a:t>
            </a:r>
            <a:r>
              <a:rPr lang="en-IN" dirty="0" err="1"/>
              <a:t>tuae</a:t>
            </a:r>
            <a:r>
              <a:rPr lang="en-IN" dirty="0"/>
              <a:t>, </a:t>
            </a:r>
          </a:p>
          <a:p>
            <a:r>
              <a:rPr lang="en-IN" dirty="0"/>
              <a:t>Ubi </a:t>
            </a:r>
            <a:r>
              <a:rPr lang="en-IN" dirty="0" err="1"/>
              <a:t>laudaverunt</a:t>
            </a:r>
            <a:r>
              <a:rPr lang="en-IN" dirty="0"/>
              <a:t>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patres</a:t>
            </a:r>
            <a:r>
              <a:rPr lang="en-IN" dirty="0"/>
              <a:t> </a:t>
            </a:r>
            <a:r>
              <a:rPr lang="en-IN" dirty="0" err="1"/>
              <a:t>nostri</a:t>
            </a:r>
            <a:r>
              <a:rPr lang="en-IN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800491"/>
      </p:ext>
    </p:extLst>
  </p:cSld>
  <p:clrMapOvr>
    <a:masterClrMapping/>
  </p:clrMapOvr>
</p:sld>
</file>

<file path=ppt/slides/slide2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100" y="326850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507 - </a:t>
            </a:r>
            <a:r>
              <a:rPr lang="it-IT" sz="4400" dirty="0"/>
              <a:t>Salve festa dies, toto venerabilis aevo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Salve </a:t>
            </a:r>
            <a:r>
              <a:rPr lang="en-IN" dirty="0" err="1"/>
              <a:t>festa</a:t>
            </a:r>
            <a:r>
              <a:rPr lang="en-IN" dirty="0"/>
              <a:t> dies, </a:t>
            </a:r>
            <a:r>
              <a:rPr lang="en-IN" dirty="0" err="1"/>
              <a:t>toto</a:t>
            </a:r>
            <a:r>
              <a:rPr lang="en-IN" dirty="0"/>
              <a:t> </a:t>
            </a:r>
            <a:r>
              <a:rPr lang="en-IN" dirty="0" err="1"/>
              <a:t>venerabilis</a:t>
            </a:r>
            <a:r>
              <a:rPr lang="en-IN" dirty="0"/>
              <a:t> </a:t>
            </a:r>
            <a:r>
              <a:rPr lang="en-IN" dirty="0" err="1"/>
              <a:t>aevo</a:t>
            </a:r>
            <a:r>
              <a:rPr lang="en-IN" dirty="0"/>
              <a:t>, </a:t>
            </a:r>
          </a:p>
          <a:p>
            <a:r>
              <a:rPr lang="en-IN" dirty="0"/>
              <a:t>Qua Deus </a:t>
            </a:r>
            <a:r>
              <a:rPr lang="en-IN" dirty="0" err="1"/>
              <a:t>infernum</a:t>
            </a:r>
            <a:r>
              <a:rPr lang="en-IN" dirty="0"/>
              <a:t> </a:t>
            </a:r>
            <a:r>
              <a:rPr lang="en-IN" dirty="0" err="1"/>
              <a:t>vicit</a:t>
            </a:r>
            <a:r>
              <a:rPr lang="en-IN" dirty="0"/>
              <a:t> et </a:t>
            </a:r>
            <a:r>
              <a:rPr lang="en-IN" dirty="0" err="1"/>
              <a:t>astra</a:t>
            </a:r>
            <a:r>
              <a:rPr lang="en-IN" dirty="0"/>
              <a:t> tenet.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159808"/>
      </p:ext>
    </p:extLst>
  </p:cSld>
  <p:clrMapOvr>
    <a:masterClrMapping/>
  </p:clrMapOvr>
</p:sld>
</file>

<file path=ppt/slides/slide2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Ecce </a:t>
            </a:r>
            <a:r>
              <a:rPr lang="en-IN" dirty="0" err="1"/>
              <a:t>renascentis</a:t>
            </a:r>
            <a:r>
              <a:rPr lang="en-IN" dirty="0"/>
              <a:t> </a:t>
            </a:r>
            <a:r>
              <a:rPr lang="en-IN" dirty="0" err="1"/>
              <a:t>testatur</a:t>
            </a:r>
            <a:r>
              <a:rPr lang="en-IN" dirty="0"/>
              <a:t> gratia mundi</a:t>
            </a:r>
          </a:p>
          <a:p>
            <a:r>
              <a:rPr lang="en-IN" dirty="0"/>
              <a:t>Omnia cum Domino </a:t>
            </a:r>
            <a:r>
              <a:rPr lang="en-IN" dirty="0" err="1"/>
              <a:t>dona</a:t>
            </a:r>
            <a:r>
              <a:rPr lang="en-IN" dirty="0"/>
              <a:t> </a:t>
            </a:r>
            <a:r>
              <a:rPr lang="en-IN" dirty="0" err="1"/>
              <a:t>redisse</a:t>
            </a:r>
            <a:r>
              <a:rPr lang="en-IN" dirty="0"/>
              <a:t> </a:t>
            </a:r>
            <a:r>
              <a:rPr lang="en-IN" dirty="0" err="1"/>
              <a:t>suo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145629"/>
      </p:ext>
    </p:extLst>
  </p:cSld>
  <p:clrMapOvr>
    <a:masterClrMapping/>
  </p:clrMapOvr>
</p:sld>
</file>

<file path=ppt/slides/slide2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Namque</a:t>
            </a:r>
            <a:r>
              <a:rPr lang="en-IN" dirty="0"/>
              <a:t> </a:t>
            </a:r>
            <a:r>
              <a:rPr lang="en-IN" dirty="0" err="1"/>
              <a:t>triumphanti</a:t>
            </a:r>
            <a:r>
              <a:rPr lang="en-IN" dirty="0"/>
              <a:t> </a:t>
            </a:r>
          </a:p>
          <a:p>
            <a:r>
              <a:rPr lang="en-IN" dirty="0"/>
              <a:t>post </a:t>
            </a:r>
            <a:r>
              <a:rPr lang="en-IN" dirty="0" err="1"/>
              <a:t>tristia</a:t>
            </a:r>
            <a:r>
              <a:rPr lang="en-IN" dirty="0"/>
              <a:t> </a:t>
            </a:r>
            <a:r>
              <a:rPr lang="en-IN" dirty="0" err="1"/>
              <a:t>tartara</a:t>
            </a:r>
            <a:r>
              <a:rPr lang="en-IN" dirty="0"/>
              <a:t> Christo</a:t>
            </a:r>
          </a:p>
          <a:p>
            <a:r>
              <a:rPr lang="en-IN" dirty="0" err="1"/>
              <a:t>Undique</a:t>
            </a:r>
            <a:r>
              <a:rPr lang="en-IN" dirty="0"/>
              <a:t> </a:t>
            </a:r>
            <a:r>
              <a:rPr lang="en-IN" dirty="0" err="1"/>
              <a:t>fronde</a:t>
            </a:r>
            <a:r>
              <a:rPr lang="en-IN" dirty="0"/>
              <a:t> </a:t>
            </a:r>
            <a:r>
              <a:rPr lang="en-IN" dirty="0" err="1"/>
              <a:t>nemus</a:t>
            </a:r>
            <a:r>
              <a:rPr lang="en-IN" dirty="0"/>
              <a:t>, </a:t>
            </a:r>
            <a:r>
              <a:rPr lang="en-IN" dirty="0" err="1"/>
              <a:t>gramina</a:t>
            </a:r>
            <a:r>
              <a:rPr lang="en-IN" dirty="0"/>
              <a:t> </a:t>
            </a:r>
            <a:r>
              <a:rPr lang="en-IN" dirty="0" err="1"/>
              <a:t>flore</a:t>
            </a:r>
            <a:r>
              <a:rPr lang="en-IN" dirty="0"/>
              <a:t> </a:t>
            </a:r>
            <a:r>
              <a:rPr lang="en-IN" dirty="0" err="1"/>
              <a:t>favent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38140"/>
      </p:ext>
    </p:extLst>
  </p:cSld>
  <p:clrMapOvr>
    <a:masterClrMapping/>
  </p:clrMapOvr>
</p:sld>
</file>

<file path=ppt/slides/slide2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650" y="52361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508 - Salve mater </a:t>
            </a:r>
            <a:r>
              <a:rPr lang="en-US" sz="4400" dirty="0" err="1"/>
              <a:t>misericordiae</a:t>
            </a:r>
            <a:r>
              <a:rPr lang="en-US" sz="4400" dirty="0"/>
              <a:t>, Mater Dei, et mater </a:t>
            </a:r>
            <a:r>
              <a:rPr lang="en-US" sz="4400" dirty="0" err="1"/>
              <a:t>veniae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19083"/>
            <a:ext cx="11753537" cy="4111328"/>
          </a:xfrm>
        </p:spPr>
        <p:txBody>
          <a:bodyPr/>
          <a:lstStyle/>
          <a:p>
            <a:r>
              <a:rPr lang="en-IN" dirty="0"/>
              <a:t>Salve mater misericordiae, </a:t>
            </a:r>
          </a:p>
          <a:p>
            <a:r>
              <a:rPr lang="en-IN" dirty="0"/>
              <a:t>Mater Dei, et mater </a:t>
            </a:r>
            <a:r>
              <a:rPr lang="en-IN" dirty="0" err="1"/>
              <a:t>veniae</a:t>
            </a:r>
            <a:endParaRPr lang="en-IN" dirty="0"/>
          </a:p>
          <a:p>
            <a:r>
              <a:rPr lang="en-IN" dirty="0"/>
              <a:t>Mater </a:t>
            </a:r>
            <a:r>
              <a:rPr lang="en-IN" dirty="0" err="1"/>
              <a:t>spei</a:t>
            </a:r>
            <a:r>
              <a:rPr lang="en-IN" dirty="0"/>
              <a:t>, et mater </a:t>
            </a:r>
            <a:r>
              <a:rPr lang="en-IN" dirty="0" err="1"/>
              <a:t>gratiae</a:t>
            </a:r>
            <a:r>
              <a:rPr lang="en-IN" dirty="0"/>
              <a:t>, </a:t>
            </a:r>
          </a:p>
          <a:p>
            <a:r>
              <a:rPr lang="en-IN" dirty="0"/>
              <a:t>mater plena, </a:t>
            </a:r>
            <a:r>
              <a:rPr lang="en-IN" dirty="0" err="1"/>
              <a:t>sanctae</a:t>
            </a:r>
            <a:r>
              <a:rPr lang="en-IN" dirty="0"/>
              <a:t> </a:t>
            </a:r>
            <a:r>
              <a:rPr lang="en-IN" dirty="0" err="1"/>
              <a:t>laetitiae</a:t>
            </a:r>
            <a:r>
              <a:rPr lang="en-IN" dirty="0"/>
              <a:t>, O Maria 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922609"/>
      </p:ext>
    </p:extLst>
  </p:cSld>
  <p:clrMapOvr>
    <a:masterClrMapping/>
  </p:clrMapOvr>
</p:sld>
</file>

<file path=ppt/slides/slide2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Salve </a:t>
            </a:r>
            <a:r>
              <a:rPr lang="en-IN" dirty="0" err="1"/>
              <a:t>decus</a:t>
            </a:r>
            <a:r>
              <a:rPr lang="en-IN" dirty="0"/>
              <a:t> </a:t>
            </a:r>
            <a:r>
              <a:rPr lang="en-IN" dirty="0" err="1"/>
              <a:t>humani</a:t>
            </a:r>
            <a:r>
              <a:rPr lang="en-IN" dirty="0"/>
              <a:t> generis </a:t>
            </a:r>
          </a:p>
          <a:p>
            <a:r>
              <a:rPr lang="en-IN" dirty="0"/>
              <a:t>Salve Virgo, </a:t>
            </a:r>
            <a:r>
              <a:rPr lang="en-IN" dirty="0" err="1"/>
              <a:t>dignior</a:t>
            </a:r>
            <a:r>
              <a:rPr lang="en-IN" dirty="0"/>
              <a:t> ceteris</a:t>
            </a:r>
          </a:p>
          <a:p>
            <a:r>
              <a:rPr lang="en-IN" dirty="0"/>
              <a:t>Quae </a:t>
            </a:r>
            <a:r>
              <a:rPr lang="en-IN" dirty="0" err="1"/>
              <a:t>virgines</a:t>
            </a:r>
            <a:r>
              <a:rPr lang="en-IN" dirty="0"/>
              <a:t> </a:t>
            </a:r>
            <a:r>
              <a:rPr lang="en-IN" dirty="0" err="1"/>
              <a:t>omnes</a:t>
            </a:r>
            <a:r>
              <a:rPr lang="en-IN" dirty="0"/>
              <a:t> </a:t>
            </a:r>
            <a:r>
              <a:rPr lang="en-IN" dirty="0" err="1"/>
              <a:t>transgrederis</a:t>
            </a:r>
            <a:r>
              <a:rPr lang="en-IN" dirty="0"/>
              <a:t>, </a:t>
            </a:r>
          </a:p>
          <a:p>
            <a:r>
              <a:rPr lang="en-IN" dirty="0"/>
              <a:t>Et </a:t>
            </a:r>
            <a:r>
              <a:rPr lang="en-IN" dirty="0" err="1"/>
              <a:t>altius</a:t>
            </a:r>
            <a:r>
              <a:rPr lang="en-IN" dirty="0"/>
              <a:t> </a:t>
            </a:r>
            <a:r>
              <a:rPr lang="en-IN" dirty="0" err="1"/>
              <a:t>sedes</a:t>
            </a:r>
            <a:r>
              <a:rPr lang="en-IN" dirty="0"/>
              <a:t> in </a:t>
            </a:r>
            <a:r>
              <a:rPr lang="en-IN" dirty="0" err="1"/>
              <a:t>superis</a:t>
            </a:r>
            <a:r>
              <a:rPr lang="en-IN" dirty="0"/>
              <a:t>, O Maria!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139589"/>
      </p:ext>
    </p:extLst>
  </p:cSld>
  <p:clrMapOvr>
    <a:masterClrMapping/>
  </p:clrMapOvr>
</p:sld>
</file>

<file path=ppt/slides/slide2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509 - Salve Regina, Mater </a:t>
            </a:r>
            <a:r>
              <a:rPr lang="en-US" sz="4400" dirty="0" err="1"/>
              <a:t>misericordiae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Salve Regina, Mater </a:t>
            </a:r>
            <a:r>
              <a:rPr lang="en-IN" dirty="0" err="1"/>
              <a:t>misericordiae</a:t>
            </a:r>
            <a:endParaRPr lang="en-IN" dirty="0"/>
          </a:p>
          <a:p>
            <a:r>
              <a:rPr lang="en-IN" dirty="0"/>
              <a:t>Vita </a:t>
            </a:r>
            <a:r>
              <a:rPr lang="en-IN" dirty="0" err="1"/>
              <a:t>dulcedo</a:t>
            </a:r>
            <a:r>
              <a:rPr lang="en-IN" dirty="0"/>
              <a:t> et </a:t>
            </a:r>
            <a:r>
              <a:rPr lang="en-IN" dirty="0" err="1"/>
              <a:t>spes</a:t>
            </a:r>
            <a:r>
              <a:rPr lang="en-IN" dirty="0"/>
              <a:t> nostra, salve</a:t>
            </a:r>
          </a:p>
          <a:p>
            <a:r>
              <a:rPr lang="en-IN" dirty="0"/>
              <a:t>Ad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clamamus</a:t>
            </a:r>
            <a:r>
              <a:rPr lang="en-IN" dirty="0"/>
              <a:t>, </a:t>
            </a:r>
            <a:r>
              <a:rPr lang="en-IN" dirty="0" err="1"/>
              <a:t>exsules</a:t>
            </a:r>
            <a:r>
              <a:rPr lang="en-IN" dirty="0"/>
              <a:t>, </a:t>
            </a:r>
            <a:r>
              <a:rPr lang="en-IN" dirty="0" err="1"/>
              <a:t>filii</a:t>
            </a:r>
            <a:r>
              <a:rPr lang="en-IN" dirty="0"/>
              <a:t> </a:t>
            </a:r>
            <a:r>
              <a:rPr lang="en-IN" dirty="0" err="1"/>
              <a:t>Hevae</a:t>
            </a:r>
            <a:r>
              <a:rPr lang="en-IN" dirty="0"/>
              <a:t> </a:t>
            </a:r>
          </a:p>
          <a:p>
            <a:r>
              <a:rPr lang="en-IN" dirty="0"/>
              <a:t>Ad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suspiramus</a:t>
            </a:r>
            <a:r>
              <a:rPr lang="en-IN" dirty="0"/>
              <a:t>, </a:t>
            </a:r>
            <a:r>
              <a:rPr lang="en-IN" dirty="0" err="1"/>
              <a:t>gementes</a:t>
            </a:r>
            <a:r>
              <a:rPr lang="en-IN" dirty="0"/>
              <a:t> et </a:t>
            </a:r>
            <a:r>
              <a:rPr lang="en-IN" dirty="0" err="1"/>
              <a:t>flentes</a:t>
            </a:r>
            <a:r>
              <a:rPr lang="en-IN" dirty="0"/>
              <a:t> </a:t>
            </a:r>
          </a:p>
          <a:p>
            <a:r>
              <a:rPr lang="en-IN" dirty="0"/>
              <a:t>In hac </a:t>
            </a:r>
            <a:r>
              <a:rPr lang="en-IN" dirty="0" err="1"/>
              <a:t>lacrimarum</a:t>
            </a:r>
            <a:r>
              <a:rPr lang="en-IN" dirty="0"/>
              <a:t> </a:t>
            </a:r>
            <a:r>
              <a:rPr lang="en-IN" dirty="0" err="1"/>
              <a:t>valle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876418"/>
      </p:ext>
    </p:extLst>
  </p:cSld>
  <p:clrMapOvr>
    <a:masterClrMapping/>
  </p:clrMapOvr>
</p:sld>
</file>

<file path=ppt/slides/slide2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826A-5387-D6EA-B42F-73973A63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15C01-87F1-F0EE-17DA-96621B40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Eia</a:t>
            </a:r>
            <a:r>
              <a:rPr lang="en-IN" dirty="0"/>
              <a:t> ergo, </a:t>
            </a:r>
            <a:r>
              <a:rPr lang="en-IN" dirty="0" err="1"/>
              <a:t>Advocata</a:t>
            </a:r>
            <a:r>
              <a:rPr lang="en-IN" dirty="0"/>
              <a:t> nostra, </a:t>
            </a:r>
          </a:p>
          <a:p>
            <a:r>
              <a:rPr lang="en-IN" dirty="0" err="1"/>
              <a:t>Illos</a:t>
            </a:r>
            <a:r>
              <a:rPr lang="en-IN" dirty="0"/>
              <a:t> </a:t>
            </a:r>
            <a:r>
              <a:rPr lang="en-IN" dirty="0" err="1"/>
              <a:t>tuos</a:t>
            </a:r>
            <a:r>
              <a:rPr lang="en-IN" dirty="0"/>
              <a:t> </a:t>
            </a:r>
            <a:r>
              <a:rPr lang="en-IN" dirty="0" err="1"/>
              <a:t>misericordes</a:t>
            </a:r>
            <a:r>
              <a:rPr lang="en-IN" dirty="0"/>
              <a:t> </a:t>
            </a:r>
            <a:r>
              <a:rPr lang="en-IN" dirty="0" err="1"/>
              <a:t>oculos</a:t>
            </a:r>
            <a:r>
              <a:rPr lang="en-IN" dirty="0"/>
              <a:t> </a:t>
            </a:r>
          </a:p>
          <a:p>
            <a:r>
              <a:rPr lang="en-IN" dirty="0"/>
              <a:t>Ad </a:t>
            </a:r>
            <a:r>
              <a:rPr lang="en-IN" dirty="0" err="1"/>
              <a:t>nos</a:t>
            </a:r>
            <a:r>
              <a:rPr lang="en-IN" dirty="0"/>
              <a:t> </a:t>
            </a:r>
            <a:r>
              <a:rPr lang="en-IN" dirty="0" err="1"/>
              <a:t>converte</a:t>
            </a:r>
            <a:r>
              <a:rPr lang="en-IN" dirty="0"/>
              <a:t>.</a:t>
            </a:r>
          </a:p>
          <a:p>
            <a:r>
              <a:rPr lang="en-IN" dirty="0"/>
              <a:t>Et </a:t>
            </a:r>
            <a:r>
              <a:rPr lang="en-IN" dirty="0" err="1"/>
              <a:t>Jesum</a:t>
            </a:r>
            <a:r>
              <a:rPr lang="en-IN" dirty="0"/>
              <a:t>, </a:t>
            </a:r>
            <a:r>
              <a:rPr lang="en-IN" dirty="0" err="1"/>
              <a:t>benedictum</a:t>
            </a:r>
            <a:r>
              <a:rPr lang="en-IN" dirty="0"/>
              <a:t> </a:t>
            </a:r>
            <a:r>
              <a:rPr lang="en-IN" dirty="0" err="1"/>
              <a:t>fructum</a:t>
            </a:r>
            <a:r>
              <a:rPr lang="en-IN" dirty="0"/>
              <a:t> </a:t>
            </a:r>
            <a:r>
              <a:rPr lang="en-IN" dirty="0" err="1"/>
              <a:t>ventris</a:t>
            </a:r>
            <a:r>
              <a:rPr lang="en-IN" dirty="0"/>
              <a:t> </a:t>
            </a:r>
            <a:r>
              <a:rPr lang="en-IN" dirty="0" err="1"/>
              <a:t>tui</a:t>
            </a:r>
            <a:r>
              <a:rPr lang="en-IN" dirty="0"/>
              <a:t> </a:t>
            </a:r>
          </a:p>
          <a:p>
            <a:r>
              <a:rPr lang="en-IN" dirty="0" err="1"/>
              <a:t>Nobis</a:t>
            </a:r>
            <a:r>
              <a:rPr lang="en-IN" dirty="0"/>
              <a:t> post hoc </a:t>
            </a:r>
            <a:r>
              <a:rPr lang="en-IN" dirty="0" err="1"/>
              <a:t>exilium</a:t>
            </a:r>
            <a:r>
              <a:rPr lang="en-IN" dirty="0"/>
              <a:t> </a:t>
            </a:r>
            <a:r>
              <a:rPr lang="en-IN" dirty="0" err="1"/>
              <a:t>ostende</a:t>
            </a:r>
            <a:r>
              <a:rPr lang="en-IN" dirty="0"/>
              <a:t>.</a:t>
            </a:r>
          </a:p>
          <a:p>
            <a:r>
              <a:rPr lang="en-IN" dirty="0"/>
              <a:t>O Clemens, O Pia, O dulcis Virgo Maria.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1C75E-15EB-1AF3-8E97-8EE8DE5F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2187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6DB83F-98A2-392F-FF90-502A2046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8384"/>
      </p:ext>
    </p:extLst>
  </p:cSld>
  <p:clrMapOvr>
    <a:masterClrMapping/>
  </p:clrMapOvr>
</p:sld>
</file>

<file path=ppt/slides/slide2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510 - </a:t>
            </a:r>
            <a:r>
              <a:rPr lang="en-US" sz="4400" dirty="0" err="1"/>
              <a:t>Stabat</a:t>
            </a:r>
            <a:r>
              <a:rPr lang="en-US" sz="4400" dirty="0"/>
              <a:t> mater Dolorosa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Stabat</a:t>
            </a:r>
            <a:r>
              <a:rPr lang="en-IN" dirty="0"/>
              <a:t> mater Dolorosa </a:t>
            </a:r>
          </a:p>
          <a:p>
            <a:r>
              <a:rPr lang="en-IN" dirty="0" err="1"/>
              <a:t>Iuxta</a:t>
            </a:r>
            <a:r>
              <a:rPr lang="en-IN" dirty="0"/>
              <a:t> </a:t>
            </a:r>
            <a:r>
              <a:rPr lang="en-IN" dirty="0" err="1"/>
              <a:t>Crucem</a:t>
            </a:r>
            <a:r>
              <a:rPr lang="en-IN" dirty="0"/>
              <a:t> </a:t>
            </a:r>
            <a:r>
              <a:rPr lang="en-IN" dirty="0" err="1"/>
              <a:t>lacrimosa</a:t>
            </a:r>
            <a:r>
              <a:rPr lang="en-IN" dirty="0"/>
              <a:t> Dum </a:t>
            </a:r>
            <a:r>
              <a:rPr lang="en-IN" dirty="0" err="1"/>
              <a:t>pendebat</a:t>
            </a:r>
            <a:r>
              <a:rPr lang="en-IN" dirty="0"/>
              <a:t> </a:t>
            </a:r>
            <a:r>
              <a:rPr lang="en-IN" dirty="0" err="1"/>
              <a:t>Filius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593341"/>
      </p:ext>
    </p:extLst>
  </p:cSld>
  <p:clrMapOvr>
    <a:masterClrMapping/>
  </p:clrMapOvr>
</p:sld>
</file>

<file path=ppt/slides/slide2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Cuius animam gementem</a:t>
            </a:r>
          </a:p>
          <a:p>
            <a:r>
              <a:rPr lang="pt-BR" dirty="0"/>
              <a:t>Contristatam et dolentem Pertransivit gladius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2189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209094"/>
      </p:ext>
    </p:extLst>
  </p:cSld>
  <p:clrMapOvr>
    <a:masterClrMapping/>
  </p:clrMapOvr>
</p:sld>
</file>

<file path=ppt/slides/slide2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 quam </a:t>
            </a:r>
            <a:r>
              <a:rPr lang="en-IN" dirty="0" err="1"/>
              <a:t>tristis</a:t>
            </a:r>
            <a:r>
              <a:rPr lang="en-IN" dirty="0"/>
              <a:t> et </a:t>
            </a:r>
            <a:r>
              <a:rPr lang="en-IN" dirty="0" err="1"/>
              <a:t>afflicta</a:t>
            </a:r>
            <a:endParaRPr lang="en-IN" dirty="0"/>
          </a:p>
          <a:p>
            <a:r>
              <a:rPr lang="en-IN" dirty="0" err="1"/>
              <a:t>Fuit</a:t>
            </a:r>
            <a:r>
              <a:rPr lang="en-IN" dirty="0"/>
              <a:t> </a:t>
            </a:r>
            <a:r>
              <a:rPr lang="en-IN" dirty="0" err="1"/>
              <a:t>illa</a:t>
            </a:r>
            <a:r>
              <a:rPr lang="en-IN" dirty="0"/>
              <a:t> </a:t>
            </a:r>
            <a:r>
              <a:rPr lang="en-IN" dirty="0" err="1"/>
              <a:t>benedicta</a:t>
            </a:r>
            <a:r>
              <a:rPr lang="en-IN" dirty="0"/>
              <a:t> Mater </a:t>
            </a:r>
            <a:r>
              <a:rPr lang="en-IN" dirty="0" err="1"/>
              <a:t>unigeniti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373543"/>
      </p:ext>
    </p:extLst>
  </p:cSld>
  <p:clrMapOvr>
    <a:masterClrMapping/>
  </p:clrMapOvr>
</p:sld>
</file>

<file path=ppt/slides/slide2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73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511 - </a:t>
            </a:r>
            <a:r>
              <a:rPr lang="pt-BR" sz="4400" dirty="0"/>
              <a:t>Tantum ergo, Sacramentum Veneremur cernui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80184"/>
            <a:ext cx="11753537" cy="4817383"/>
          </a:xfrm>
        </p:spPr>
        <p:txBody>
          <a:bodyPr/>
          <a:lstStyle/>
          <a:p>
            <a:r>
              <a:rPr lang="en-IN" dirty="0" err="1"/>
              <a:t>Tantum</a:t>
            </a:r>
            <a:r>
              <a:rPr lang="en-IN" dirty="0"/>
              <a:t> ergo, </a:t>
            </a:r>
            <a:r>
              <a:rPr lang="en-IN" dirty="0" err="1"/>
              <a:t>Sacramentum</a:t>
            </a:r>
            <a:r>
              <a:rPr lang="en-IN" dirty="0"/>
              <a:t> </a:t>
            </a:r>
            <a:r>
              <a:rPr lang="en-IN" dirty="0" err="1"/>
              <a:t>Veneremur</a:t>
            </a:r>
            <a:r>
              <a:rPr lang="en-IN" dirty="0"/>
              <a:t> </a:t>
            </a:r>
            <a:r>
              <a:rPr lang="en-IN" dirty="0" err="1"/>
              <a:t>cernui</a:t>
            </a:r>
            <a:endParaRPr lang="en-IN" dirty="0"/>
          </a:p>
          <a:p>
            <a:r>
              <a:rPr lang="en-IN" dirty="0"/>
              <a:t>Et </a:t>
            </a:r>
            <a:r>
              <a:rPr lang="en-IN" dirty="0" err="1"/>
              <a:t>antiquum</a:t>
            </a:r>
            <a:r>
              <a:rPr lang="en-IN" dirty="0"/>
              <a:t> </a:t>
            </a:r>
            <a:r>
              <a:rPr lang="en-IN" dirty="0" err="1"/>
              <a:t>documentum</a:t>
            </a:r>
            <a:r>
              <a:rPr lang="en-IN" dirty="0"/>
              <a:t> Novo </a:t>
            </a:r>
            <a:r>
              <a:rPr lang="en-IN" dirty="0" err="1"/>
              <a:t>cedat</a:t>
            </a:r>
            <a:r>
              <a:rPr lang="en-IN" dirty="0"/>
              <a:t> </a:t>
            </a:r>
            <a:r>
              <a:rPr lang="en-IN" dirty="0" err="1"/>
              <a:t>ritui</a:t>
            </a:r>
            <a:r>
              <a:rPr lang="en-IN" dirty="0"/>
              <a:t> </a:t>
            </a:r>
          </a:p>
          <a:p>
            <a:r>
              <a:rPr lang="en-IN" dirty="0" err="1"/>
              <a:t>Praestet</a:t>
            </a:r>
            <a:r>
              <a:rPr lang="en-IN" dirty="0"/>
              <a:t> fides </a:t>
            </a:r>
            <a:r>
              <a:rPr lang="en-IN" dirty="0" err="1"/>
              <a:t>supplementum</a:t>
            </a:r>
            <a:r>
              <a:rPr lang="en-IN" dirty="0"/>
              <a:t> </a:t>
            </a:r>
          </a:p>
          <a:p>
            <a:r>
              <a:rPr lang="en-IN" dirty="0" err="1"/>
              <a:t>sensuum</a:t>
            </a:r>
            <a:r>
              <a:rPr lang="en-IN" dirty="0"/>
              <a:t> </a:t>
            </a:r>
            <a:r>
              <a:rPr lang="en-IN" dirty="0" err="1"/>
              <a:t>defectui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411373"/>
      </p:ext>
    </p:extLst>
  </p:cSld>
  <p:clrMapOvr>
    <a:masterClrMapping/>
  </p:clrMapOvr>
</p:sld>
</file>

<file path=ppt/slides/slide2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Genitori</a:t>
            </a:r>
            <a:r>
              <a:rPr lang="en-IN" dirty="0"/>
              <a:t>, </a:t>
            </a:r>
            <a:r>
              <a:rPr lang="en-IN" dirty="0" err="1"/>
              <a:t>Genitoque</a:t>
            </a:r>
            <a:r>
              <a:rPr lang="en-IN" dirty="0"/>
              <a:t> </a:t>
            </a:r>
            <a:r>
              <a:rPr lang="en-IN" dirty="0" err="1"/>
              <a:t>Laus</a:t>
            </a:r>
            <a:r>
              <a:rPr lang="en-IN" dirty="0"/>
              <a:t> et </a:t>
            </a:r>
            <a:r>
              <a:rPr lang="en-IN" dirty="0" err="1"/>
              <a:t>iubiliatio</a:t>
            </a:r>
            <a:r>
              <a:rPr lang="en-IN" dirty="0"/>
              <a:t> </a:t>
            </a:r>
          </a:p>
          <a:p>
            <a:r>
              <a:rPr lang="en-IN" dirty="0" err="1"/>
              <a:t>Salus</a:t>
            </a:r>
            <a:r>
              <a:rPr lang="en-IN" dirty="0"/>
              <a:t>, </a:t>
            </a:r>
            <a:r>
              <a:rPr lang="en-IN" dirty="0" err="1"/>
              <a:t>honor</a:t>
            </a:r>
            <a:r>
              <a:rPr lang="en-IN" dirty="0"/>
              <a:t>, </a:t>
            </a:r>
            <a:r>
              <a:rPr lang="en-IN" dirty="0" err="1"/>
              <a:t>virtus</a:t>
            </a:r>
            <a:r>
              <a:rPr lang="en-IN" dirty="0"/>
              <a:t> </a:t>
            </a:r>
            <a:r>
              <a:rPr lang="en-IN" dirty="0" err="1"/>
              <a:t>quoque</a:t>
            </a:r>
            <a:r>
              <a:rPr lang="en-IN" dirty="0"/>
              <a:t> Sit et </a:t>
            </a:r>
            <a:r>
              <a:rPr lang="en-IN" dirty="0" err="1"/>
              <a:t>benedictio</a:t>
            </a:r>
            <a:endParaRPr lang="en-IN" dirty="0"/>
          </a:p>
          <a:p>
            <a:r>
              <a:rPr lang="en-IN" dirty="0" err="1"/>
              <a:t>Procedenti</a:t>
            </a:r>
            <a:r>
              <a:rPr lang="en-IN" dirty="0"/>
              <a:t> ab utroque </a:t>
            </a:r>
            <a:r>
              <a:rPr lang="en-IN" dirty="0" err="1"/>
              <a:t>Compar</a:t>
            </a:r>
            <a:r>
              <a:rPr lang="en-IN" dirty="0"/>
              <a:t> sit </a:t>
            </a:r>
            <a:r>
              <a:rPr lang="en-IN" dirty="0" err="1"/>
              <a:t>laudatio</a:t>
            </a:r>
            <a:r>
              <a:rPr lang="en-IN" dirty="0"/>
              <a:t>. 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487812"/>
      </p:ext>
    </p:extLst>
  </p:cSld>
  <p:clrMapOvr>
    <a:masterClrMapping/>
  </p:clrMapOvr>
</p:sld>
</file>

<file path=ppt/slides/slide2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V/- </a:t>
            </a:r>
            <a:r>
              <a:rPr lang="en-IN" dirty="0" err="1"/>
              <a:t>Panem</a:t>
            </a:r>
            <a:r>
              <a:rPr lang="en-IN" dirty="0"/>
              <a:t> de </a:t>
            </a:r>
            <a:r>
              <a:rPr lang="en-IN" dirty="0" err="1"/>
              <a:t>caelo</a:t>
            </a:r>
            <a:r>
              <a:rPr lang="en-IN" dirty="0"/>
              <a:t> </a:t>
            </a:r>
            <a:r>
              <a:rPr lang="en-IN" dirty="0" err="1"/>
              <a:t>praestitisti</a:t>
            </a:r>
            <a:r>
              <a:rPr lang="en-IN" dirty="0"/>
              <a:t> </a:t>
            </a:r>
            <a:r>
              <a:rPr lang="en-IN" dirty="0" err="1"/>
              <a:t>eis</a:t>
            </a:r>
            <a:r>
              <a:rPr lang="en-IN" dirty="0"/>
              <a:t> (Alleluia)</a:t>
            </a:r>
          </a:p>
          <a:p>
            <a:r>
              <a:rPr lang="en-IN" dirty="0"/>
              <a:t>R/- </a:t>
            </a:r>
            <a:r>
              <a:rPr lang="en-IN" dirty="0" err="1"/>
              <a:t>Omne</a:t>
            </a:r>
            <a:r>
              <a:rPr lang="en-IN" dirty="0"/>
              <a:t> </a:t>
            </a:r>
            <a:r>
              <a:rPr lang="en-IN" dirty="0" err="1"/>
              <a:t>delectamentum</a:t>
            </a:r>
            <a:r>
              <a:rPr lang="en-IN" dirty="0"/>
              <a:t> in se </a:t>
            </a:r>
            <a:r>
              <a:rPr lang="en-IN" dirty="0" err="1"/>
              <a:t>habentem</a:t>
            </a:r>
            <a:r>
              <a:rPr lang="en-IN" dirty="0"/>
              <a:t>. (Alleluia).</a:t>
            </a:r>
          </a:p>
          <a:p>
            <a:r>
              <a:rPr lang="en-IN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136284"/>
      </p:ext>
    </p:extLst>
  </p:cSld>
  <p:clrMapOvr>
    <a:masterClrMapping/>
  </p:clrMapOvr>
</p:sld>
</file>

<file path=ppt/slides/slide2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OREMUS: Deus, qui </a:t>
            </a:r>
            <a:r>
              <a:rPr lang="en-IN" dirty="0" err="1"/>
              <a:t>nobis</a:t>
            </a:r>
            <a:r>
              <a:rPr lang="en-IN" dirty="0"/>
              <a:t> sub </a:t>
            </a:r>
            <a:r>
              <a:rPr lang="en-IN" dirty="0" err="1"/>
              <a:t>sacramento</a:t>
            </a:r>
            <a:r>
              <a:rPr lang="en-IN" dirty="0"/>
              <a:t> </a:t>
            </a:r>
            <a:r>
              <a:rPr lang="en-IN" dirty="0" err="1"/>
              <a:t>mirabili</a:t>
            </a:r>
            <a:r>
              <a:rPr lang="en-IN" dirty="0"/>
              <a:t> </a:t>
            </a:r>
            <a:r>
              <a:rPr lang="en-IN" dirty="0" err="1"/>
              <a:t>passionis</a:t>
            </a:r>
            <a:r>
              <a:rPr lang="en-IN" dirty="0"/>
              <a:t> </a:t>
            </a:r>
            <a:r>
              <a:rPr lang="en-IN" dirty="0" err="1"/>
              <a:t>tuae</a:t>
            </a:r>
            <a:r>
              <a:rPr lang="en-IN" dirty="0"/>
              <a:t> memoriam 		          		</a:t>
            </a:r>
            <a:r>
              <a:rPr lang="en-IN" dirty="0" err="1"/>
              <a:t>reliquisti</a:t>
            </a:r>
            <a:r>
              <a:rPr lang="en-IN" dirty="0"/>
              <a:t>: </a:t>
            </a:r>
            <a:r>
              <a:rPr lang="en-IN" dirty="0" err="1"/>
              <a:t>tribue</a:t>
            </a:r>
            <a:r>
              <a:rPr lang="en-IN" dirty="0"/>
              <a:t> </a:t>
            </a:r>
            <a:r>
              <a:rPr lang="en-IN" dirty="0" err="1"/>
              <a:t>quaesumus</a:t>
            </a:r>
            <a:r>
              <a:rPr lang="en-IN" dirty="0"/>
              <a:t>, </a:t>
            </a:r>
            <a:r>
              <a:rPr lang="en-IN" dirty="0" err="1"/>
              <a:t>ita</a:t>
            </a:r>
            <a:r>
              <a:rPr lang="en-IN" dirty="0"/>
              <a:t> </a:t>
            </a:r>
            <a:r>
              <a:rPr lang="en-IN" dirty="0" err="1"/>
              <a:t>nos</a:t>
            </a:r>
            <a:r>
              <a:rPr lang="en-IN" dirty="0"/>
              <a:t> </a:t>
            </a:r>
            <a:r>
              <a:rPr lang="en-IN" dirty="0" err="1"/>
              <a:t>corporis</a:t>
            </a:r>
            <a:r>
              <a:rPr lang="en-IN" dirty="0"/>
              <a:t> et </a:t>
            </a:r>
            <a:r>
              <a:rPr lang="en-IN" dirty="0" err="1"/>
              <a:t>sanguinis</a:t>
            </a:r>
            <a:r>
              <a:rPr lang="en-IN" dirty="0"/>
              <a:t> </a:t>
            </a:r>
            <a:r>
              <a:rPr lang="en-IN" dirty="0" err="1"/>
              <a:t>tui</a:t>
            </a:r>
            <a:r>
              <a:rPr lang="en-IN" dirty="0"/>
              <a:t> sacra </a:t>
            </a:r>
            <a:r>
              <a:rPr lang="en-IN" dirty="0" err="1"/>
              <a:t>mysteria</a:t>
            </a:r>
            <a:r>
              <a:rPr lang="en-IN" dirty="0"/>
              <a:t> </a:t>
            </a:r>
            <a:r>
              <a:rPr lang="en-IN" dirty="0" err="1"/>
              <a:t>venerari</a:t>
            </a:r>
            <a:r>
              <a:rPr lang="en-IN" dirty="0"/>
              <a:t>;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redemptionis</a:t>
            </a:r>
            <a:r>
              <a:rPr lang="en-IN" dirty="0"/>
              <a:t> </a:t>
            </a:r>
            <a:r>
              <a:rPr lang="en-IN" dirty="0" err="1"/>
              <a:t>tuae</a:t>
            </a:r>
            <a:r>
              <a:rPr lang="en-IN" dirty="0"/>
              <a:t> </a:t>
            </a:r>
            <a:r>
              <a:rPr lang="en-IN" dirty="0" err="1"/>
              <a:t>fructum</a:t>
            </a:r>
            <a:r>
              <a:rPr lang="en-IN" dirty="0"/>
              <a:t> in </a:t>
            </a:r>
            <a:r>
              <a:rPr lang="en-IN" dirty="0" err="1"/>
              <a:t>nobis</a:t>
            </a:r>
            <a:r>
              <a:rPr lang="en-IN" dirty="0"/>
              <a:t> </a:t>
            </a:r>
            <a:r>
              <a:rPr lang="en-IN" dirty="0" err="1"/>
              <a:t>iugiter</a:t>
            </a:r>
            <a:r>
              <a:rPr lang="en-IN" dirty="0"/>
              <a:t> </a:t>
            </a:r>
            <a:r>
              <a:rPr lang="en-IN" dirty="0" err="1"/>
              <a:t>sentiamus</a:t>
            </a:r>
            <a:r>
              <a:rPr lang="en-IN" dirty="0"/>
              <a:t>. Qui </a:t>
            </a:r>
            <a:r>
              <a:rPr lang="en-IN" dirty="0" err="1"/>
              <a:t>vivis</a:t>
            </a:r>
            <a:r>
              <a:rPr lang="en-IN" dirty="0"/>
              <a:t> et </a:t>
            </a:r>
            <a:r>
              <a:rPr lang="en-IN" dirty="0" err="1"/>
              <a:t>regnas</a:t>
            </a:r>
            <a:r>
              <a:rPr lang="en-IN" dirty="0"/>
              <a:t> in </a:t>
            </a:r>
            <a:r>
              <a:rPr lang="en-IN" dirty="0" err="1"/>
              <a:t>saecula</a:t>
            </a:r>
            <a:r>
              <a:rPr lang="en-IN" dirty="0"/>
              <a:t> 	</a:t>
            </a:r>
            <a:r>
              <a:rPr lang="en-IN" dirty="0" err="1"/>
              <a:t>saeculorum</a:t>
            </a:r>
            <a:r>
              <a:rPr lang="en-IN" dirty="0"/>
              <a:t>. Amen.  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07682"/>
      </p:ext>
    </p:extLst>
  </p:cSld>
  <p:clrMapOvr>
    <a:masterClrMapping/>
  </p:clrMapOvr>
</p:sld>
</file>

<file path=ppt/slides/slide2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19" y="326850"/>
            <a:ext cx="10515600" cy="561202"/>
          </a:xfrm>
        </p:spPr>
        <p:txBody>
          <a:bodyPr>
            <a:normAutofit fontScale="90000"/>
          </a:bodyPr>
          <a:lstStyle/>
          <a:p>
            <a:r>
              <a:rPr lang="en-US" dirty="0"/>
              <a:t>512 - </a:t>
            </a:r>
            <a:r>
              <a:rPr lang="en-US" dirty="0" err="1"/>
              <a:t>Tota</a:t>
            </a:r>
            <a:r>
              <a:rPr lang="en-US" dirty="0"/>
              <a:t> </a:t>
            </a:r>
            <a:r>
              <a:rPr lang="en-US" dirty="0" err="1"/>
              <a:t>pulchra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, o </a:t>
            </a:r>
            <a:r>
              <a:rPr lang="en-US" dirty="0" err="1"/>
              <a:t>maria</a:t>
            </a:r>
            <a:r>
              <a:rPr lang="en-US" dirty="0"/>
              <a:t>, </a:t>
            </a:r>
            <a:r>
              <a:rPr lang="en-US" dirty="0" err="1"/>
              <a:t>Tota</a:t>
            </a:r>
            <a:r>
              <a:rPr lang="en-US" dirty="0"/>
              <a:t> </a:t>
            </a:r>
            <a:r>
              <a:rPr lang="en-US" dirty="0" err="1"/>
              <a:t>pulchra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Tota</a:t>
            </a:r>
            <a:r>
              <a:rPr lang="en-IN" dirty="0"/>
              <a:t> pulchra es, O Maria, </a:t>
            </a:r>
            <a:r>
              <a:rPr lang="en-IN" dirty="0" err="1"/>
              <a:t>Tota</a:t>
            </a:r>
            <a:r>
              <a:rPr lang="en-IN" dirty="0"/>
              <a:t> pulchra es </a:t>
            </a:r>
          </a:p>
          <a:p>
            <a:r>
              <a:rPr lang="en-IN" dirty="0"/>
              <a:t>Et macula non </a:t>
            </a:r>
            <a:r>
              <a:rPr lang="en-IN" dirty="0" err="1"/>
              <a:t>est</a:t>
            </a:r>
            <a:r>
              <a:rPr lang="en-IN" dirty="0"/>
              <a:t> in </a:t>
            </a:r>
            <a:r>
              <a:rPr lang="en-IN" dirty="0" err="1"/>
              <a:t>te</a:t>
            </a:r>
            <a:r>
              <a:rPr lang="en-IN" dirty="0"/>
              <a:t>. </a:t>
            </a:r>
          </a:p>
          <a:p>
            <a:r>
              <a:rPr lang="en-IN" dirty="0"/>
              <a:t>Quam </a:t>
            </a:r>
            <a:r>
              <a:rPr lang="en-IN" dirty="0" err="1"/>
              <a:t>speciosa</a:t>
            </a:r>
            <a:r>
              <a:rPr lang="en-IN" dirty="0"/>
              <a:t>, quam </a:t>
            </a:r>
            <a:r>
              <a:rPr lang="en-IN" dirty="0" err="1"/>
              <a:t>suavis</a:t>
            </a:r>
            <a:r>
              <a:rPr lang="en-IN" dirty="0"/>
              <a:t> in </a:t>
            </a:r>
            <a:r>
              <a:rPr lang="en-IN" dirty="0" err="1"/>
              <a:t>delici</a:t>
            </a:r>
            <a:r>
              <a:rPr lang="en-IN" dirty="0"/>
              <a:t>-is : </a:t>
            </a:r>
          </a:p>
          <a:p>
            <a:r>
              <a:rPr lang="en-IN" dirty="0" err="1"/>
              <a:t>Conceptio</a:t>
            </a:r>
            <a:r>
              <a:rPr lang="en-IN" dirty="0"/>
              <a:t> </a:t>
            </a:r>
            <a:r>
              <a:rPr lang="en-IN" dirty="0" err="1"/>
              <a:t>illibata</a:t>
            </a:r>
            <a:r>
              <a:rPr lang="en-IN" dirty="0"/>
              <a:t>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677933"/>
      </p:ext>
    </p:extLst>
  </p:cSld>
  <p:clrMapOvr>
    <a:masterClrMapping/>
  </p:clrMapOvr>
</p:sld>
</file>

<file path=ppt/slides/slide2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Veni, Veni de Libano [2] </a:t>
            </a:r>
          </a:p>
          <a:p>
            <a:r>
              <a:rPr lang="it-IT" dirty="0"/>
              <a:t>Veni, Veni coronaberis.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871053"/>
      </p:ext>
    </p:extLst>
  </p:cSld>
  <p:clrMapOvr>
    <a:masterClrMapping/>
  </p:clrMapOvr>
</p:sld>
</file>

<file path=ppt/slides/slide2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progrederis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aurora, </a:t>
            </a:r>
            <a:r>
              <a:rPr lang="en-IN" dirty="0" err="1"/>
              <a:t>Valde</a:t>
            </a:r>
            <a:r>
              <a:rPr lang="en-IN" dirty="0"/>
              <a:t> </a:t>
            </a:r>
            <a:r>
              <a:rPr lang="en-IN" dirty="0" err="1"/>
              <a:t>rutilans</a:t>
            </a:r>
            <a:r>
              <a:rPr lang="en-IN" dirty="0"/>
              <a:t> </a:t>
            </a:r>
          </a:p>
          <a:p>
            <a:r>
              <a:rPr lang="en-IN" dirty="0" err="1"/>
              <a:t>Affers</a:t>
            </a:r>
            <a:r>
              <a:rPr lang="en-IN" dirty="0"/>
              <a:t> </a:t>
            </a:r>
            <a:r>
              <a:rPr lang="en-IN" dirty="0" err="1"/>
              <a:t>gaudia</a:t>
            </a:r>
            <a:r>
              <a:rPr lang="en-IN" dirty="0"/>
              <a:t> </a:t>
            </a:r>
            <a:r>
              <a:rPr lang="en-IN" dirty="0" err="1"/>
              <a:t>salutis</a:t>
            </a:r>
            <a:r>
              <a:rPr lang="en-IN" dirty="0"/>
              <a:t> Per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ortus</a:t>
            </a:r>
            <a:r>
              <a:rPr lang="en-IN" dirty="0"/>
              <a:t> </a:t>
            </a:r>
            <a:r>
              <a:rPr lang="en-IN" dirty="0" err="1"/>
              <a:t>est</a:t>
            </a:r>
            <a:r>
              <a:rPr lang="en-IN" dirty="0"/>
              <a:t> </a:t>
            </a:r>
          </a:p>
          <a:p>
            <a:r>
              <a:rPr lang="en-IN" dirty="0"/>
              <a:t>Christus Deus, </a:t>
            </a:r>
          </a:p>
          <a:p>
            <a:r>
              <a:rPr lang="en-IN" dirty="0"/>
              <a:t>Sol </a:t>
            </a:r>
            <a:r>
              <a:rPr lang="en-IN" dirty="0" err="1"/>
              <a:t>iustitiae</a:t>
            </a:r>
            <a:r>
              <a:rPr lang="en-IN" dirty="0"/>
              <a:t>, O </a:t>
            </a:r>
            <a:r>
              <a:rPr lang="en-IN" dirty="0" err="1"/>
              <a:t>fulgida</a:t>
            </a:r>
            <a:r>
              <a:rPr lang="en-IN" dirty="0"/>
              <a:t> ports </a:t>
            </a:r>
            <a:r>
              <a:rPr lang="en-IN" dirty="0" err="1"/>
              <a:t>lucis</a:t>
            </a:r>
            <a:r>
              <a:rPr lang="en-IN" dirty="0"/>
              <a:t>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507713"/>
      </p:ext>
    </p:extLst>
  </p:cSld>
  <p:clrMapOvr>
    <a:masterClrMapping/>
  </p:clrMapOvr>
</p:sld>
</file>

<file path=ppt/slides/slide2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621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513 - </a:t>
            </a:r>
            <a:r>
              <a:rPr lang="en-US" sz="4400" dirty="0" err="1"/>
              <a:t>Tu</a:t>
            </a:r>
            <a:r>
              <a:rPr lang="en-US" sz="4400" dirty="0"/>
              <a:t> </a:t>
            </a:r>
            <a:r>
              <a:rPr lang="en-US" sz="4400" dirty="0" err="1"/>
              <a:t>es</a:t>
            </a:r>
            <a:r>
              <a:rPr lang="en-US" sz="4400" dirty="0"/>
              <a:t> pastor </a:t>
            </a:r>
            <a:r>
              <a:rPr lang="en-US" sz="4400" dirty="0" err="1"/>
              <a:t>ovium</a:t>
            </a:r>
            <a:r>
              <a:rPr lang="en-US" sz="4400" dirty="0"/>
              <a:t> </a:t>
            </a:r>
            <a:r>
              <a:rPr lang="en-US" sz="4400" dirty="0" err="1"/>
              <a:t>Princeps</a:t>
            </a:r>
            <a:r>
              <a:rPr lang="en-US" sz="4400" dirty="0"/>
              <a:t> </a:t>
            </a:r>
            <a:r>
              <a:rPr lang="en-US" sz="4400" dirty="0" err="1"/>
              <a:t>Apostolorum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722313"/>
            <a:ext cx="11753537" cy="4273373"/>
          </a:xfrm>
        </p:spPr>
        <p:txBody>
          <a:bodyPr/>
          <a:lstStyle/>
          <a:p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es</a:t>
            </a:r>
            <a:r>
              <a:rPr lang="en-IN" dirty="0"/>
              <a:t> pastor </a:t>
            </a:r>
            <a:r>
              <a:rPr lang="en-IN" dirty="0" err="1"/>
              <a:t>ovium</a:t>
            </a:r>
            <a:r>
              <a:rPr lang="en-IN" dirty="0"/>
              <a:t> </a:t>
            </a:r>
            <a:r>
              <a:rPr lang="en-IN" dirty="0" err="1"/>
              <a:t>Princeps</a:t>
            </a:r>
            <a:r>
              <a:rPr lang="en-IN" dirty="0"/>
              <a:t> </a:t>
            </a:r>
            <a:r>
              <a:rPr lang="en-IN" dirty="0" err="1"/>
              <a:t>Apostolorum</a:t>
            </a:r>
            <a:endParaRPr lang="en-IN" dirty="0"/>
          </a:p>
          <a:p>
            <a:r>
              <a:rPr lang="en-IN" dirty="0" err="1"/>
              <a:t>Tibi</a:t>
            </a:r>
            <a:r>
              <a:rPr lang="en-IN" dirty="0"/>
              <a:t> </a:t>
            </a:r>
            <a:r>
              <a:rPr lang="en-IN" dirty="0" err="1"/>
              <a:t>traditae</a:t>
            </a:r>
            <a:r>
              <a:rPr lang="en-IN" dirty="0"/>
              <a:t> </a:t>
            </a:r>
            <a:r>
              <a:rPr lang="en-IN" dirty="0" err="1"/>
              <a:t>sunt</a:t>
            </a:r>
            <a:r>
              <a:rPr lang="en-IN" dirty="0"/>
              <a:t> claves </a:t>
            </a:r>
            <a:r>
              <a:rPr lang="en-IN" dirty="0" err="1"/>
              <a:t>regni</a:t>
            </a:r>
            <a:r>
              <a:rPr lang="en-IN" dirty="0"/>
              <a:t> </a:t>
            </a:r>
            <a:r>
              <a:rPr lang="en-IN" dirty="0" err="1"/>
              <a:t>caelorum</a:t>
            </a:r>
            <a:r>
              <a:rPr lang="en-IN" dirty="0"/>
              <a:t>. (For Prayer ref No. 502)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788063"/>
      </p:ext>
    </p:extLst>
  </p:cSld>
  <p:clrMapOvr>
    <a:masterClrMapping/>
  </p:clrMapOvr>
</p:sld>
</file>

<file path=ppt/slides/slide2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514 - </a:t>
            </a:r>
            <a:r>
              <a:rPr lang="en-US" sz="4400" dirty="0" err="1"/>
              <a:t>Tu</a:t>
            </a:r>
            <a:r>
              <a:rPr lang="en-US" sz="4400" dirty="0"/>
              <a:t> </a:t>
            </a:r>
            <a:r>
              <a:rPr lang="en-US" sz="4400" dirty="0" err="1"/>
              <a:t>es</a:t>
            </a:r>
            <a:r>
              <a:rPr lang="en-US" sz="4400" dirty="0"/>
              <a:t> </a:t>
            </a:r>
            <a:r>
              <a:rPr lang="en-US" sz="4400" dirty="0" err="1"/>
              <a:t>petrus</a:t>
            </a:r>
            <a:r>
              <a:rPr lang="en-US" sz="4400" dirty="0"/>
              <a:t>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es</a:t>
            </a:r>
            <a:r>
              <a:rPr lang="en-IN" dirty="0"/>
              <a:t> </a:t>
            </a:r>
            <a:r>
              <a:rPr lang="en-IN" dirty="0" err="1"/>
              <a:t>petrus</a:t>
            </a:r>
            <a:r>
              <a:rPr lang="en-IN" dirty="0"/>
              <a:t>, </a:t>
            </a:r>
          </a:p>
          <a:p>
            <a:r>
              <a:rPr lang="en-IN" dirty="0"/>
              <a:t>Et super </a:t>
            </a:r>
            <a:r>
              <a:rPr lang="en-IN" dirty="0" err="1"/>
              <a:t>hanc</a:t>
            </a:r>
            <a:r>
              <a:rPr lang="en-IN" dirty="0"/>
              <a:t> </a:t>
            </a:r>
            <a:r>
              <a:rPr lang="en-IN" dirty="0" err="1"/>
              <a:t>petram</a:t>
            </a:r>
            <a:r>
              <a:rPr lang="en-IN" dirty="0"/>
              <a:t> </a:t>
            </a:r>
            <a:r>
              <a:rPr lang="en-IN" dirty="0" err="1"/>
              <a:t>aedificabo</a:t>
            </a:r>
            <a:r>
              <a:rPr lang="en-IN" dirty="0"/>
              <a:t> </a:t>
            </a:r>
          </a:p>
          <a:p>
            <a:r>
              <a:rPr lang="en-IN" dirty="0" err="1"/>
              <a:t>Ecclesiam</a:t>
            </a:r>
            <a:r>
              <a:rPr lang="en-IN" dirty="0"/>
              <a:t> </a:t>
            </a:r>
            <a:r>
              <a:rPr lang="en-IN" dirty="0" err="1"/>
              <a:t>meam</a:t>
            </a:r>
            <a:r>
              <a:rPr lang="en-IN" dirty="0"/>
              <a:t>. </a:t>
            </a:r>
          </a:p>
          <a:p>
            <a:r>
              <a:rPr lang="en-IN" dirty="0"/>
              <a:t>(For Prayer ref No. 502)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2199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288016"/>
      </p:ext>
    </p:extLst>
  </p:cSld>
  <p:clrMapOvr>
    <a:masterClrMapping/>
  </p:clrMapOvr>
</p:sld>
</file>

<file path=ppt/slides/slide2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515 - </a:t>
            </a:r>
            <a:r>
              <a:rPr lang="fr-FR" sz="4400" dirty="0" err="1"/>
              <a:t>Ubi</a:t>
            </a:r>
            <a:r>
              <a:rPr lang="fr-FR" sz="4400" dirty="0"/>
              <a:t> </a:t>
            </a:r>
            <a:r>
              <a:rPr lang="fr-FR" sz="4400" dirty="0" err="1"/>
              <a:t>caritas</a:t>
            </a:r>
            <a:r>
              <a:rPr lang="fr-FR" sz="4400" dirty="0"/>
              <a:t> et </a:t>
            </a:r>
            <a:r>
              <a:rPr lang="fr-FR" sz="4400" dirty="0" err="1"/>
              <a:t>amor</a:t>
            </a:r>
            <a:r>
              <a:rPr lang="fr-FR" sz="4400" dirty="0"/>
              <a:t> Deus </a:t>
            </a:r>
            <a:r>
              <a:rPr lang="fr-FR" sz="4400" dirty="0" err="1"/>
              <a:t>ibi</a:t>
            </a:r>
            <a:r>
              <a:rPr lang="fr-FR" sz="4400" dirty="0"/>
              <a:t> est.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Congregavit</a:t>
            </a:r>
            <a:r>
              <a:rPr lang="en-IN" dirty="0"/>
              <a:t> </a:t>
            </a:r>
            <a:r>
              <a:rPr lang="en-IN" dirty="0" err="1"/>
              <a:t>nos</a:t>
            </a:r>
            <a:r>
              <a:rPr lang="en-IN" dirty="0"/>
              <a:t> in </a:t>
            </a:r>
            <a:r>
              <a:rPr lang="en-IN" dirty="0" err="1"/>
              <a:t>unum</a:t>
            </a:r>
            <a:r>
              <a:rPr lang="en-IN" dirty="0"/>
              <a:t> Christi </a:t>
            </a:r>
            <a:r>
              <a:rPr lang="en-IN" dirty="0" err="1"/>
              <a:t>amor</a:t>
            </a:r>
            <a:endParaRPr lang="en-IN" dirty="0"/>
          </a:p>
          <a:p>
            <a:r>
              <a:rPr lang="en-IN" dirty="0" err="1"/>
              <a:t>Exsultemus</a:t>
            </a:r>
            <a:r>
              <a:rPr lang="en-IN" dirty="0"/>
              <a:t>, et in ipso </a:t>
            </a:r>
            <a:r>
              <a:rPr lang="en-IN" dirty="0" err="1"/>
              <a:t>iucundemur</a:t>
            </a:r>
            <a:endParaRPr lang="en-IN" dirty="0"/>
          </a:p>
          <a:p>
            <a:r>
              <a:rPr lang="en-IN" dirty="0" err="1"/>
              <a:t>Timeamus</a:t>
            </a:r>
            <a:r>
              <a:rPr lang="en-IN" dirty="0"/>
              <a:t>, et </a:t>
            </a:r>
            <a:r>
              <a:rPr lang="en-IN" dirty="0" err="1"/>
              <a:t>amemus</a:t>
            </a:r>
            <a:r>
              <a:rPr lang="en-IN" dirty="0"/>
              <a:t> Deum </a:t>
            </a:r>
            <a:r>
              <a:rPr lang="en-IN" dirty="0" err="1"/>
              <a:t>vivum</a:t>
            </a:r>
            <a:endParaRPr lang="en-IN" dirty="0"/>
          </a:p>
          <a:p>
            <a:r>
              <a:rPr lang="en-IN" dirty="0"/>
              <a:t>Et ex </a:t>
            </a:r>
            <a:r>
              <a:rPr lang="en-IN" dirty="0" err="1"/>
              <a:t>corde</a:t>
            </a:r>
            <a:r>
              <a:rPr lang="en-IN" dirty="0"/>
              <a:t> </a:t>
            </a:r>
            <a:r>
              <a:rPr lang="en-IN" dirty="0" err="1"/>
              <a:t>diligamus</a:t>
            </a:r>
            <a:r>
              <a:rPr lang="en-IN" dirty="0"/>
              <a:t> </a:t>
            </a:r>
            <a:r>
              <a:rPr lang="en-IN" dirty="0" err="1"/>
              <a:t>nos</a:t>
            </a:r>
            <a:r>
              <a:rPr lang="en-IN" dirty="0"/>
              <a:t> </a:t>
            </a:r>
            <a:r>
              <a:rPr lang="en-IN" dirty="0" err="1"/>
              <a:t>sincero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370198"/>
      </p:ext>
    </p:extLst>
  </p:cSld>
  <p:clrMapOvr>
    <a:masterClrMapping/>
  </p:clrMapOvr>
</p:sld>
</file>

<file path=ppt/slides/slide2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Simul</a:t>
            </a:r>
            <a:r>
              <a:rPr lang="en-IN" dirty="0"/>
              <a:t> ergo cum in </a:t>
            </a:r>
            <a:r>
              <a:rPr lang="en-IN" dirty="0" err="1"/>
              <a:t>unum</a:t>
            </a:r>
            <a:r>
              <a:rPr lang="en-IN" dirty="0"/>
              <a:t> </a:t>
            </a:r>
            <a:r>
              <a:rPr lang="en-IN" dirty="0" err="1"/>
              <a:t>congregamur</a:t>
            </a:r>
            <a:endParaRPr lang="en-IN" dirty="0"/>
          </a:p>
          <a:p>
            <a:r>
              <a:rPr lang="en-IN" dirty="0"/>
              <a:t>Ne </a:t>
            </a:r>
            <a:r>
              <a:rPr lang="en-IN" dirty="0" err="1"/>
              <a:t>nos</a:t>
            </a:r>
            <a:r>
              <a:rPr lang="en-IN" dirty="0"/>
              <a:t> </a:t>
            </a:r>
            <a:r>
              <a:rPr lang="en-IN" dirty="0" err="1"/>
              <a:t>mente</a:t>
            </a:r>
            <a:r>
              <a:rPr lang="en-IN" dirty="0"/>
              <a:t> </a:t>
            </a:r>
            <a:r>
              <a:rPr lang="en-IN" dirty="0" err="1"/>
              <a:t>dividamur</a:t>
            </a:r>
            <a:r>
              <a:rPr lang="en-IN" dirty="0"/>
              <a:t> </a:t>
            </a:r>
            <a:r>
              <a:rPr lang="en-IN" dirty="0" err="1"/>
              <a:t>caveamus</a:t>
            </a:r>
            <a:endParaRPr lang="en-IN" dirty="0"/>
          </a:p>
          <a:p>
            <a:r>
              <a:rPr lang="en-IN" dirty="0" err="1"/>
              <a:t>Cessent</a:t>
            </a:r>
            <a:r>
              <a:rPr lang="en-IN" dirty="0"/>
              <a:t> </a:t>
            </a:r>
            <a:r>
              <a:rPr lang="en-IN" dirty="0" err="1"/>
              <a:t>iurgia</a:t>
            </a:r>
            <a:r>
              <a:rPr lang="en-IN" dirty="0"/>
              <a:t> </a:t>
            </a:r>
            <a:r>
              <a:rPr lang="en-IN" dirty="0" err="1"/>
              <a:t>maligna</a:t>
            </a:r>
            <a:r>
              <a:rPr lang="en-IN" dirty="0"/>
              <a:t>, </a:t>
            </a:r>
            <a:r>
              <a:rPr lang="en-IN" dirty="0" err="1"/>
              <a:t>cessent</a:t>
            </a:r>
            <a:r>
              <a:rPr lang="en-IN" dirty="0"/>
              <a:t> </a:t>
            </a:r>
            <a:r>
              <a:rPr lang="en-IN" dirty="0" err="1"/>
              <a:t>lites</a:t>
            </a:r>
            <a:endParaRPr lang="en-IN" dirty="0"/>
          </a:p>
          <a:p>
            <a:r>
              <a:rPr lang="en-IN" dirty="0"/>
              <a:t>Et in </a:t>
            </a:r>
            <a:r>
              <a:rPr lang="en-IN" dirty="0" err="1"/>
              <a:t>medio</a:t>
            </a:r>
            <a:r>
              <a:rPr lang="en-IN" dirty="0"/>
              <a:t> </a:t>
            </a:r>
            <a:r>
              <a:rPr lang="en-IN" dirty="0" err="1"/>
              <a:t>nostri</a:t>
            </a:r>
            <a:r>
              <a:rPr lang="en-IN" dirty="0"/>
              <a:t> sit </a:t>
            </a:r>
            <a:r>
              <a:rPr lang="en-IN" dirty="0" err="1"/>
              <a:t>Christus</a:t>
            </a:r>
            <a:r>
              <a:rPr lang="en-IN" dirty="0"/>
              <a:t> Deus.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973534"/>
      </p:ext>
    </p:extLst>
  </p:cSld>
  <p:clrMapOvr>
    <a:masterClrMapping/>
  </p:clrMapOvr>
</p:sld>
</file>

<file path=ppt/slides/slide2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Simul</a:t>
            </a:r>
            <a:r>
              <a:rPr lang="en-IN" dirty="0"/>
              <a:t> </a:t>
            </a:r>
            <a:r>
              <a:rPr lang="en-IN" dirty="0" err="1"/>
              <a:t>quoque</a:t>
            </a:r>
            <a:r>
              <a:rPr lang="en-IN" dirty="0"/>
              <a:t> cum </a:t>
            </a:r>
            <a:r>
              <a:rPr lang="en-IN" dirty="0" err="1"/>
              <a:t>beatis</a:t>
            </a:r>
            <a:r>
              <a:rPr lang="en-IN" dirty="0"/>
              <a:t> </a:t>
            </a:r>
            <a:r>
              <a:rPr lang="en-IN" dirty="0" err="1"/>
              <a:t>videamus</a:t>
            </a:r>
            <a:endParaRPr lang="en-IN" dirty="0"/>
          </a:p>
          <a:p>
            <a:r>
              <a:rPr lang="en-IN" dirty="0" err="1"/>
              <a:t>Glorianter</a:t>
            </a:r>
            <a:r>
              <a:rPr lang="en-IN" dirty="0"/>
              <a:t> </a:t>
            </a:r>
            <a:r>
              <a:rPr lang="en-IN" dirty="0" err="1"/>
              <a:t>vultum</a:t>
            </a:r>
            <a:r>
              <a:rPr lang="en-IN" dirty="0"/>
              <a:t> </a:t>
            </a:r>
            <a:r>
              <a:rPr lang="en-IN" dirty="0" err="1"/>
              <a:t>tuum</a:t>
            </a:r>
            <a:r>
              <a:rPr lang="en-IN" dirty="0"/>
              <a:t>, </a:t>
            </a:r>
            <a:r>
              <a:rPr lang="en-IN" dirty="0" err="1"/>
              <a:t>Christe</a:t>
            </a:r>
            <a:r>
              <a:rPr lang="en-IN" dirty="0"/>
              <a:t> Deus</a:t>
            </a:r>
          </a:p>
          <a:p>
            <a:r>
              <a:rPr lang="en-IN" dirty="0" err="1"/>
              <a:t>Gaudium</a:t>
            </a:r>
            <a:r>
              <a:rPr lang="en-IN" dirty="0"/>
              <a:t> quod </a:t>
            </a:r>
            <a:r>
              <a:rPr lang="en-IN" dirty="0" err="1"/>
              <a:t>est</a:t>
            </a:r>
            <a:r>
              <a:rPr lang="en-IN" dirty="0"/>
              <a:t> </a:t>
            </a:r>
            <a:r>
              <a:rPr lang="en-IN" dirty="0" err="1"/>
              <a:t>immensum</a:t>
            </a:r>
            <a:r>
              <a:rPr lang="en-IN" dirty="0"/>
              <a:t>, </a:t>
            </a:r>
            <a:r>
              <a:rPr lang="en-IN" dirty="0" err="1"/>
              <a:t>atque</a:t>
            </a:r>
            <a:r>
              <a:rPr lang="en-IN" dirty="0"/>
              <a:t> </a:t>
            </a:r>
            <a:r>
              <a:rPr lang="en-IN" dirty="0" err="1"/>
              <a:t>probum</a:t>
            </a:r>
            <a:endParaRPr lang="en-IN" dirty="0"/>
          </a:p>
          <a:p>
            <a:r>
              <a:rPr lang="en-IN" dirty="0" err="1"/>
              <a:t>Saecula</a:t>
            </a:r>
            <a:r>
              <a:rPr lang="en-IN" dirty="0"/>
              <a:t> per </a:t>
            </a:r>
            <a:r>
              <a:rPr lang="en-IN" dirty="0" err="1"/>
              <a:t>infinita</a:t>
            </a:r>
            <a:r>
              <a:rPr lang="en-IN" dirty="0"/>
              <a:t> </a:t>
            </a:r>
            <a:r>
              <a:rPr lang="en-IN" dirty="0" err="1"/>
              <a:t>saeculorum</a:t>
            </a:r>
            <a:r>
              <a:rPr lang="en-IN" dirty="0"/>
              <a:t>. Amen.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236687"/>
      </p:ext>
    </p:extLst>
  </p:cSld>
  <p:clrMapOvr>
    <a:masterClrMapping/>
  </p:clrMapOvr>
</p:sld>
</file>

<file path=ppt/slides/slide2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50" y="512047"/>
            <a:ext cx="10515600" cy="561202"/>
          </a:xfrm>
        </p:spPr>
        <p:txBody>
          <a:bodyPr>
            <a:noAutofit/>
          </a:bodyPr>
          <a:lstStyle/>
          <a:p>
            <a:r>
              <a:rPr lang="en-US" sz="4400" dirty="0"/>
              <a:t>516 - </a:t>
            </a:r>
            <a:r>
              <a:rPr lang="it-IT" sz="4400" dirty="0"/>
              <a:t>Veni creator spiritus, Mentes tuorum visita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4" y="1919082"/>
            <a:ext cx="11753537" cy="4308097"/>
          </a:xfrm>
        </p:spPr>
        <p:txBody>
          <a:bodyPr/>
          <a:lstStyle/>
          <a:p>
            <a:r>
              <a:rPr lang="en-IN" dirty="0" err="1"/>
              <a:t>Veni</a:t>
            </a:r>
            <a:r>
              <a:rPr lang="en-IN" dirty="0"/>
              <a:t> creator </a:t>
            </a:r>
            <a:r>
              <a:rPr lang="en-IN" dirty="0" err="1"/>
              <a:t>spiritus</a:t>
            </a:r>
            <a:r>
              <a:rPr lang="en-IN" dirty="0"/>
              <a:t>, </a:t>
            </a:r>
            <a:r>
              <a:rPr lang="en-IN" dirty="0" err="1"/>
              <a:t>Mentes</a:t>
            </a:r>
            <a:r>
              <a:rPr lang="en-IN" dirty="0"/>
              <a:t> </a:t>
            </a:r>
            <a:r>
              <a:rPr lang="en-IN" dirty="0" err="1"/>
              <a:t>tuorum</a:t>
            </a:r>
            <a:r>
              <a:rPr lang="en-IN" dirty="0"/>
              <a:t> </a:t>
            </a:r>
            <a:r>
              <a:rPr lang="en-IN" dirty="0" err="1"/>
              <a:t>visita</a:t>
            </a:r>
            <a:endParaRPr lang="en-IN" dirty="0"/>
          </a:p>
          <a:p>
            <a:r>
              <a:rPr lang="en-IN" dirty="0" err="1"/>
              <a:t>Imple</a:t>
            </a:r>
            <a:r>
              <a:rPr lang="en-IN" dirty="0"/>
              <a:t> </a:t>
            </a:r>
            <a:r>
              <a:rPr lang="en-IN" dirty="0" err="1"/>
              <a:t>superna</a:t>
            </a:r>
            <a:r>
              <a:rPr lang="en-IN" dirty="0"/>
              <a:t> gratia Quae </a:t>
            </a:r>
            <a:r>
              <a:rPr lang="en-IN" dirty="0" err="1"/>
              <a:t>tu</a:t>
            </a:r>
            <a:r>
              <a:rPr lang="en-IN" dirty="0"/>
              <a:t> </a:t>
            </a:r>
            <a:r>
              <a:rPr lang="en-IN" dirty="0" err="1"/>
              <a:t>creasti</a:t>
            </a:r>
            <a:r>
              <a:rPr lang="en-IN" dirty="0"/>
              <a:t> </a:t>
            </a:r>
            <a:r>
              <a:rPr lang="en-IN" dirty="0" err="1"/>
              <a:t>pectora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416234"/>
      </p:ext>
    </p:extLst>
  </p:cSld>
  <p:clrMapOvr>
    <a:masterClrMapping/>
  </p:clrMapOvr>
</p:sld>
</file>

<file path=ppt/slides/slide2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Qui </a:t>
            </a:r>
            <a:r>
              <a:rPr lang="fr-FR" dirty="0" err="1"/>
              <a:t>diceris</a:t>
            </a:r>
            <a:r>
              <a:rPr lang="fr-FR" dirty="0"/>
              <a:t> </a:t>
            </a:r>
            <a:r>
              <a:rPr lang="fr-FR" dirty="0" err="1"/>
              <a:t>Paraclitus</a:t>
            </a:r>
            <a:r>
              <a:rPr lang="fr-FR" dirty="0"/>
              <a:t> </a:t>
            </a:r>
            <a:r>
              <a:rPr lang="fr-FR" dirty="0" err="1"/>
              <a:t>Altissimi</a:t>
            </a:r>
            <a:r>
              <a:rPr lang="fr-FR" dirty="0"/>
              <a:t> </a:t>
            </a:r>
            <a:r>
              <a:rPr lang="fr-FR" dirty="0" err="1"/>
              <a:t>donum</a:t>
            </a:r>
            <a:r>
              <a:rPr lang="fr-FR" dirty="0"/>
              <a:t> Dei</a:t>
            </a:r>
          </a:p>
          <a:p>
            <a:r>
              <a:rPr lang="fr-FR" dirty="0"/>
              <a:t>Fons </a:t>
            </a:r>
            <a:r>
              <a:rPr lang="fr-FR" dirty="0" err="1"/>
              <a:t>vivus</a:t>
            </a:r>
            <a:r>
              <a:rPr lang="fr-FR" dirty="0"/>
              <a:t>, </a:t>
            </a:r>
            <a:r>
              <a:rPr lang="fr-FR" dirty="0" err="1"/>
              <a:t>ignis</a:t>
            </a:r>
            <a:r>
              <a:rPr lang="fr-FR" dirty="0"/>
              <a:t>, </a:t>
            </a:r>
            <a:r>
              <a:rPr lang="fr-FR" dirty="0" err="1"/>
              <a:t>caritas</a:t>
            </a:r>
            <a:r>
              <a:rPr lang="fr-FR" dirty="0"/>
              <a:t>, Et </a:t>
            </a:r>
            <a:r>
              <a:rPr lang="fr-FR" dirty="0" err="1"/>
              <a:t>Spiritalis</a:t>
            </a:r>
            <a:r>
              <a:rPr lang="fr-FR" dirty="0"/>
              <a:t> </a:t>
            </a:r>
            <a:r>
              <a:rPr lang="fr-FR" dirty="0" err="1"/>
              <a:t>unctio</a:t>
            </a:r>
            <a:r>
              <a:rPr lang="fr-FR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978256"/>
      </p:ext>
    </p:extLst>
  </p:cSld>
  <p:clrMapOvr>
    <a:masterClrMapping/>
  </p:clrMapOvr>
</p:sld>
</file>

<file path=ppt/slides/slide2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Tu </a:t>
            </a:r>
            <a:r>
              <a:rPr lang="en-IN" dirty="0" err="1"/>
              <a:t>septiformis</a:t>
            </a:r>
            <a:r>
              <a:rPr lang="en-IN" dirty="0"/>
              <a:t> </a:t>
            </a:r>
            <a:r>
              <a:rPr lang="en-IN" dirty="0" err="1"/>
              <a:t>munere</a:t>
            </a:r>
            <a:r>
              <a:rPr lang="en-IN" dirty="0"/>
              <a:t>, </a:t>
            </a:r>
          </a:p>
          <a:p>
            <a:r>
              <a:rPr lang="en-IN" dirty="0" err="1"/>
              <a:t>Digitus</a:t>
            </a:r>
            <a:r>
              <a:rPr lang="en-IN" dirty="0"/>
              <a:t> </a:t>
            </a:r>
            <a:r>
              <a:rPr lang="en-IN" dirty="0" err="1"/>
              <a:t>paternae</a:t>
            </a:r>
            <a:r>
              <a:rPr lang="en-IN" dirty="0"/>
              <a:t> </a:t>
            </a:r>
            <a:r>
              <a:rPr lang="en-IN" dirty="0" err="1"/>
              <a:t>dexterae</a:t>
            </a:r>
            <a:endParaRPr lang="en-IN" dirty="0"/>
          </a:p>
          <a:p>
            <a:r>
              <a:rPr lang="en-IN" dirty="0"/>
              <a:t>Tu rite </a:t>
            </a:r>
            <a:r>
              <a:rPr lang="en-IN" dirty="0" err="1"/>
              <a:t>promissum</a:t>
            </a:r>
            <a:r>
              <a:rPr lang="en-IN" dirty="0"/>
              <a:t> </a:t>
            </a:r>
            <a:r>
              <a:rPr lang="en-IN" dirty="0" err="1"/>
              <a:t>Patris</a:t>
            </a:r>
            <a:r>
              <a:rPr lang="en-IN" dirty="0"/>
              <a:t>, </a:t>
            </a:r>
          </a:p>
          <a:p>
            <a:r>
              <a:rPr lang="en-IN" dirty="0" err="1"/>
              <a:t>Sermone</a:t>
            </a:r>
            <a:r>
              <a:rPr lang="en-IN" dirty="0"/>
              <a:t> </a:t>
            </a:r>
            <a:r>
              <a:rPr lang="en-IN" dirty="0" err="1"/>
              <a:t>ditans</a:t>
            </a:r>
            <a:r>
              <a:rPr lang="en-IN" dirty="0"/>
              <a:t> </a:t>
            </a:r>
            <a:r>
              <a:rPr lang="en-IN" dirty="0" err="1"/>
              <a:t>guttura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699633"/>
      </p:ext>
    </p:extLst>
  </p:cSld>
  <p:clrMapOvr>
    <a:masterClrMapping/>
  </p:clrMapOvr>
</p:sld>
</file>

<file path=ppt/slides/slide2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Accende</a:t>
            </a:r>
            <a:r>
              <a:rPr lang="en-IN" dirty="0"/>
              <a:t> lumen </a:t>
            </a:r>
            <a:r>
              <a:rPr lang="en-IN" dirty="0" err="1"/>
              <a:t>sensibus</a:t>
            </a:r>
            <a:r>
              <a:rPr lang="en-IN" dirty="0"/>
              <a:t>, </a:t>
            </a:r>
          </a:p>
          <a:p>
            <a:r>
              <a:rPr lang="en-IN" dirty="0" err="1"/>
              <a:t>infunde</a:t>
            </a:r>
            <a:r>
              <a:rPr lang="en-IN" dirty="0"/>
              <a:t> </a:t>
            </a:r>
            <a:r>
              <a:rPr lang="en-IN" dirty="0" err="1"/>
              <a:t>amorem</a:t>
            </a:r>
            <a:r>
              <a:rPr lang="en-IN" dirty="0"/>
              <a:t> </a:t>
            </a:r>
            <a:r>
              <a:rPr lang="en-IN" dirty="0" err="1"/>
              <a:t>cordibus</a:t>
            </a:r>
            <a:endParaRPr lang="en-IN" dirty="0"/>
          </a:p>
          <a:p>
            <a:r>
              <a:rPr lang="en-IN" dirty="0" err="1"/>
              <a:t>Infirma</a:t>
            </a:r>
            <a:r>
              <a:rPr lang="en-IN" dirty="0"/>
              <a:t> </a:t>
            </a:r>
            <a:r>
              <a:rPr lang="en-IN" dirty="0" err="1"/>
              <a:t>nostri</a:t>
            </a:r>
            <a:r>
              <a:rPr lang="en-IN" dirty="0"/>
              <a:t> corporis, </a:t>
            </a:r>
          </a:p>
          <a:p>
            <a:r>
              <a:rPr lang="en-IN" dirty="0" err="1"/>
              <a:t>Virtute</a:t>
            </a:r>
            <a:r>
              <a:rPr lang="en-IN" dirty="0"/>
              <a:t> </a:t>
            </a:r>
            <a:r>
              <a:rPr lang="en-IN" dirty="0" err="1"/>
              <a:t>firmans</a:t>
            </a:r>
            <a:r>
              <a:rPr lang="en-IN" dirty="0"/>
              <a:t> </a:t>
            </a:r>
            <a:r>
              <a:rPr lang="en-IN" dirty="0" err="1"/>
              <a:t>perpeti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712481"/>
      </p:ext>
    </p:extLst>
  </p:cSld>
  <p:clrMapOvr>
    <a:masterClrMapping/>
  </p:clrMapOvr>
</p:sld>
</file>

<file path=ppt/slides/slide2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Hostem</a:t>
            </a:r>
            <a:r>
              <a:rPr lang="en-IN" dirty="0"/>
              <a:t> </a:t>
            </a:r>
            <a:r>
              <a:rPr lang="en-IN" dirty="0" err="1"/>
              <a:t>repellas</a:t>
            </a:r>
            <a:r>
              <a:rPr lang="en-IN" dirty="0"/>
              <a:t> </a:t>
            </a:r>
            <a:r>
              <a:rPr lang="en-IN" dirty="0" err="1"/>
              <a:t>longius</a:t>
            </a:r>
            <a:r>
              <a:rPr lang="en-IN" dirty="0"/>
              <a:t>, </a:t>
            </a:r>
          </a:p>
          <a:p>
            <a:r>
              <a:rPr lang="en-IN" dirty="0" err="1"/>
              <a:t>Pacemque</a:t>
            </a:r>
            <a:r>
              <a:rPr lang="en-IN" dirty="0"/>
              <a:t> </a:t>
            </a:r>
            <a:r>
              <a:rPr lang="en-IN" dirty="0" err="1"/>
              <a:t>dones</a:t>
            </a:r>
            <a:r>
              <a:rPr lang="en-IN" dirty="0"/>
              <a:t> </a:t>
            </a:r>
            <a:r>
              <a:rPr lang="en-IN" dirty="0" err="1"/>
              <a:t>protinus</a:t>
            </a:r>
            <a:endParaRPr lang="en-IN" dirty="0"/>
          </a:p>
          <a:p>
            <a:r>
              <a:rPr lang="en-IN" dirty="0" err="1"/>
              <a:t>Ductore</a:t>
            </a:r>
            <a:r>
              <a:rPr lang="en-IN" dirty="0"/>
              <a:t> sic </a:t>
            </a:r>
            <a:r>
              <a:rPr lang="en-IN" dirty="0" err="1"/>
              <a:t>te</a:t>
            </a:r>
            <a:r>
              <a:rPr lang="en-IN" dirty="0"/>
              <a:t> </a:t>
            </a:r>
            <a:r>
              <a:rPr lang="en-IN" dirty="0" err="1"/>
              <a:t>previo</a:t>
            </a:r>
            <a:r>
              <a:rPr lang="en-IN" dirty="0"/>
              <a:t>, </a:t>
            </a:r>
          </a:p>
          <a:p>
            <a:r>
              <a:rPr lang="en-IN" dirty="0" err="1"/>
              <a:t>Vitemus</a:t>
            </a:r>
            <a:r>
              <a:rPr lang="en-IN" dirty="0"/>
              <a:t> </a:t>
            </a:r>
            <a:r>
              <a:rPr lang="en-IN" dirty="0" err="1"/>
              <a:t>omne</a:t>
            </a:r>
            <a:r>
              <a:rPr lang="en-IN" dirty="0"/>
              <a:t> </a:t>
            </a:r>
            <a:r>
              <a:rPr lang="en-IN" dirty="0" err="1"/>
              <a:t>noxium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280076"/>
      </p:ext>
    </p:extLst>
  </p:cSld>
  <p:clrMapOvr>
    <a:masterClrMapping/>
  </p:clrMapOvr>
</p:sld>
</file>

<file path=ppt/slides/slide2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 te sciamus da Patrem, </a:t>
            </a:r>
          </a:p>
          <a:p>
            <a:r>
              <a:rPr lang="pt-BR" dirty="0"/>
              <a:t>Noscamus atque Filium</a:t>
            </a:r>
          </a:p>
          <a:p>
            <a:r>
              <a:rPr lang="pt-BR" dirty="0"/>
              <a:t>Teque utriusque Spiritum, </a:t>
            </a:r>
          </a:p>
          <a:p>
            <a:r>
              <a:rPr lang="pt-BR" dirty="0"/>
              <a:t>Credamus omni tempore.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965034"/>
      </p:ext>
    </p:extLst>
  </p:cSld>
  <p:clrMapOvr>
    <a:masterClrMapping/>
  </p:clrMapOvr>
</p:sld>
</file>

<file path=ppt/slides/slide2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Deo Patri sit gloria, </a:t>
            </a:r>
          </a:p>
          <a:p>
            <a:r>
              <a:rPr lang="en-IN" dirty="0"/>
              <a:t>Et </a:t>
            </a:r>
            <a:r>
              <a:rPr lang="en-IN" dirty="0" err="1"/>
              <a:t>filio</a:t>
            </a:r>
            <a:r>
              <a:rPr lang="en-IN" dirty="0"/>
              <a:t>, qui a </a:t>
            </a:r>
            <a:r>
              <a:rPr lang="en-IN" dirty="0" err="1"/>
              <a:t>mortuis</a:t>
            </a:r>
            <a:endParaRPr lang="en-IN" dirty="0"/>
          </a:p>
          <a:p>
            <a:r>
              <a:rPr lang="en-IN" dirty="0" err="1"/>
              <a:t>Surrexit</a:t>
            </a:r>
            <a:r>
              <a:rPr lang="en-IN" dirty="0"/>
              <a:t>, ac </a:t>
            </a:r>
            <a:r>
              <a:rPr lang="en-IN" dirty="0" err="1"/>
              <a:t>Paraclito</a:t>
            </a:r>
            <a:r>
              <a:rPr lang="en-IN" dirty="0"/>
              <a:t>, </a:t>
            </a:r>
          </a:p>
          <a:p>
            <a:r>
              <a:rPr lang="en-IN" dirty="0"/>
              <a:t>In Saeculorum saecula. </a:t>
            </a:r>
          </a:p>
          <a:p>
            <a:r>
              <a:rPr lang="en-IN" dirty="0"/>
              <a:t>Amen.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2209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260090"/>
      </p:ext>
    </p:extLst>
  </p:cSld>
  <p:clrMapOvr>
    <a:masterClrMapping/>
  </p:clrMapOvr>
</p:sld>
</file>

<file path=ppt/slides/slide2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517 - Virgo Dei </a:t>
            </a:r>
            <a:r>
              <a:rPr lang="en-US" sz="4400" dirty="0" err="1"/>
              <a:t>Genitrix</a:t>
            </a:r>
            <a:r>
              <a:rPr lang="en-US" sz="4400" dirty="0"/>
              <a:t>,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Virgo Dei </a:t>
            </a:r>
            <a:r>
              <a:rPr lang="en-IN" dirty="0" err="1"/>
              <a:t>Genitrix</a:t>
            </a:r>
            <a:r>
              <a:rPr lang="en-IN" dirty="0"/>
              <a:t>, </a:t>
            </a:r>
            <a:r>
              <a:rPr lang="en-IN" dirty="0" err="1"/>
              <a:t>Quem</a:t>
            </a:r>
            <a:r>
              <a:rPr lang="en-IN" dirty="0"/>
              <a:t> </a:t>
            </a:r>
            <a:r>
              <a:rPr lang="en-IN" dirty="0" err="1"/>
              <a:t>totus</a:t>
            </a:r>
            <a:r>
              <a:rPr lang="en-IN" dirty="0"/>
              <a:t> non </a:t>
            </a:r>
            <a:r>
              <a:rPr lang="en-IN" dirty="0" err="1"/>
              <a:t>capit</a:t>
            </a:r>
            <a:r>
              <a:rPr lang="en-IN" dirty="0"/>
              <a:t> </a:t>
            </a:r>
            <a:r>
              <a:rPr lang="en-IN" dirty="0" err="1"/>
              <a:t>orbis</a:t>
            </a:r>
            <a:endParaRPr lang="en-IN" dirty="0"/>
          </a:p>
          <a:p>
            <a:r>
              <a:rPr lang="en-IN" dirty="0"/>
              <a:t>In </a:t>
            </a:r>
            <a:r>
              <a:rPr lang="en-IN" dirty="0" err="1"/>
              <a:t>tua</a:t>
            </a:r>
            <a:r>
              <a:rPr lang="en-IN" dirty="0"/>
              <a:t> se </a:t>
            </a:r>
            <a:r>
              <a:rPr lang="en-IN" dirty="0" err="1"/>
              <a:t>clausit</a:t>
            </a:r>
            <a:r>
              <a:rPr lang="en-IN" dirty="0"/>
              <a:t> viscera </a:t>
            </a:r>
            <a:r>
              <a:rPr lang="en-IN" dirty="0" err="1"/>
              <a:t>factus</a:t>
            </a:r>
            <a:r>
              <a:rPr lang="en-IN" dirty="0"/>
              <a:t> homo.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979469"/>
      </p:ext>
    </p:extLst>
  </p:cSld>
  <p:clrMapOvr>
    <a:masterClrMapping/>
  </p:clrMapOvr>
</p:sld>
</file>

<file path=ppt/slides/slide2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Vera fides Geniti Purgavit crimina mundi </a:t>
            </a:r>
          </a:p>
          <a:p>
            <a:r>
              <a:rPr lang="it-IT" dirty="0"/>
              <a:t>Et tibi virginitas, inviolata manet.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099356"/>
      </p:ext>
    </p:extLst>
  </p:cSld>
  <p:clrMapOvr>
    <a:masterClrMapping/>
  </p:clrMapOvr>
</p:sld>
</file>

<file path=ppt/slides/slide2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 matrem pietatis, opem te clamitat orbis</a:t>
            </a:r>
          </a:p>
          <a:p>
            <a:r>
              <a:rPr lang="pt-BR" dirty="0"/>
              <a:t>Subvenias famulis, O Benedicta tuis.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890485"/>
      </p:ext>
    </p:extLst>
  </p:cSld>
  <p:clrMapOvr>
    <a:masterClrMapping/>
  </p:clrMapOvr>
</p:sld>
</file>

<file path=ppt/slides/slide2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Gloria magna Patri, Compar sit gloria Nato, </a:t>
            </a:r>
          </a:p>
          <a:p>
            <a:r>
              <a:rPr lang="it-IT" dirty="0"/>
              <a:t>Spiritui Sancto, gloria magna Deo. Amen.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549720"/>
      </p:ext>
    </p:extLst>
  </p:cSld>
  <p:clrMapOvr>
    <a:masterClrMapping/>
  </p:clrMapOvr>
</p:sld>
</file>

<file path=ppt/slides/slide2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GOSPEL ACCLAMATIONS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937170"/>
      </p:ext>
    </p:extLst>
  </p:cSld>
  <p:clrMapOvr>
    <a:masterClrMapping/>
  </p:clrMapOvr>
</p:sld>
</file>

<file path=ppt/slides/slide2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518 - Celtic: Hallelujah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Celtic: Hallelujah, hallelujah, </a:t>
            </a:r>
          </a:p>
          <a:p>
            <a:r>
              <a:rPr lang="en-US" dirty="0"/>
              <a:t>hallelujah, hallelujah!</a:t>
            </a:r>
          </a:p>
          <a:p>
            <a:r>
              <a:rPr lang="en-US" dirty="0"/>
              <a:t>Blest are you Father of all, </a:t>
            </a:r>
          </a:p>
          <a:p>
            <a:r>
              <a:rPr lang="en-US" dirty="0"/>
              <a:t>Heaven and earth sing your praises, </a:t>
            </a:r>
          </a:p>
          <a:p>
            <a:r>
              <a:rPr lang="en-US" dirty="0"/>
              <a:t>For your mysteries, to the simple you reveal.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843642"/>
      </p:ext>
    </p:extLst>
  </p:cSld>
  <p:clrMapOvr>
    <a:masterClrMapping/>
  </p:clrMapOvr>
</p:sld>
</file>

<file path=ppt/slides/slide2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Father, we praise you as Lord,</a:t>
            </a:r>
          </a:p>
          <a:p>
            <a:r>
              <a:rPr lang="en-US" dirty="0"/>
              <a:t>All of the earth gives you worship,</a:t>
            </a:r>
          </a:p>
          <a:p>
            <a:r>
              <a:rPr lang="en-US" dirty="0"/>
              <a:t>For your majesty fills the heavens, </a:t>
            </a:r>
          </a:p>
          <a:p>
            <a:r>
              <a:rPr lang="en-US" dirty="0"/>
              <a:t>fills the earth.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633132"/>
      </p:ext>
    </p:extLst>
  </p:cSld>
  <p:clrMapOvr>
    <a:masterClrMapping/>
  </p:clrMapOvr>
</p:sld>
</file>

<file path=ppt/slides/slide2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519 - Chinese: Hallelujah, </a:t>
            </a:r>
            <a:r>
              <a:rPr lang="en-US" sz="4400" dirty="0" err="1"/>
              <a:t>hallelu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Chinese: Hallelujah, </a:t>
            </a:r>
            <a:r>
              <a:rPr lang="en-US" dirty="0" err="1"/>
              <a:t>hallelu</a:t>
            </a:r>
            <a:r>
              <a:rPr lang="en-US" dirty="0"/>
              <a:t>,</a:t>
            </a:r>
          </a:p>
          <a:p>
            <a:r>
              <a:rPr lang="en-US" dirty="0"/>
              <a:t>Harden not your hearts but listen to God speaking,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857567"/>
      </p:ext>
    </p:extLst>
  </p:cSld>
  <p:clrMapOvr>
    <a:masterClrMapping/>
  </p:clrMapOvr>
</p:sld>
</file>

<file path=ppt/slides/slide2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520 - Classic: Hallelujah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Classic: Hallelujah, hallelujah, hallelujah</a:t>
            </a:r>
          </a:p>
          <a:p>
            <a:r>
              <a:rPr lang="en-US" dirty="0"/>
              <a:t>This is the day the Lord has made let us rejoice, be glad in it! </a:t>
            </a:r>
          </a:p>
          <a:p>
            <a:r>
              <a:rPr lang="en-US" dirty="0"/>
              <a:t>Jesus will never die again, death has no power over him.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989148"/>
      </p:ext>
    </p:extLst>
  </p:cSld>
  <p:clrMapOvr>
    <a:masterClrMapping/>
  </p:clrMapOvr>
</p:sld>
</file>

<file path=ppt/slides/slide2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521 - Come and See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Come and See: Hallelu, hallelu! </a:t>
            </a:r>
          </a:p>
          <a:p>
            <a:r>
              <a:rPr lang="fi-FI" dirty="0"/>
              <a:t>hallelujah, hallelu</a:t>
            </a:r>
          </a:p>
          <a:p>
            <a:r>
              <a:rPr lang="fi-FI" dirty="0"/>
              <a:t>Hallelu, hallelu! Hallelujah, hallelu.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577543"/>
      </p:ext>
    </p:extLst>
  </p:cSld>
  <p:clrMapOvr>
    <a:masterClrMapping/>
  </p:clrMapOvr>
</p:sld>
</file>

<file path=ppt/slides/slide2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and see, come and find, </a:t>
            </a:r>
          </a:p>
          <a:p>
            <a:r>
              <a:rPr lang="en-US" dirty="0"/>
              <a:t>Come and hear the Word of life.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290648"/>
      </p:ext>
    </p:extLst>
  </p:cSld>
  <p:clrMapOvr>
    <a:masterClrMapping/>
  </p:clrMapOvr>
</p:sld>
</file>

<file path=ppt/slides/slide2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of God, word made flesh, </a:t>
            </a:r>
          </a:p>
          <a:p>
            <a:r>
              <a:rPr lang="en-US" dirty="0"/>
              <a:t>Hallelujah, praise the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413839"/>
      </p:ext>
    </p:extLst>
  </p:cSld>
  <p:clrMapOvr>
    <a:masterClrMapping/>
  </p:clrMapOvr>
</p:sld>
</file>

<file path=ppt/slides/slide2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4F24-BD01-50D6-9DDC-8502CD9C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761-8C1B-CB05-8A68-7E567C86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41FA9-71B2-6D56-3FAF-4E921457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022875"/>
      </p:ext>
    </p:extLst>
  </p:cSld>
  <p:clrMapOvr>
    <a:masterClrMapping/>
  </p:clrMapOvr>
</p:sld>
</file>

<file path=ppt/slides/slide2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522 - East Indian: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hallelujah, hallelujah.</a:t>
            </a:r>
          </a:p>
          <a:p>
            <a:r>
              <a:rPr lang="fi-FI" dirty="0"/>
              <a:t>Hallelujah, hallelujah,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551216"/>
      </p:ext>
    </p:extLst>
  </p:cSld>
  <p:clrMapOvr>
    <a:masterClrMapping/>
  </p:clrMapOvr>
</p:sld>
</file>

<file path=ppt/slides/slide2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day the Lord has made, </a:t>
            </a:r>
          </a:p>
          <a:p>
            <a:r>
              <a:rPr lang="en-US" dirty="0"/>
              <a:t>Let us be glad and rejoice.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587846"/>
      </p:ext>
    </p:extLst>
  </p:cSld>
  <p:clrMapOvr>
    <a:masterClrMapping/>
  </p:clrMapOvr>
</p:sld>
</file>

<file path=ppt/slides/slide2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Lord, Jerusalem, </a:t>
            </a:r>
          </a:p>
          <a:p>
            <a:r>
              <a:rPr lang="en-US" dirty="0"/>
              <a:t>He sends his Word to the earth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97711"/>
      </p:ext>
    </p:extLst>
  </p:cSld>
  <p:clrMapOvr>
    <a:masterClrMapping/>
  </p:clrMapOvr>
</p:sld>
</file>

<file path=ppt/slides/slide2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precepts, Lord, are all of them sure, </a:t>
            </a:r>
          </a:p>
          <a:p>
            <a:r>
              <a:rPr lang="en-US" dirty="0"/>
              <a:t>Standing firm for ever.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132321"/>
      </p:ext>
    </p:extLst>
  </p:cSld>
  <p:clrMapOvr>
    <a:masterClrMapping/>
  </p:clrMapOvr>
</p:sld>
</file>

<file path=ppt/slides/slide2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today you hear his voice, </a:t>
            </a:r>
          </a:p>
          <a:p>
            <a:r>
              <a:rPr lang="en-US" dirty="0"/>
              <a:t>Harden not your hearts.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507280"/>
      </p:ext>
    </p:extLst>
  </p:cSld>
  <p:clrMapOvr>
    <a:masterClrMapping/>
  </p:clrMapOvr>
</p:sld>
</file>

<file path=ppt/slides/slide2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523  - Easter vigil Alleluia Psalm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Easter vigil Alleluia Psalm</a:t>
            </a:r>
          </a:p>
          <a:p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, </a:t>
            </a:r>
          </a:p>
          <a:p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, </a:t>
            </a:r>
            <a:r>
              <a:rPr lang="en-IN" dirty="0" err="1"/>
              <a:t>halleluia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39717"/>
      </p:ext>
    </p:extLst>
  </p:cSld>
  <p:clrMapOvr>
    <a:masterClrMapping/>
  </p:clrMapOvr>
</p:sld>
</file>

<file path=ppt/slides/slide2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thanks to God, </a:t>
            </a:r>
          </a:p>
          <a:p>
            <a:r>
              <a:rPr lang="en-US" dirty="0"/>
              <a:t>he the Lord is good indeed,</a:t>
            </a:r>
          </a:p>
          <a:p>
            <a:r>
              <a:rPr lang="en-US" dirty="0"/>
              <a:t>Great is his love without end.</a:t>
            </a:r>
          </a:p>
          <a:p>
            <a:r>
              <a:rPr lang="en-US" dirty="0"/>
              <a:t>And let the children of Israel proclaim:</a:t>
            </a:r>
          </a:p>
          <a:p>
            <a:r>
              <a:rPr lang="en-US" dirty="0"/>
              <a:t>“Great is his love without end.”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469080"/>
      </p:ext>
    </p:extLst>
  </p:cSld>
  <p:clrMapOvr>
    <a:masterClrMapping/>
  </p:clrMapOvr>
</p:sld>
</file>

<file path=ppt/slides/slide2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how the Lord’s hand has won the victory</a:t>
            </a:r>
          </a:p>
          <a:p>
            <a:r>
              <a:rPr lang="en-US" dirty="0"/>
              <a:t>Yes, his right hand raised me up</a:t>
            </a:r>
          </a:p>
          <a:p>
            <a:r>
              <a:rPr lang="en-US" dirty="0"/>
              <a:t>I shall not die but for ever shall I live</a:t>
            </a:r>
          </a:p>
          <a:p>
            <a:r>
              <a:rPr lang="en-US" dirty="0"/>
              <a:t>I will recount all his wonders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393465"/>
      </p:ext>
    </p:extLst>
  </p:cSld>
  <p:clrMapOvr>
    <a:masterClrMapping/>
  </p:clrMapOvr>
</p:sld>
</file>

<file path=ppt/slides/slide2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stone which the builders rejected.</a:t>
            </a:r>
          </a:p>
          <a:p>
            <a:r>
              <a:rPr lang="en-US" dirty="0"/>
              <a:t>It has become the foundation.</a:t>
            </a:r>
          </a:p>
          <a:p>
            <a:r>
              <a:rPr lang="en-US" dirty="0"/>
              <a:t>This is the work of the Lord, our God,</a:t>
            </a:r>
          </a:p>
          <a:p>
            <a:r>
              <a:rPr lang="en-US" dirty="0"/>
              <a:t>Which in our eyes is a marvel.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352940"/>
      </p:ext>
    </p:extLst>
  </p:cSld>
  <p:clrMapOvr>
    <a:masterClrMapping/>
  </p:clrMapOvr>
</p:sld>
</file>

<file path=ppt/slides/slide2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524 - God Has Spoken: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Has Spoken: </a:t>
            </a:r>
          </a:p>
          <a:p>
            <a:r>
              <a:rPr lang="en-US" dirty="0"/>
              <a:t>Hallelujah, hallelujah, hallelujah</a:t>
            </a:r>
          </a:p>
          <a:p>
            <a:r>
              <a:rPr lang="en-US" dirty="0"/>
              <a:t>God has spoken through his prophets,</a:t>
            </a:r>
          </a:p>
          <a:p>
            <a:r>
              <a:rPr lang="en-US" dirty="0"/>
              <a:t>Now he speaks through his Son.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68415"/>
      </p:ext>
    </p:extLst>
  </p:cSld>
  <p:clrMapOvr>
    <a:masterClrMapping/>
  </p:clrMapOvr>
</p:sld>
</file>

<file path=ppt/slides/slide2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525 - Gregorian: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Gregorian: Hallelujah, Hallelujah, Hallelujah</a:t>
            </a:r>
          </a:p>
          <a:p>
            <a:r>
              <a:rPr lang="en-US" dirty="0"/>
              <a:t>Show unto us, O Lord, your mercy</a:t>
            </a:r>
          </a:p>
          <a:p>
            <a:r>
              <a:rPr lang="en-US" dirty="0"/>
              <a:t>And grant us your saving help,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91829"/>
      </p:ext>
    </p:extLst>
  </p:cSld>
  <p:clrMapOvr>
    <a:masterClrMapping/>
  </p:clrMapOvr>
</p:sld>
</file>

<file path=ppt/slides/slide2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526 - Hear The Word: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hallelujah, hallelu, </a:t>
            </a:r>
          </a:p>
          <a:p>
            <a:r>
              <a:rPr lang="fi-FI" dirty="0"/>
              <a:t>hallelu, hallelujah.</a:t>
            </a:r>
          </a:p>
          <a:p>
            <a:r>
              <a:rPr lang="fi-FI" dirty="0"/>
              <a:t>Hallelujah, hallelujah, hallelu, </a:t>
            </a:r>
          </a:p>
          <a:p>
            <a:r>
              <a:rPr lang="fi-FI" dirty="0"/>
              <a:t>hallelu,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687605"/>
      </p:ext>
    </p:extLst>
  </p:cSld>
  <p:clrMapOvr>
    <a:masterClrMapping/>
  </p:clrMapOvr>
</p:sld>
</file>

<file path=ppt/slides/slide2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Hear the Word of God, keep it in your heart,</a:t>
            </a:r>
          </a:p>
          <a:p>
            <a:r>
              <a:rPr lang="en-US" dirty="0"/>
              <a:t>Bring forth fruit patiently.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542538"/>
      </p:ext>
    </p:extLst>
  </p:cSld>
  <p:clrMapOvr>
    <a:masterClrMapping/>
  </p:clrMapOvr>
</p:sld>
</file>

<file path=ppt/slides/slide2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527 - Jesus The Word: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Jesus The Word:</a:t>
            </a:r>
          </a:p>
          <a:p>
            <a:r>
              <a:rPr lang="en-IN" dirty="0"/>
              <a:t>Hallelujah, Hallelujah, Hallelujah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878540"/>
      </p:ext>
    </p:extLst>
  </p:cSld>
  <p:clrMapOvr>
    <a:masterClrMapping/>
  </p:clrMapOvr>
</p:sld>
</file>

<file path=ppt/slides/slide2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Jesus, the Word of God the Father,</a:t>
            </a:r>
          </a:p>
          <a:p>
            <a:r>
              <a:rPr lang="en-US" dirty="0"/>
              <a:t>You come to tell us of his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96209"/>
      </p:ext>
    </p:extLst>
  </p:cSld>
  <p:clrMapOvr>
    <a:masterClrMapping/>
  </p:clrMapOvr>
</p:sld>
</file>

<file path=ppt/slides/slide2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528 - Like The Deer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Hallelujah, hallelujah, hallelujah, hallelujah</a:t>
            </a:r>
          </a:p>
          <a:p>
            <a:r>
              <a:rPr lang="en-IN" dirty="0"/>
              <a:t>Hallelujah, hallelujah, hallelujah, hallelujah.</a:t>
            </a:r>
          </a:p>
          <a:p>
            <a:r>
              <a:rPr lang="en-IN" dirty="0"/>
              <a:t>Like the deer for running streams, </a:t>
            </a:r>
          </a:p>
          <a:p>
            <a:r>
              <a:rPr lang="en-IN" dirty="0"/>
              <a:t>For your Word I’m thirsting, Lord.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22164"/>
      </p:ext>
    </p:extLst>
  </p:cSld>
  <p:clrMapOvr>
    <a:masterClrMapping/>
  </p:clrMapOvr>
</p:sld>
</file>

<file path=ppt/slides/slide2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529 - Lord, Open My Eyes: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Lord, Open My Eyes:</a:t>
            </a:r>
          </a:p>
          <a:p>
            <a:r>
              <a:rPr lang="en-US" dirty="0"/>
              <a:t>Hallelujah, </a:t>
            </a:r>
            <a:r>
              <a:rPr lang="en-US" dirty="0" err="1"/>
              <a:t>hallelu</a:t>
            </a:r>
            <a:r>
              <a:rPr lang="en-US" dirty="0"/>
              <a:t>, hallelujah</a:t>
            </a:r>
          </a:p>
          <a:p>
            <a:r>
              <a:rPr lang="en-US" dirty="0"/>
              <a:t>Lord open my eyes </a:t>
            </a:r>
          </a:p>
          <a:p>
            <a:r>
              <a:rPr lang="en-US" dirty="0"/>
              <a:t>to the wonders of your Word</a:t>
            </a:r>
          </a:p>
          <a:p>
            <a:r>
              <a:rPr lang="en-US" dirty="0"/>
              <a:t>O bend my heart to do your will.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942380"/>
      </p:ext>
    </p:extLst>
  </p:cSld>
  <p:clrMapOvr>
    <a:masterClrMapping/>
  </p:clrMapOvr>
</p:sld>
</file>

<file path=ppt/slides/slide2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530 - Melchizedek: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Hallelujah, Hallelujah, Hallelujah.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171648"/>
      </p:ext>
    </p:extLst>
  </p:cSld>
  <p:clrMapOvr>
    <a:masterClrMapping/>
  </p:clrMapOvr>
</p:sld>
</file>

<file path=ppt/slides/slide2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 his message loud and clear, alleluia! </a:t>
            </a:r>
          </a:p>
          <a:p>
            <a:r>
              <a:rPr lang="en-US" dirty="0"/>
              <a:t>Jesus Christ our Lord is near,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487513"/>
      </p:ext>
    </p:extLst>
  </p:cSld>
  <p:clrMapOvr>
    <a:masterClrMapping/>
  </p:clrMapOvr>
</p:sld>
</file>

<file path=ppt/slides/slide2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is the Lord of life, alleluia! </a:t>
            </a:r>
          </a:p>
          <a:p>
            <a:r>
              <a:rPr lang="en-US" dirty="0"/>
              <a:t>Rising over death and strife,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491468"/>
      </p:ext>
    </p:extLst>
  </p:cSld>
  <p:clrMapOvr>
    <a:masterClrMapping/>
  </p:clrMapOvr>
</p:sld>
</file>

<file path=ppt/slides/slide2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Speak to us, Eternal Word, alleluia!</a:t>
            </a:r>
          </a:p>
          <a:p>
            <a:r>
              <a:rPr lang="en-US" dirty="0"/>
              <a:t>Word made flesh, we long for you,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117056"/>
      </p:ext>
    </p:extLst>
  </p:cSld>
  <p:clrMapOvr>
    <a:masterClrMapping/>
  </p:clrMapOvr>
</p:sld>
</file>

<file path=ppt/slides/slide2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Feasts of Blessed Virgin Mary </a:t>
            </a:r>
          </a:p>
          <a:p>
            <a:endParaRPr lang="en-US" dirty="0"/>
          </a:p>
          <a:p>
            <a:r>
              <a:rPr lang="en-US" dirty="0"/>
              <a:t>Hail, O Mary, full of grace, alleluia!</a:t>
            </a:r>
          </a:p>
          <a:p>
            <a:r>
              <a:rPr lang="en-US" dirty="0"/>
              <a:t>Blest are you of women all,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345883"/>
      </p:ext>
    </p:extLst>
  </p:cSld>
  <p:clrMapOvr>
    <a:masterClrMapping/>
  </p:clrMapOvr>
</p:sld>
</file>

<file path=ppt/slides/slide2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God has done great things for you, alleluia! </a:t>
            </a:r>
          </a:p>
          <a:p>
            <a:r>
              <a:rPr lang="en-US" dirty="0"/>
              <a:t>You have won God’s </a:t>
            </a:r>
            <a:r>
              <a:rPr lang="en-US" dirty="0" err="1"/>
              <a:t>favour</a:t>
            </a:r>
            <a:r>
              <a:rPr lang="en-US" dirty="0"/>
              <a:t>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36958"/>
      </p:ext>
    </p:extLst>
  </p:cSld>
  <p:clrMapOvr>
    <a:masterClrMapping/>
  </p:clrMapOvr>
</p:sld>
</file>

<file path=ppt/slides/slide2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nations, bless your name, alleluia! </a:t>
            </a:r>
          </a:p>
          <a:p>
            <a:r>
              <a:rPr lang="en-US" dirty="0"/>
              <a:t>All the peoples sing your fame, alleluia!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217979"/>
      </p:ext>
    </p:extLst>
  </p:cSld>
  <p:clrMapOvr>
    <a:masterClrMapping/>
  </p:clrMapOvr>
</p:sld>
</file>

<file path=ppt/slides/slide2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531 - Not Your Hearts: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hallelujah, harden not your hearts </a:t>
            </a:r>
          </a:p>
          <a:p>
            <a:r>
              <a:rPr lang="en-US" dirty="0"/>
              <a:t>But listen to God speaking,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511352"/>
      </p:ext>
    </p:extLst>
  </p:cSld>
  <p:clrMapOvr>
    <a:masterClrMapping/>
  </p:clrMapOvr>
</p:sld>
</file>

<file path=ppt/slides/slide2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hallelujah, He will not delay;</a:t>
            </a:r>
          </a:p>
          <a:p>
            <a:r>
              <a:rPr lang="en-US" dirty="0"/>
              <a:t>So keep your lamps </a:t>
            </a:r>
            <a:r>
              <a:rPr lang="en-US" dirty="0" err="1"/>
              <a:t>aburning</a:t>
            </a:r>
            <a:r>
              <a:rPr lang="en-US" dirty="0"/>
              <a:t>, hallelujah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3855144"/>
      </p:ext>
    </p:extLst>
  </p:cSld>
  <p:clrMapOvr>
    <a:masterClrMapping/>
  </p:clrMapOvr>
</p:sld>
</file>

<file path=ppt/slides/slide2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hallelujah, O Emmanuel, </a:t>
            </a:r>
          </a:p>
          <a:p>
            <a:r>
              <a:rPr lang="en-US" dirty="0"/>
              <a:t>Your name means “God is with us” hallelujah.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951364"/>
      </p:ext>
    </p:extLst>
  </p:cSld>
  <p:clrMapOvr>
    <a:masterClrMapping/>
  </p:clrMapOvr>
</p:sld>
</file>

<file path=ppt/slides/slide2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532 - Open Our Hearts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Hallelujah, hallelujah, hallelujah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Open our hearts to hear your word,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hallelu</a:t>
            </a:r>
            <a:r>
              <a:rPr lang="en-US" dirty="0"/>
              <a:t>, hallelujah.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Lord, bend my heart to do your will,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hallelu</a:t>
            </a:r>
            <a:r>
              <a:rPr lang="en-US" dirty="0"/>
              <a:t>, hallelujah.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Open my eyes to see your law,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hallelu</a:t>
            </a:r>
            <a:r>
              <a:rPr lang="en-US" dirty="0"/>
              <a:t>, hallelujah.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858727"/>
      </p:ext>
    </p:extLst>
  </p:cSld>
  <p:clrMapOvr>
    <a:masterClrMapping/>
  </p:clrMapOvr>
</p:sld>
</file>

<file path=ppt/slides/slide2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533 - Open Wide: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Wide: Hallelujah, hallelujah!</a:t>
            </a:r>
          </a:p>
          <a:p>
            <a:r>
              <a:rPr lang="en-US" dirty="0"/>
              <a:t>Open wide your hearts to him, </a:t>
            </a:r>
          </a:p>
          <a:p>
            <a:r>
              <a:rPr lang="en-US" dirty="0"/>
              <a:t>Hallelujah, hallelujah,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937134"/>
      </p:ext>
    </p:extLst>
  </p:cSld>
  <p:clrMapOvr>
    <a:masterClrMapping/>
  </p:clrMapOvr>
</p:sld>
</file>

<file path=ppt/slides/slide2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534 - Praise The Lord: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hallelujah, hallelujah,</a:t>
            </a:r>
          </a:p>
          <a:p>
            <a:r>
              <a:rPr lang="fi-FI" dirty="0"/>
              <a:t>Hallelujah, hallelujah,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462844"/>
      </p:ext>
    </p:extLst>
  </p:cSld>
  <p:clrMapOvr>
    <a:masterClrMapping/>
  </p:clrMapOvr>
</p:sld>
</file>

<file path=ppt/slides/slide2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the Lord Almighty, all you nations:</a:t>
            </a:r>
          </a:p>
          <a:p>
            <a:r>
              <a:rPr lang="en-US" dirty="0"/>
              <a:t>Great his deeds, </a:t>
            </a:r>
          </a:p>
          <a:p>
            <a:r>
              <a:rPr lang="en-US" dirty="0"/>
              <a:t>true his ways, merciful his love.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834482"/>
      </p:ext>
    </p:extLst>
  </p:cSld>
  <p:clrMapOvr>
    <a:masterClrMapping/>
  </p:clrMapOvr>
</p:sld>
</file>

<file path=ppt/slides/slide2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535 - Seek Ye First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hallelu, hallelujah, </a:t>
            </a:r>
          </a:p>
          <a:p>
            <a:r>
              <a:rPr lang="fi-FI" dirty="0"/>
              <a:t>hallelujah, hallelujah,</a:t>
            </a:r>
          </a:p>
          <a:p>
            <a:r>
              <a:rPr lang="fi-FI" dirty="0"/>
              <a:t>Hallelujah, hallelu, hallelujah, </a:t>
            </a:r>
          </a:p>
          <a:p>
            <a:r>
              <a:rPr lang="fi-FI" dirty="0"/>
              <a:t>hallelujah, hallelujah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172037"/>
      </p:ext>
    </p:extLst>
  </p:cSld>
  <p:clrMapOvr>
    <a:masterClrMapping/>
  </p:clrMapOvr>
</p:sld>
</file>

<file path=ppt/slides/slide2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Seek ye first the kingdom of God </a:t>
            </a:r>
          </a:p>
          <a:p>
            <a:r>
              <a:rPr lang="en-US" dirty="0"/>
              <a:t>and his righteousness</a:t>
            </a:r>
          </a:p>
          <a:p>
            <a:r>
              <a:rPr lang="en-US" dirty="0"/>
              <a:t>And all these things shall be added unto you,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613024"/>
      </p:ext>
    </p:extLst>
  </p:cSld>
  <p:clrMapOvr>
    <a:masterClrMapping/>
  </p:clrMapOvr>
</p:sld>
</file>

<file path=ppt/slides/slide2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536 - Show Me Your Way: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hallelu, hallelujah, </a:t>
            </a:r>
          </a:p>
          <a:p>
            <a:r>
              <a:rPr lang="fi-FI" dirty="0"/>
              <a:t>hallelujah, hallelujah.</a:t>
            </a:r>
          </a:p>
          <a:p>
            <a:r>
              <a:rPr lang="fi-FI" dirty="0"/>
              <a:t>Hallelujah, hallelu, hallelujah, </a:t>
            </a:r>
          </a:p>
          <a:p>
            <a:r>
              <a:rPr lang="fi-FI" dirty="0"/>
              <a:t>hallelujah,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092952"/>
      </p:ext>
    </p:extLst>
  </p:cSld>
  <p:clrMapOvr>
    <a:masterClrMapping/>
  </p:clrMapOvr>
</p:sld>
</file>

<file path=ppt/slides/slide2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me your way, O Lord, </a:t>
            </a:r>
          </a:p>
          <a:p>
            <a:r>
              <a:rPr lang="en-US" dirty="0"/>
              <a:t>guide me along your path</a:t>
            </a:r>
          </a:p>
          <a:p>
            <a:r>
              <a:rPr lang="en-US" dirty="0"/>
              <a:t>Bend my heart to your will, </a:t>
            </a:r>
          </a:p>
          <a:p>
            <a:r>
              <a:rPr lang="en-US" dirty="0"/>
              <a:t>teach me your decrees.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727832"/>
      </p:ext>
    </p:extLst>
  </p:cSld>
  <p:clrMapOvr>
    <a:masterClrMapping/>
  </p:clrMapOvr>
</p:sld>
</file>

<file path=ppt/slides/slide2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 am the way”, he says, </a:t>
            </a:r>
          </a:p>
          <a:p>
            <a:r>
              <a:rPr lang="en-US" dirty="0"/>
              <a:t>“I am the truth and life,</a:t>
            </a:r>
          </a:p>
          <a:p>
            <a:r>
              <a:rPr lang="en-US" dirty="0"/>
              <a:t>None to the Father comes, </a:t>
            </a:r>
          </a:p>
          <a:p>
            <a:r>
              <a:rPr lang="en-US" dirty="0"/>
              <a:t>but only through me”.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170754"/>
      </p:ext>
    </p:extLst>
  </p:cSld>
  <p:clrMapOvr>
    <a:masterClrMapping/>
  </p:clrMapOvr>
</p:sld>
</file>

<file path=ppt/slides/slide2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537 - Show Me, Lord: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hallelujah.</a:t>
            </a:r>
          </a:p>
          <a:p>
            <a:r>
              <a:rPr lang="en-US" dirty="0"/>
              <a:t>Show me, Lord, your way, </a:t>
            </a:r>
          </a:p>
          <a:p>
            <a:r>
              <a:rPr lang="en-US" dirty="0"/>
              <a:t>bend my heart to your will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949082"/>
      </p:ext>
    </p:extLst>
  </p:cSld>
  <p:clrMapOvr>
    <a:masterClrMapping/>
  </p:clrMapOvr>
</p:sld>
</file>

<file path=ppt/slides/slide2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538 - Speak, O Lord: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hallelujah, hallelujah,</a:t>
            </a:r>
          </a:p>
          <a:p>
            <a:r>
              <a:rPr lang="en-US" dirty="0"/>
              <a:t>Speak, O Lord, for your servant hears,</a:t>
            </a:r>
          </a:p>
          <a:p>
            <a:r>
              <a:rPr lang="en-US" dirty="0"/>
              <a:t>Speak, living Word, touch our hearts.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246666"/>
      </p:ext>
    </p:extLst>
  </p:cSld>
  <p:clrMapOvr>
    <a:masterClrMapping/>
  </p:clrMapOvr>
</p:sld>
</file>

<file path=ppt/slides/slide2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539 - Spirit of God: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Hallelujah, hallelu, hallelujah, hallelu, </a:t>
            </a:r>
          </a:p>
          <a:p>
            <a:r>
              <a:rPr lang="fi-FI" dirty="0"/>
              <a:t>Hallelujah, hallelujah, hallelu, hallelujah.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672043"/>
      </p:ext>
    </p:extLst>
  </p:cSld>
  <p:clrMapOvr>
    <a:masterClrMapping/>
  </p:clrMapOvr>
</p:sld>
</file>

<file path=ppt/slides/slide2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Spirit of God is poured upon us, </a:t>
            </a:r>
          </a:p>
          <a:p>
            <a:r>
              <a:rPr lang="en-US" dirty="0"/>
              <a:t>The Spirit of counsel and of might</a:t>
            </a:r>
          </a:p>
          <a:p>
            <a:r>
              <a:rPr lang="en-US" dirty="0"/>
              <a:t>Of wisdom and love and fear of the Lord, </a:t>
            </a:r>
          </a:p>
          <a:p>
            <a:r>
              <a:rPr lang="en-US" dirty="0"/>
              <a:t>Of knowledge and understanding.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982068"/>
      </p:ext>
    </p:extLst>
  </p:cSld>
  <p:clrMapOvr>
    <a:masterClrMapping/>
  </p:clrMapOvr>
</p:sld>
</file>

<file path=ppt/slides/slide2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540 - Spirit of God : (For Weddings)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sign of God’s love is Jesus the Lord:</a:t>
            </a:r>
          </a:p>
          <a:p>
            <a:r>
              <a:rPr lang="en-US" dirty="0"/>
              <a:t>In him is revealed that God is love;</a:t>
            </a:r>
          </a:p>
          <a:p>
            <a:r>
              <a:rPr lang="en-US" dirty="0"/>
              <a:t>And now love is seen in husband and wife:</a:t>
            </a:r>
          </a:p>
          <a:p>
            <a:r>
              <a:rPr lang="en-US" dirty="0"/>
              <a:t>Through them is our love perfected.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836840"/>
      </p:ext>
    </p:extLst>
  </p:cSld>
  <p:clrMapOvr>
    <a:masterClrMapping/>
  </p:clrMapOvr>
</p:sld>
</file>

<file path=ppt/slides/slide2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541 - Teach Me: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Hallelujah, hallelujah, hallelujah</a:t>
            </a:r>
          </a:p>
          <a:p>
            <a:r>
              <a:rPr lang="en-US" dirty="0"/>
              <a:t>Teach me to keep your precepts, </a:t>
            </a:r>
          </a:p>
          <a:p>
            <a:r>
              <a:rPr lang="en-US" dirty="0"/>
              <a:t>Keep them with all my heart.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739464"/>
      </p:ext>
    </p:extLst>
  </p:cSld>
  <p:clrMapOvr>
    <a:masterClrMapping/>
  </p:clrMapOvr>
</p:sld>
</file>

<file path=ppt/slides/slide2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542 - Your Word Stands Firm: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Hallelujah, hallelujah, hallelujah, hallelujah.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51397"/>
      </p:ext>
    </p:extLst>
  </p:cSld>
  <p:clrMapOvr>
    <a:masterClrMapping/>
  </p:clrMapOvr>
</p:sld>
</file>

<file path=ppt/slides/slide2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word stands firm forever,</a:t>
            </a:r>
          </a:p>
          <a:p>
            <a:r>
              <a:rPr lang="en-US" dirty="0"/>
              <a:t>Your truth, O Lord, is everlasting</a:t>
            </a:r>
          </a:p>
          <a:p>
            <a:r>
              <a:rPr lang="en-US" dirty="0"/>
              <a:t>Your law, my joy, my true delight.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743023"/>
      </p:ext>
    </p:extLst>
  </p:cSld>
  <p:clrMapOvr>
    <a:masterClrMapping/>
  </p:clrMapOvr>
</p:sld>
</file>

<file path=ppt/slides/slide2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word, a lamp to guide my steps,</a:t>
            </a:r>
          </a:p>
          <a:p>
            <a:r>
              <a:rPr lang="en-US" dirty="0"/>
              <a:t>A light to shine on paths of darkness</a:t>
            </a:r>
          </a:p>
          <a:p>
            <a:r>
              <a:rPr lang="en-US" dirty="0"/>
              <a:t>I place my trust in your command.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732502"/>
      </p:ext>
    </p:extLst>
  </p:cSld>
  <p:clrMapOvr>
    <a:masterClrMapping/>
  </p:clrMapOvr>
</p:sld>
</file>

<file path=ppt/slides/slide2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543 - Glory and praise to you,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and praise to you, </a:t>
            </a:r>
          </a:p>
          <a:p>
            <a:r>
              <a:rPr lang="en-US" dirty="0"/>
              <a:t>O Lord Jesus Christ! - 2</a:t>
            </a:r>
          </a:p>
          <a:p>
            <a:r>
              <a:rPr lang="en-US" dirty="0"/>
              <a:t>One does not live on bread alone </a:t>
            </a:r>
          </a:p>
          <a:p>
            <a:r>
              <a:rPr lang="en-US" dirty="0"/>
              <a:t>But on every word that comes from God!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966183"/>
      </p:ext>
    </p:extLst>
  </p:cSld>
  <p:clrMapOvr>
    <a:masterClrMapping/>
  </p:clrMapOvr>
</p:sld>
</file>

<file path=ppt/slides/slide2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544 - Glory to you,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Glory to you, O Christ, </a:t>
            </a:r>
          </a:p>
          <a:p>
            <a:r>
              <a:rPr lang="en-US" dirty="0"/>
              <a:t>you are the Word of God! - 2</a:t>
            </a:r>
          </a:p>
          <a:p>
            <a:r>
              <a:rPr lang="en-US" dirty="0"/>
              <a:t>My soul is waiting for the Lord,</a:t>
            </a:r>
          </a:p>
          <a:p>
            <a:r>
              <a:rPr lang="en-US" dirty="0"/>
              <a:t> I count on his word;</a:t>
            </a:r>
          </a:p>
          <a:p>
            <a:r>
              <a:rPr lang="en-US" dirty="0"/>
              <a:t>Because with the Lord there is mercy and fullness of redemption.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2269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044770"/>
      </p:ext>
    </p:extLst>
  </p:cSld>
  <p:clrMapOvr>
    <a:masterClrMapping/>
  </p:clrMapOvr>
</p:sld>
</file>

<file path=ppt/slides/slide2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545 - Praise and honour to you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and honour to you, </a:t>
            </a:r>
          </a:p>
          <a:p>
            <a:r>
              <a:rPr lang="en-US" dirty="0"/>
              <a:t>Lord Jesus Christ! - 2</a:t>
            </a:r>
          </a:p>
          <a:p>
            <a:r>
              <a:rPr lang="en-US" dirty="0"/>
              <a:t>Harden not your hearts but hear his voice.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2270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588113"/>
      </p:ext>
    </p:extLst>
  </p:cSld>
  <p:clrMapOvr>
    <a:masterClrMapping/>
  </p:clrMapOvr>
</p:sld>
</file>

<file path=ppt/slides/slide2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9E57-A519-31AC-9882-644EFE9D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546 - Praise to you,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035A-60BD-8F4A-95DF-7A4C81E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Praise to you, O Christ King of eternal glory! - 2</a:t>
            </a:r>
          </a:p>
          <a:p>
            <a:r>
              <a:rPr lang="en-US" dirty="0"/>
              <a:t>Shake off all your sins, </a:t>
            </a:r>
          </a:p>
          <a:p>
            <a:r>
              <a:rPr lang="en-US" dirty="0"/>
              <a:t>put on new heart and spirit.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EE42E-AA4F-31AC-6A62-657B566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1A652-A11F-4A36-BF1E-93C57D215B02}" type="slidenum">
              <a:rPr lang="en-IN" smtClean="0"/>
              <a:pPr/>
              <a:t>2271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476258"/>
      </p:ext>
    </p:extLst>
  </p:cSld>
  <p:clrMapOvr>
    <a:masterClrMapping/>
  </p:clrMapOvr>
</p:sld>
</file>

<file path=ppt/slides/slide2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1857" y="228600"/>
            <a:ext cx="4730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 </a:t>
            </a:r>
            <a:r>
              <a:rPr lang="en-US" sz="3600" b="1" dirty="0">
                <a:solidFill>
                  <a:schemeClr val="bg1"/>
                </a:solidFill>
              </a:rPr>
              <a:t>000 - </a:t>
            </a:r>
            <a:r>
              <a:rPr sz="3600" b="1" dirty="0"/>
              <a:t>PENETENIAL 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05840"/>
            <a:ext cx="11507821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000"/>
            </a:pPr>
            <a:r>
              <a:rPr dirty="0"/>
              <a:t>I confess to almighty God and to you, my brothers and sisters,</a:t>
            </a:r>
            <a:r>
              <a:rPr lang="en-US" dirty="0"/>
              <a:t> </a:t>
            </a:r>
            <a:r>
              <a:rPr dirty="0"/>
              <a:t>that I 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have greatly sinned, in my thoughts and in my words,</a:t>
            </a:r>
            <a:r>
              <a:rPr lang="en-US" dirty="0"/>
              <a:t> </a:t>
            </a:r>
            <a:r>
              <a:rPr dirty="0"/>
              <a:t>in what I have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done and in what I have failed to do,</a:t>
            </a:r>
            <a:r>
              <a:rPr lang="en-US" dirty="0"/>
              <a:t> </a:t>
            </a:r>
            <a:r>
              <a:rPr dirty="0"/>
              <a:t>through my fault, through my</a:t>
            </a:r>
            <a:r>
              <a:rPr lang="en-US" dirty="0"/>
              <a:t> </a:t>
            </a:r>
            <a:r>
              <a:rPr dirty="0"/>
              <a:t>fault,</a:t>
            </a:r>
            <a:r>
              <a:rPr lang="en-US" dirty="0"/>
              <a:t> 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through my most grievous fault;</a:t>
            </a:r>
            <a:r>
              <a:rPr lang="en-US" dirty="0"/>
              <a:t> </a:t>
            </a:r>
            <a:r>
              <a:rPr dirty="0"/>
              <a:t>therefore I ask blessed Mary ever-Virgin, 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all the Angels and Saints,</a:t>
            </a:r>
            <a:r>
              <a:rPr lang="en-US" dirty="0"/>
              <a:t> </a:t>
            </a:r>
            <a:r>
              <a:rPr dirty="0"/>
              <a:t>and you, my brothers and sisters, to pray for me 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to the Lord our God.</a:t>
            </a:r>
            <a:r>
              <a:rPr lang="en-US" dirty="0"/>
              <a:t> </a:t>
            </a:r>
            <a:r>
              <a:rPr dirty="0"/>
              <a:t>May almighty God have mercy on us, forgive us our</a:t>
            </a:r>
            <a:r>
              <a:rPr lang="en-US" dirty="0"/>
              <a:t> 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sins, and bring us to everlasting life.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Amen.</a:t>
            </a:r>
          </a:p>
        </p:txBody>
      </p:sp>
    </p:spTree>
  </p:cSld>
  <p:clrMapOvr>
    <a:masterClrMapping/>
  </p:clrMapOvr>
</p:sld>
</file>

<file path=ppt/slides/slide2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3947" y="228600"/>
            <a:ext cx="41136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 001 </a:t>
            </a:r>
            <a:r>
              <a:rPr lang="en-US" sz="3600" b="1" u="sng" dirty="0">
                <a:solidFill>
                  <a:schemeClr val="bg1"/>
                </a:solidFill>
              </a:rPr>
              <a:t>- </a:t>
            </a:r>
            <a:r>
              <a:rPr sz="3600" b="1" dirty="0"/>
              <a:t>NICENE</a:t>
            </a:r>
            <a:r>
              <a:rPr sz="3600" b="1" u="sng" dirty="0"/>
              <a:t> </a:t>
            </a:r>
            <a:r>
              <a:rPr sz="3600" b="1" dirty="0"/>
              <a:t>CREED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" y="1000003"/>
            <a:ext cx="11734800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000"/>
            </a:pPr>
            <a:r>
              <a:rPr dirty="0"/>
              <a:t>I believe in one God,</a:t>
            </a:r>
            <a:r>
              <a:rPr lang="en-US" dirty="0"/>
              <a:t> </a:t>
            </a:r>
            <a:r>
              <a:rPr dirty="0"/>
              <a:t>the Father almighty,</a:t>
            </a:r>
            <a:r>
              <a:rPr lang="en-US" dirty="0"/>
              <a:t> </a:t>
            </a:r>
            <a:r>
              <a:rPr dirty="0"/>
              <a:t>maker of heaven and earth,</a:t>
            </a:r>
            <a:r>
              <a:rPr lang="en-US" dirty="0"/>
              <a:t> 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of all things visible and invisible.</a:t>
            </a:r>
            <a:r>
              <a:rPr lang="en-US" dirty="0"/>
              <a:t> </a:t>
            </a:r>
            <a:r>
              <a:rPr dirty="0"/>
              <a:t>I believe in one Lord Jesus Christ,</a:t>
            </a:r>
            <a:r>
              <a:rPr lang="en-US" dirty="0"/>
              <a:t> </a:t>
            </a:r>
            <a:r>
              <a:rPr dirty="0"/>
              <a:t>the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Only Begotten Son of God,</a:t>
            </a:r>
            <a:r>
              <a:rPr lang="en-US" dirty="0"/>
              <a:t> </a:t>
            </a:r>
            <a:r>
              <a:rPr dirty="0"/>
              <a:t>born of the Father before all ages</a:t>
            </a:r>
            <a:r>
              <a:rPr lang="en-US" dirty="0"/>
              <a:t> </a:t>
            </a:r>
            <a:r>
              <a:rPr dirty="0"/>
              <a:t>God from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God,</a:t>
            </a:r>
            <a:r>
              <a:rPr lang="en-US" dirty="0"/>
              <a:t> </a:t>
            </a:r>
            <a:r>
              <a:rPr dirty="0"/>
              <a:t>Light from Light,</a:t>
            </a:r>
            <a:r>
              <a:rPr lang="en-US" dirty="0"/>
              <a:t> </a:t>
            </a:r>
            <a:r>
              <a:rPr dirty="0"/>
              <a:t>true God from true God,</a:t>
            </a:r>
            <a:r>
              <a:rPr lang="en-US" dirty="0"/>
              <a:t> </a:t>
            </a:r>
            <a:r>
              <a:rPr dirty="0"/>
              <a:t>begotten, not made,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consubstantial with the Father;</a:t>
            </a:r>
            <a:r>
              <a:rPr lang="en-US" dirty="0"/>
              <a:t> </a:t>
            </a:r>
            <a:r>
              <a:rPr dirty="0"/>
              <a:t>through him all things were made.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For us men and for our salvation</a:t>
            </a:r>
            <a:r>
              <a:rPr lang="en-US" dirty="0"/>
              <a:t> </a:t>
            </a:r>
            <a:r>
              <a:rPr dirty="0"/>
              <a:t>he came down from heaven,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and by the Holy Spirit was incarnate of the Virgin Mary,</a:t>
            </a:r>
            <a:r>
              <a:rPr lang="en-IN" dirty="0"/>
              <a:t> and became man.</a:t>
            </a:r>
          </a:p>
          <a:p>
            <a:pPr algn="ctr">
              <a:spcAft>
                <a:spcPts val="2000"/>
              </a:spcAft>
              <a:defRPr sz="3000"/>
            </a:pPr>
            <a:endParaRPr dirty="0"/>
          </a:p>
        </p:txBody>
      </p:sp>
    </p:spTree>
  </p:cSld>
  <p:clrMapOvr>
    <a:masterClrMapping/>
  </p:clrMapOvr>
</p:sld>
</file>

<file path=ppt/slides/slide2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440" y="1005840"/>
            <a:ext cx="11247120" cy="62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/>
            </a:pPr>
            <a:r>
              <a:rPr dirty="0"/>
              <a:t>For our sake he was crucified under Pontius Pilate,</a:t>
            </a:r>
            <a:r>
              <a:rPr lang="en-US" dirty="0"/>
              <a:t> </a:t>
            </a:r>
            <a:r>
              <a:rPr dirty="0"/>
              <a:t>he suffered</a:t>
            </a:r>
            <a:r>
              <a:rPr lang="en-US" dirty="0"/>
              <a:t> </a:t>
            </a:r>
            <a:r>
              <a:rPr dirty="0"/>
              <a:t>death 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and was buried,</a:t>
            </a:r>
            <a:r>
              <a:rPr lang="en-US" dirty="0"/>
              <a:t> </a:t>
            </a:r>
            <a:r>
              <a:rPr dirty="0"/>
              <a:t>and rose again on the third day</a:t>
            </a:r>
            <a:r>
              <a:rPr lang="en-US" dirty="0"/>
              <a:t> </a:t>
            </a:r>
            <a:r>
              <a:rPr dirty="0"/>
              <a:t>in accordance with the 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Scriptures.</a:t>
            </a:r>
            <a:r>
              <a:rPr lang="en-US" dirty="0"/>
              <a:t> </a:t>
            </a:r>
            <a:r>
              <a:rPr dirty="0"/>
              <a:t>He ascended into heaven and is seated at the right hand of 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the Father.</a:t>
            </a:r>
            <a:r>
              <a:rPr lang="en-US" dirty="0"/>
              <a:t> </a:t>
            </a:r>
            <a:r>
              <a:rPr dirty="0"/>
              <a:t>He will come again in glory to judge the living and the dead</a:t>
            </a:r>
          </a:p>
          <a:p>
            <a:pPr>
              <a:spcAft>
                <a:spcPts val="2000"/>
              </a:spcAft>
              <a:defRPr sz="3000"/>
            </a:pPr>
            <a:r>
              <a:rPr dirty="0"/>
              <a:t>and his kingdom will have no end.</a:t>
            </a:r>
            <a:r>
              <a:rPr lang="en-US" dirty="0"/>
              <a:t> </a:t>
            </a:r>
            <a:r>
              <a:rPr dirty="0"/>
              <a:t>I believe in the Holy Spirit,</a:t>
            </a:r>
            <a:r>
              <a:rPr lang="en-US" dirty="0"/>
              <a:t> </a:t>
            </a:r>
            <a:r>
              <a:rPr dirty="0"/>
              <a:t>the Lord, 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the giver of life,</a:t>
            </a:r>
            <a:r>
              <a:rPr lang="en-US" dirty="0"/>
              <a:t> </a:t>
            </a:r>
            <a:r>
              <a:rPr dirty="0"/>
              <a:t>who proceeds from the Father and the Son, who with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the Father and the Son</a:t>
            </a:r>
            <a:r>
              <a:rPr lang="en-US" dirty="0"/>
              <a:t> is adored and glorified, who has spoken through </a:t>
            </a:r>
          </a:p>
          <a:p>
            <a:pPr algn="ctr">
              <a:spcAft>
                <a:spcPts val="2000"/>
              </a:spcAft>
              <a:defRPr sz="3000"/>
            </a:pPr>
            <a:r>
              <a:rPr lang="en-US" dirty="0"/>
              <a:t>the prophets.</a:t>
            </a:r>
          </a:p>
          <a:p>
            <a:pPr>
              <a:spcAft>
                <a:spcPts val="2000"/>
              </a:spcAft>
              <a:defRPr sz="3000"/>
            </a:pPr>
            <a:endParaRPr dirty="0"/>
          </a:p>
        </p:txBody>
      </p:sp>
    </p:spTree>
  </p:cSld>
  <p:clrMapOvr>
    <a:masterClrMapping/>
  </p:clrMapOvr>
</p:sld>
</file>

<file path=ppt/slides/slide2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1813235"/>
            <a:ext cx="112471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000"/>
            </a:pPr>
            <a:r>
              <a:rPr dirty="0"/>
              <a:t>I believe in one, holy, catholic and apostolic Church.</a:t>
            </a:r>
            <a:r>
              <a:rPr lang="en-US" dirty="0"/>
              <a:t> </a:t>
            </a:r>
            <a:r>
              <a:rPr dirty="0"/>
              <a:t>I confess one </a:t>
            </a:r>
            <a:endParaRPr lang="en-US" dirty="0"/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Baptism for the forgiveness of sins</a:t>
            </a:r>
            <a:r>
              <a:rPr lang="en-US" dirty="0"/>
              <a:t> </a:t>
            </a:r>
            <a:r>
              <a:rPr dirty="0"/>
              <a:t>and I look forward to the</a:t>
            </a:r>
            <a:r>
              <a:rPr lang="en-US" dirty="0"/>
              <a:t> 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resurrection of the dead</a:t>
            </a:r>
            <a:r>
              <a:rPr lang="en-US" dirty="0"/>
              <a:t> </a:t>
            </a:r>
            <a:r>
              <a:rPr dirty="0"/>
              <a:t>and the life of the world to come.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Amen.</a:t>
            </a:r>
          </a:p>
        </p:txBody>
      </p:sp>
    </p:spTree>
  </p:cSld>
  <p:clrMapOvr>
    <a:masterClrMapping/>
  </p:clrMapOvr>
</p:sld>
</file>

<file path=ppt/slides/slide2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9204" y="0"/>
            <a:ext cx="47105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 002 - </a:t>
            </a:r>
            <a:r>
              <a:rPr sz="3600" b="1" dirty="0"/>
              <a:t>APOSTLES' CREED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9573" y="950393"/>
            <a:ext cx="11247120" cy="62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/>
            </a:pPr>
            <a:r>
              <a:rPr dirty="0"/>
              <a:t>I believe in God,</a:t>
            </a:r>
            <a:r>
              <a:rPr lang="en-US" dirty="0"/>
              <a:t> </a:t>
            </a:r>
            <a:r>
              <a:rPr dirty="0"/>
              <a:t>the Father almighty,</a:t>
            </a:r>
            <a:r>
              <a:rPr lang="en-US" dirty="0"/>
              <a:t> </a:t>
            </a:r>
            <a:r>
              <a:rPr dirty="0"/>
              <a:t>Creator of heaven and earth,</a:t>
            </a:r>
          </a:p>
          <a:p>
            <a:pPr>
              <a:spcAft>
                <a:spcPts val="2000"/>
              </a:spcAft>
              <a:defRPr sz="3000"/>
            </a:pPr>
            <a:r>
              <a:rPr dirty="0"/>
              <a:t>and in Jesus Christ,</a:t>
            </a:r>
            <a:r>
              <a:rPr lang="en-US" dirty="0"/>
              <a:t> </a:t>
            </a:r>
            <a:r>
              <a:rPr dirty="0"/>
              <a:t>his only Son, our Lord,</a:t>
            </a:r>
            <a:r>
              <a:rPr lang="en-US" dirty="0"/>
              <a:t> </a:t>
            </a:r>
            <a:r>
              <a:rPr dirty="0"/>
              <a:t>who was conceived by the </a:t>
            </a:r>
            <a:endParaRPr lang="en-US" dirty="0"/>
          </a:p>
          <a:p>
            <a:pPr>
              <a:spcAft>
                <a:spcPts val="2000"/>
              </a:spcAft>
              <a:defRPr sz="3000"/>
            </a:pPr>
            <a:r>
              <a:rPr dirty="0"/>
              <a:t>Holy Spirit,</a:t>
            </a:r>
            <a:r>
              <a:rPr lang="en-US" dirty="0"/>
              <a:t> </a:t>
            </a:r>
            <a:r>
              <a:rPr dirty="0"/>
              <a:t>born of the Virgin Mary,</a:t>
            </a:r>
            <a:r>
              <a:rPr lang="en-US" dirty="0"/>
              <a:t> </a:t>
            </a:r>
            <a:r>
              <a:rPr dirty="0"/>
              <a:t>suffered under Pontius Pilate,</a:t>
            </a:r>
          </a:p>
          <a:p>
            <a:pPr>
              <a:spcAft>
                <a:spcPts val="2000"/>
              </a:spcAft>
              <a:defRPr sz="3000"/>
            </a:pPr>
            <a:r>
              <a:rPr dirty="0"/>
              <a:t>was crucified,</a:t>
            </a:r>
            <a:r>
              <a:rPr lang="en-US" dirty="0"/>
              <a:t> died and was buried; he descended into hell; on the third </a:t>
            </a:r>
          </a:p>
          <a:p>
            <a:pPr>
              <a:spcAft>
                <a:spcPts val="2000"/>
              </a:spcAft>
              <a:defRPr sz="3000"/>
            </a:pPr>
            <a:r>
              <a:rPr lang="en-US" dirty="0"/>
              <a:t>Day he rose again from the dead; he ascended into heaven, and is </a:t>
            </a:r>
          </a:p>
          <a:p>
            <a:pPr>
              <a:spcAft>
                <a:spcPts val="2000"/>
              </a:spcAft>
              <a:defRPr sz="3000"/>
            </a:pPr>
            <a:r>
              <a:rPr lang="en-US" dirty="0"/>
              <a:t>seated at the right hand of God the Father almighty; from there</a:t>
            </a:r>
          </a:p>
          <a:p>
            <a:pPr>
              <a:spcAft>
                <a:spcPts val="2000"/>
              </a:spcAft>
              <a:defRPr sz="3000"/>
            </a:pPr>
            <a:r>
              <a:rPr lang="en-US" dirty="0"/>
              <a:t>he will come to judge the living and the dead.</a:t>
            </a:r>
          </a:p>
          <a:p>
            <a:pPr>
              <a:spcAft>
                <a:spcPts val="2000"/>
              </a:spcAft>
              <a:defRPr sz="3000"/>
            </a:pPr>
            <a:endParaRPr lang="en-US" dirty="0"/>
          </a:p>
          <a:p>
            <a:pPr>
              <a:spcAft>
                <a:spcPts val="2000"/>
              </a:spcAft>
              <a:defRPr sz="3000"/>
            </a:pPr>
            <a:endParaRPr lang="en-US" dirty="0"/>
          </a:p>
        </p:txBody>
      </p:sp>
    </p:spTree>
  </p:cSld>
  <p:clrMapOvr>
    <a:masterClrMapping/>
  </p:clrMapOvr>
</p:sld>
</file>

<file path=ppt/slides/slide2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2074783"/>
            <a:ext cx="112471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000"/>
            </a:pPr>
            <a:r>
              <a:rPr dirty="0"/>
              <a:t>I believe in the Holy Spirit,</a:t>
            </a:r>
            <a:r>
              <a:rPr lang="en-US" dirty="0"/>
              <a:t> </a:t>
            </a:r>
            <a:r>
              <a:rPr dirty="0"/>
              <a:t>the holy catholic Church,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the communion of saints,</a:t>
            </a:r>
            <a:r>
              <a:rPr lang="en-US" dirty="0"/>
              <a:t> </a:t>
            </a:r>
            <a:r>
              <a:rPr dirty="0"/>
              <a:t>the forgiveness of sins,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the resurrection of the body,</a:t>
            </a:r>
            <a:r>
              <a:rPr lang="en-US" dirty="0"/>
              <a:t> </a:t>
            </a:r>
            <a:r>
              <a:rPr dirty="0"/>
              <a:t>and life everlasting.</a:t>
            </a:r>
          </a:p>
          <a:p>
            <a:pPr algn="ctr">
              <a:spcAft>
                <a:spcPts val="2000"/>
              </a:spcAft>
              <a:defRPr sz="3000"/>
            </a:pPr>
            <a:r>
              <a:rPr dirty="0"/>
              <a:t>Amen.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264642</TotalTime>
  <Words>86723</Words>
  <Application>Microsoft Office PowerPoint</Application>
  <PresentationFormat>Widescreen</PresentationFormat>
  <Paragraphs>13185</Paragraphs>
  <Slides>2277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2277</vt:i4>
      </vt:variant>
    </vt:vector>
  </HeadingPairs>
  <TitlesOfParts>
    <vt:vector size="228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21- Accept Almighty Father</vt:lpstr>
      <vt:lpstr>PowerPoint Presentation</vt:lpstr>
      <vt:lpstr>22 - All creatures of our God and King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23 - All Glory, Praise &amp; Honor  </vt:lpstr>
      <vt:lpstr>PowerPoint Presentation</vt:lpstr>
      <vt:lpstr>PowerPoint Presentation</vt:lpstr>
      <vt:lpstr>24 - All I ask of you is forever</vt:lpstr>
      <vt:lpstr>PowerPoint Presentation</vt:lpstr>
      <vt:lpstr>PowerPoint Presentation</vt:lpstr>
      <vt:lpstr>PowerPoint Presentation</vt:lpstr>
      <vt:lpstr>PowerPoint Presentation</vt:lpstr>
      <vt:lpstr>25 - All I need is Love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26 - All over the world, the Spirit is moving </vt:lpstr>
      <vt:lpstr>PowerPoint Presentation</vt:lpstr>
      <vt:lpstr>PowerPoint Presentation</vt:lpstr>
      <vt:lpstr>PowerPoint Presentation</vt:lpstr>
      <vt:lpstr>PowerPoint Presentation</vt:lpstr>
      <vt:lpstr>27 - All peoples of the universe,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28 - All that I am, all that I do, </vt:lpstr>
      <vt:lpstr>PowerPoint Presentation</vt:lpstr>
      <vt:lpstr>PowerPoint Presentation</vt:lpstr>
      <vt:lpstr>29 - All the ends of the earth,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30 - All things are Thine, O Lord</vt:lpstr>
      <vt:lpstr>PowerPoint Presentation</vt:lpstr>
      <vt:lpstr>PowerPoint Presentation</vt:lpstr>
      <vt:lpstr>PowerPoint Presentation</vt:lpstr>
      <vt:lpstr>31 - All things bright and beautiful,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32 - All through the day, all through the night</vt:lpstr>
      <vt:lpstr>33 - All to Jesus I surrender</vt:lpstr>
      <vt:lpstr>PowerPoint Presentation</vt:lpstr>
      <vt:lpstr>PowerPoint Presentation</vt:lpstr>
      <vt:lpstr>PowerPoint Presentation</vt:lpstr>
      <vt:lpstr>PowerPoint Presentation</vt:lpstr>
      <vt:lpstr>34 - All you children of peace </vt:lpstr>
      <vt:lpstr>PowerPoint Presentation</vt:lpstr>
      <vt:lpstr>PowerPoint Presentation</vt:lpstr>
      <vt:lpstr>PowerPoint Presentation</vt:lpstr>
      <vt:lpstr>PowerPoint Presentation</vt:lpstr>
      <vt:lpstr>35 - All You Nations, </vt:lpstr>
      <vt:lpstr>PowerPoint Presentation</vt:lpstr>
      <vt:lpstr>PowerPoint Presentation</vt:lpstr>
      <vt:lpstr>36 - Christ has risen from the dead,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37 - Alleluia</vt:lpstr>
      <vt:lpstr>PowerPoint Presentation</vt:lpstr>
      <vt:lpstr>PowerPoint Presentation</vt:lpstr>
      <vt:lpstr>PowerPoint Presentation</vt:lpstr>
      <vt:lpstr>PowerPoint Presentation</vt:lpstr>
      <vt:lpstr>38 - Alleluia, alleluia, give thanks to the Risen Lord, </vt:lpstr>
      <vt:lpstr>PowerPoint Presentation</vt:lpstr>
      <vt:lpstr>PowerPoint Presentation</vt:lpstr>
      <vt:lpstr>39 - Amazing grace! </vt:lpstr>
      <vt:lpstr>PowerPoint Presentation</vt:lpstr>
      <vt:lpstr>PowerPoint Presentation</vt:lpstr>
      <vt:lpstr>40 - And the Father will dance  as on a day of joy, </vt:lpstr>
      <vt:lpstr>PowerPoint Presentation</vt:lpstr>
      <vt:lpstr>PowerPoint Presentation</vt:lpstr>
      <vt:lpstr>41 - Angels we have heard on high, </vt:lpstr>
      <vt:lpstr>PowerPoint Presentation</vt:lpstr>
      <vt:lpstr>PowerPoint Presentation</vt:lpstr>
      <vt:lpstr>42 - Apostle of the Indian land, </vt:lpstr>
      <vt:lpstr>PowerPoint Presentation</vt:lpstr>
      <vt:lpstr>43 - As the deer that pants for water, </vt:lpstr>
      <vt:lpstr>PowerPoint Presentation</vt:lpstr>
      <vt:lpstr>PowerPoint Presentation</vt:lpstr>
      <vt:lpstr>PowerPoint Presentation</vt:lpstr>
      <vt:lpstr>PowerPoint Presentation</vt:lpstr>
      <vt:lpstr>44 - As we gather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45 - As we prepare to celebrate the birth of our Lord, </vt:lpstr>
      <vt:lpstr>PowerPoint Presentation</vt:lpstr>
      <vt:lpstr>PowerPoint Presentation</vt:lpstr>
      <vt:lpstr>46 - At the cross her station keeping, </vt:lpstr>
      <vt:lpstr>PowerPoint Presentation</vt:lpstr>
      <vt:lpstr>PowerPoint Presentation</vt:lpstr>
      <vt:lpstr>47 - At the name of Jesus</vt:lpstr>
      <vt:lpstr>PowerPoint Presentation</vt:lpstr>
      <vt:lpstr>PowerPoint Presentation</vt:lpstr>
      <vt:lpstr>PowerPoint Presentation</vt:lpstr>
      <vt:lpstr>48 - At this time of giving </vt:lpstr>
      <vt:lpstr>PowerPoint Presentation</vt:lpstr>
      <vt:lpstr>PowerPoint Presentation</vt:lpstr>
      <vt:lpstr>49 - At your feet we fall, mighty risen Lord, </vt:lpstr>
      <vt:lpstr>PowerPoint Presentation</vt:lpstr>
      <vt:lpstr>PowerPoint Presentation</vt:lpstr>
      <vt:lpstr>PowerPoint Presentation</vt:lpstr>
      <vt:lpstr>50 - Ave Maria</vt:lpstr>
      <vt:lpstr>PowerPoint Presentation</vt:lpstr>
      <vt:lpstr>PowerPoint Presentation</vt:lpstr>
      <vt:lpstr>PowerPoint Presentation</vt:lpstr>
      <vt:lpstr>51 - Awake from your slumber, arise from your sleep,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52 - Away in a manger</vt:lpstr>
      <vt:lpstr>PowerPoint Presentation</vt:lpstr>
      <vt:lpstr>PowerPoint Presentation</vt:lpstr>
      <vt:lpstr>PowerPoint Presentation</vt:lpstr>
      <vt:lpstr>53 - Be exalted,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54 - Be glad, O people of the earth!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55 - Be not afraid! </vt:lpstr>
      <vt:lpstr>PowerPoint Presentation</vt:lpstr>
      <vt:lpstr>PowerPoint Presentation</vt:lpstr>
      <vt:lpstr>PowerPoint Presentation</vt:lpstr>
      <vt:lpstr>56 - Be still and know that I am God</vt:lpstr>
      <vt:lpstr>57 - Be Thou my vision</vt:lpstr>
      <vt:lpstr>PowerPoint Presentation</vt:lpstr>
      <vt:lpstr>PowerPoint Presentation</vt:lpstr>
      <vt:lpstr>PowerPoint Presentation</vt:lpstr>
      <vt:lpstr>58 - Beginning today my mornings  are yours</vt:lpstr>
      <vt:lpstr>PowerPoint Presentation</vt:lpstr>
      <vt:lpstr> </vt:lpstr>
      <vt:lpstr>PowerPoint Presentation</vt:lpstr>
      <vt:lpstr> </vt:lpstr>
      <vt:lpstr>PowerPoint Presentation</vt:lpstr>
      <vt:lpstr> </vt:lpstr>
      <vt:lpstr>59 - Behold, behold the wood of the cross </vt:lpstr>
      <vt:lpstr>60 - Behold the wood of the cross </vt:lpstr>
      <vt:lpstr>61 - Bestir thy power and come, Lord,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62 - Bind us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63 - Bless the Lord, Oh my soul, </vt:lpstr>
      <vt:lpstr>64 - Blessed are they who are poor in spirit,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65 - Blessed be the God </vt:lpstr>
      <vt:lpstr>PowerPoint Presentation</vt:lpstr>
      <vt:lpstr>PowerPoint Presentation</vt:lpstr>
      <vt:lpstr>PowerPoint Presentation</vt:lpstr>
      <vt:lpstr>66 – Blessing &amp; honour &amp; glory &amp; power</vt:lpstr>
      <vt:lpstr>PowerPoint Presentation</vt:lpstr>
      <vt:lpstr>PowerPoint Presentation</vt:lpstr>
      <vt:lpstr>PowerPoint Presentation</vt:lpstr>
      <vt:lpstr>67 - Blest are you, Lord God of all creation </vt:lpstr>
      <vt:lpstr>PowerPoint Presentation</vt:lpstr>
      <vt:lpstr>68 - Blest be the Lord, blest be the Lord </vt:lpstr>
      <vt:lpstr>PowerPoint Presentation</vt:lpstr>
      <vt:lpstr>PowerPoint Presentation</vt:lpstr>
      <vt:lpstr>PowerPoint Presentation</vt:lpstr>
      <vt:lpstr>PowerPoint Presentation</vt:lpstr>
      <vt:lpstr>69 - Blest be the tie binding two hearts </vt:lpstr>
      <vt:lpstr>PowerPoint Presentation</vt:lpstr>
      <vt:lpstr>PowerPoint Presentation</vt:lpstr>
      <vt:lpstr>PowerPoint Presentation</vt:lpstr>
      <vt:lpstr>70 - Bread and wine we bring to you Lord, </vt:lpstr>
      <vt:lpstr>PowerPoint Presentation</vt:lpstr>
      <vt:lpstr>71 - Bread that was sown in our hills and valleys</vt:lpstr>
      <vt:lpstr>PowerPoint Presentation</vt:lpstr>
      <vt:lpstr>PowerPoint Presentation</vt:lpstr>
      <vt:lpstr>PowerPoint Presentation</vt:lpstr>
      <vt:lpstr>PowerPoint Presentation</vt:lpstr>
      <vt:lpstr>72 - Breathe on me, Breath of God, </vt:lpstr>
      <vt:lpstr>PowerPoint Presentation</vt:lpstr>
      <vt:lpstr>PowerPoint Presentation</vt:lpstr>
      <vt:lpstr>73 - Call on the Lord while He may be found</vt:lpstr>
      <vt:lpstr>PowerPoint Presentation</vt:lpstr>
      <vt:lpstr>74 - Cast your burden onto Jesus,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75 - Cause me to come to your river, O Lord</vt:lpstr>
      <vt:lpstr>PowerPoint Presentation</vt:lpstr>
      <vt:lpstr>76 - Celebrate God with your hands.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77 - Children of God, hear His holy Word!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78 - Christ be with me, deep within me </vt:lpstr>
      <vt:lpstr>PowerPoint Presentation</vt:lpstr>
      <vt:lpstr>PowerPoint Presentation</vt:lpstr>
      <vt:lpstr>PowerPoint Presentation</vt:lpstr>
      <vt:lpstr>79 - Christ became obedient unto death </vt:lpstr>
      <vt:lpstr>80 - Christ became obedient unto death </vt:lpstr>
      <vt:lpstr>81 - Christ heard the twelve disputing about the highest seat;</vt:lpstr>
      <vt:lpstr>PowerPoint Presentation</vt:lpstr>
      <vt:lpstr>PowerPoint Presentation</vt:lpstr>
      <vt:lpstr>82 - Colours of day dawn into the mind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83 - Come adore this wonderous presence</vt:lpstr>
      <vt:lpstr>PowerPoint Presentation</vt:lpstr>
      <vt:lpstr>84 - Come and be filled as you sit at my table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85 - Come and save us, O Lord</vt:lpstr>
      <vt:lpstr>PowerPoint Presentation</vt:lpstr>
      <vt:lpstr>PowerPoint Presentation</vt:lpstr>
      <vt:lpstr>PowerPoint Presentation</vt:lpstr>
      <vt:lpstr>86 -Come back to me with all your heart</vt:lpstr>
      <vt:lpstr>PowerPoint Presentation</vt:lpstr>
      <vt:lpstr>PowerPoint Presentation</vt:lpstr>
      <vt:lpstr>87 - Come, come, come to the manger,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88 - Come, Holy Ghost, Creator blest </vt:lpstr>
      <vt:lpstr>PowerPoint Presentation</vt:lpstr>
      <vt:lpstr>89 - Come in pilgrim, lay your burden down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90 - Come into his presence with thanksgiving in your heart</vt:lpstr>
      <vt:lpstr>PowerPoint Presentation</vt:lpstr>
      <vt:lpstr>PowerPoint Presentation</vt:lpstr>
      <vt:lpstr>91 - Come, Jesus, come  into this heart of 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92 - Come, Lord Jesus </vt:lpstr>
      <vt:lpstr>93 - Come, Lord Jesus, make no delay,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94 - Come, my friends, let’s praise the Lord, alleluia,</vt:lpstr>
      <vt:lpstr>PowerPoint Presentation</vt:lpstr>
      <vt:lpstr>PowerPoint Presentation</vt:lpstr>
      <vt:lpstr>PowerPoint Presentation</vt:lpstr>
      <vt:lpstr>95 - Come, O Lord, and set us free.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96 - Come, O Lord, our hunger to relieve.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97 - Come on and celebrate, </vt:lpstr>
      <vt:lpstr>PowerPoint Presentation</vt:lpstr>
      <vt:lpstr>PowerPoint Presentation</vt:lpstr>
      <vt:lpstr>PowerPoint Presentation</vt:lpstr>
      <vt:lpstr>PowerPoint Presentation</vt:lpstr>
      <vt:lpstr>98 - Come praise the Lord the Almighty, the King of all nations.</vt:lpstr>
      <vt:lpstr>PowerPoint Presentation</vt:lpstr>
      <vt:lpstr>99 - Come, priestly people, God’s kingly race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100 - Come to the table of the Lord, my friends, </vt:lpstr>
      <vt:lpstr>PowerPoint Presentation</vt:lpstr>
      <vt:lpstr>PowerPoint Presentation</vt:lpstr>
      <vt:lpstr>101 - Come to the waters, all you who thirst</vt:lpstr>
      <vt:lpstr>PowerPoint Presentation</vt:lpstr>
      <vt:lpstr>PowerPoint Presentation</vt:lpstr>
      <vt:lpstr>PowerPoint Presentation</vt:lpstr>
      <vt:lpstr>102 - Come with your music and sing to the Lord, </vt:lpstr>
      <vt:lpstr>PowerPoint Presentation</vt:lpstr>
      <vt:lpstr>PowerPoint Presentation</vt:lpstr>
      <vt:lpstr>PowerPoint Presentation</vt:lpstr>
      <vt:lpstr>103 - Comfort, comfort my people</vt:lpstr>
      <vt:lpstr>PowerPoint Presentation</vt:lpstr>
      <vt:lpstr>PowerPoint Presentation</vt:lpstr>
      <vt:lpstr>PowerPoint Presentation</vt:lpstr>
      <vt:lpstr>104 - Coming home, never more to roam!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105 - Day is done but love remains, </vt:lpstr>
      <vt:lpstr>PowerPoint Presentation</vt:lpstr>
      <vt:lpstr>PowerPoint Presentation</vt:lpstr>
      <vt:lpstr>PowerPoint Presentation</vt:lpstr>
      <vt:lpstr>106 - Day of the Lord</vt:lpstr>
      <vt:lpstr>PowerPoint Presentation</vt:lpstr>
      <vt:lpstr>PowerPoint Presentation</vt:lpstr>
      <vt:lpstr>107 - Deep within my sins accuse me: </vt:lpstr>
      <vt:lpstr>PowerPoint Presentation</vt:lpstr>
      <vt:lpstr>108 - Do not worry about your clothing, your food and drink</vt:lpstr>
      <vt:lpstr>PowerPoint Presentation</vt:lpstr>
      <vt:lpstr>PowerPoint Presentation</vt:lpstr>
      <vt:lpstr>PowerPoint Presentation</vt:lpstr>
      <vt:lpstr>109 - Don’t you know it’s time to  praise the Lord </vt:lpstr>
      <vt:lpstr>PowerPoint Presentation</vt:lpstr>
      <vt:lpstr>110 - Draw me, O Lord, to your heart of love </vt:lpstr>
      <vt:lpstr>PowerPoint Presentation</vt:lpstr>
      <vt:lpstr>PowerPoint Presentation</vt:lpstr>
      <vt:lpstr>PowerPoint Presentation</vt:lpstr>
      <vt:lpstr>111- Earth in the dark, like Mary of Magdala</vt:lpstr>
      <vt:lpstr>PowerPoint Presentation</vt:lpstr>
      <vt:lpstr>PowerPoint Presentation</vt:lpstr>
      <vt:lpstr>PowerPoint Presentation</vt:lpstr>
      <vt:lpstr>112 - Enter his gates with thanksgiving in your hearts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113 - Enter the house of the Lord, our God </vt:lpstr>
      <vt:lpstr>PowerPoint Presentation</vt:lpstr>
      <vt:lpstr>114 - Eternal rest grant to them, O Lord </vt:lpstr>
      <vt:lpstr>PowerPoint Presentation</vt:lpstr>
      <vt:lpstr>PowerPoint Presentation</vt:lpstr>
      <vt:lpstr>PowerPoint Presentation</vt:lpstr>
      <vt:lpstr>115 - Every morning when the day’s begun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116 - Every valley shall be exalted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117 - Faith in God can move the mountains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118 - Faithful Cross, that we rely on</vt:lpstr>
      <vt:lpstr>PowerPoint Presentation</vt:lpstr>
      <vt:lpstr>PowerPoint Presentation</vt:lpstr>
      <vt:lpstr>PowerPoint Presentation</vt:lpstr>
      <vt:lpstr>PowerPoint Presentation</vt:lpstr>
      <vt:lpstr>119 - Father, forgive them.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120 - Father, into your hands,  I commend my soul.</vt:lpstr>
      <vt:lpstr>PowerPoint Presentation</vt:lpstr>
      <vt:lpstr>PowerPoint Presentation</vt:lpstr>
      <vt:lpstr>PowerPoint Presentation</vt:lpstr>
      <vt:lpstr>PowerPoint Presentation</vt:lpstr>
      <vt:lpstr>121 - Father so loving, Magnificent God</vt:lpstr>
      <vt:lpstr>PowerPoint Presentation</vt:lpstr>
      <vt:lpstr>PowerPoint Presentation</vt:lpstr>
      <vt:lpstr>122 - Father, we adore you</vt:lpstr>
      <vt:lpstr>123 - Father, we love you</vt:lpstr>
      <vt:lpstr>124 - Follow me, follow me,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125 - For all the saints who from their labours rest</vt:lpstr>
      <vt:lpstr>PowerPoint Presentation</vt:lpstr>
      <vt:lpstr>126 - For God so loved the world,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127 - For unto us a Child is born. </vt:lpstr>
      <vt:lpstr>PowerPoint Presentation</vt:lpstr>
      <vt:lpstr>PowerPoint Presentation</vt:lpstr>
      <vt:lpstr>PowerPoint Presentation</vt:lpstr>
      <vt:lpstr>128 - From the depths I call to you, O Lord, </vt:lpstr>
      <vt:lpstr>PowerPoint Presentation</vt:lpstr>
      <vt:lpstr>PowerPoint Presentation</vt:lpstr>
      <vt:lpstr>129 - From the wells of salvation, </vt:lpstr>
      <vt:lpstr>PowerPoint Presentation</vt:lpstr>
      <vt:lpstr>PowerPoint Presentation</vt:lpstr>
      <vt:lpstr>130 - Gather your people who long to be one</vt:lpstr>
      <vt:lpstr>PowerPoint Presentation</vt:lpstr>
      <vt:lpstr>PowerPoint Presentation</vt:lpstr>
      <vt:lpstr>PowerPoint Presentation</vt:lpstr>
      <vt:lpstr>PowerPoint Presentation</vt:lpstr>
      <vt:lpstr>131 -Gentle woman, quiet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132 - Give me joy in my heart</vt:lpstr>
      <vt:lpstr>PowerPoint Presentation</vt:lpstr>
      <vt:lpstr>PowerPoint Presentation</vt:lpstr>
      <vt:lpstr>133 - Give thanks with a grateful heart. </vt:lpstr>
      <vt:lpstr>PowerPoint Presentation</vt:lpstr>
      <vt:lpstr>134 - Glory and praise to our God;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135 - Glory be to Jesus who in bitter pains </vt:lpstr>
      <vt:lpstr>PowerPoint Presentation</vt:lpstr>
      <vt:lpstr>136 - Glory, praise and honour</vt:lpstr>
      <vt:lpstr>PowerPoint Presentation</vt:lpstr>
      <vt:lpstr>PowerPoint Presentation</vt:lpstr>
      <vt:lpstr>137 - Go forth among the people</vt:lpstr>
      <vt:lpstr>PowerPoint Presentation</vt:lpstr>
      <vt:lpstr>PowerPoint Presentation</vt:lpstr>
      <vt:lpstr>138 - Go forth and proclaim the Good News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139 - Go, go into the World tell them I’m alive</vt:lpstr>
      <vt:lpstr>PowerPoint Presentation</vt:lpstr>
      <vt:lpstr>PowerPoint Presentation</vt:lpstr>
      <vt:lpstr>PowerPoint Presentation</vt:lpstr>
      <vt:lpstr>140 - Go in peace to be Christ’s Body, </vt:lpstr>
      <vt:lpstr>PowerPoint Presentation</vt:lpstr>
      <vt:lpstr>PowerPoint Presentation</vt:lpstr>
      <vt:lpstr>141 - God is good to me! O what love I see!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142 - God is so good, God is so good</vt:lpstr>
      <vt:lpstr>143 - God of hosts, bring us back  bring us back!</vt:lpstr>
      <vt:lpstr>PowerPoint Presentation</vt:lpstr>
      <vt:lpstr>PowerPoint Presentation</vt:lpstr>
      <vt:lpstr>144 - God of mercy and compassion, </vt:lpstr>
      <vt:lpstr>PowerPoint Presentation</vt:lpstr>
      <vt:lpstr>145 - God rest you merry, gentlemen, </vt:lpstr>
      <vt:lpstr>PowerPoint Presentation</vt:lpstr>
      <vt:lpstr>PowerPoint Presentation</vt:lpstr>
      <vt:lpstr>PowerPoint Presentation</vt:lpstr>
      <vt:lpstr>PowerPoint Presentation</vt:lpstr>
      <vt:lpstr>146 - God’s Spirit is in my heart,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147 - Good news, Good news</vt:lpstr>
      <vt:lpstr>PowerPoint Presentation</vt:lpstr>
      <vt:lpstr>PowerPoint Presentation</vt:lpstr>
      <vt:lpstr>PowerPoint Presentation</vt:lpstr>
      <vt:lpstr>148 - Grant to us, O Lord our God</vt:lpstr>
      <vt:lpstr>PowerPoint Presentation</vt:lpstr>
      <vt:lpstr>PowerPoint Presentation</vt:lpstr>
      <vt:lpstr>149 - Great indeed are your works, O Lord,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150 - Great is your name Lord,</vt:lpstr>
      <vt:lpstr>PowerPoint Presentation</vt:lpstr>
      <vt:lpstr>PowerPoint Presentation</vt:lpstr>
      <vt:lpstr>PowerPoint Presentation</vt:lpstr>
      <vt:lpstr>151 - Great saint Joseph! Son of David</vt:lpstr>
      <vt:lpstr>PowerPoint Presentation</vt:lpstr>
      <vt:lpstr>PowerPoint Presentation</vt:lpstr>
      <vt:lpstr>152 - Great things happen when God mixes with us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153 - Greater love and friendship has no man than this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154 - Hail, holy Joseph, hail! Chaste spouse of Mary, Hail! </vt:lpstr>
      <vt:lpstr>PowerPoint Presentation</vt:lpstr>
      <vt:lpstr>155 - Hail, holy queen enthroned above, O Maria</vt:lpstr>
      <vt:lpstr>PowerPoint Presentation</vt:lpstr>
      <vt:lpstr>PowerPoint Presentation</vt:lpstr>
      <vt:lpstr>156 - Hail, holy queen, Mother of mercy</vt:lpstr>
      <vt:lpstr>PowerPoint Presentation</vt:lpstr>
      <vt:lpstr>157 - Hail Mary, full of grace and Mother of our God,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158 - Hail queen of heaven, the ocean Star,</vt:lpstr>
      <vt:lpstr>PowerPoint Presentation</vt:lpstr>
      <vt:lpstr>159 - Hail, Redeemer, King divine!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160 - Hand in hand with Christ, our Brother,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161 - Happy are the poor in spirit: </vt:lpstr>
      <vt:lpstr>PowerPoint Presentation</vt:lpstr>
      <vt:lpstr>PowerPoint Presentation</vt:lpstr>
      <vt:lpstr>162 - Happy the heart that lives in the heart </vt:lpstr>
      <vt:lpstr>PowerPoint Presentation</vt:lpstr>
      <vt:lpstr>PowerPoint Presentation</vt:lpstr>
      <vt:lpstr>PowerPoint Presentation</vt:lpstr>
      <vt:lpstr>PowerPoint Presentation</vt:lpstr>
      <vt:lpstr>163 - Hark! the herald angels sing</vt:lpstr>
      <vt:lpstr>PowerPoint Presentation</vt:lpstr>
      <vt:lpstr>PowerPoint Presentation</vt:lpstr>
      <vt:lpstr>164 - Have Thine own way, Lord</vt:lpstr>
      <vt:lpstr>PowerPoint Presentation</vt:lpstr>
      <vt:lpstr>PowerPoint Presentation</vt:lpstr>
      <vt:lpstr>165 - He is Lord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166 - He was despised and rejected by all,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167 - Hear my cry, O Lord, my God</vt:lpstr>
      <vt:lpstr>PowerPoint Presentation</vt:lpstr>
      <vt:lpstr>PowerPoint Presentation</vt:lpstr>
      <vt:lpstr>168 - Heaven and earth for ever sing </vt:lpstr>
      <vt:lpstr>PowerPoint Presentation</vt:lpstr>
      <vt:lpstr>PowerPoint Presentation</vt:lpstr>
      <vt:lpstr>169 - Heav’n and earth proclaim God’s glory; </vt:lpstr>
      <vt:lpstr>PowerPoint Presentation</vt:lpstr>
      <vt:lpstr>PowerPoint Presentation</vt:lpstr>
      <vt:lpstr>PowerPoint Presentation</vt:lpstr>
      <vt:lpstr>PowerPoint Presentation</vt:lpstr>
      <vt:lpstr>170 -Help me my God,</vt:lpstr>
      <vt:lpstr>PowerPoint Presentation</vt:lpstr>
      <vt:lpstr>PowerPoint Presentation</vt:lpstr>
      <vt:lpstr>PowerPoint Presentation</vt:lpstr>
      <vt:lpstr>171 - Help us to live as your children   </vt:lpstr>
      <vt:lpstr>PowerPoint Presentation</vt:lpstr>
      <vt:lpstr>PowerPoint Presentation</vt:lpstr>
      <vt:lpstr>PowerPoint Presentation</vt:lpstr>
      <vt:lpstr>172 - Here I am, Lord; </vt:lpstr>
      <vt:lpstr>PowerPoint Presentation</vt:lpstr>
      <vt:lpstr>PowerPoint Presentation</vt:lpstr>
      <vt:lpstr>173 - Hide me in the hollow of your loving hand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174 - His name is higher than any other. </vt:lpstr>
      <vt:lpstr>PowerPoint Presentation</vt:lpstr>
      <vt:lpstr>PowerPoint Presentation</vt:lpstr>
      <vt:lpstr>PowerPoint Presentation</vt:lpstr>
      <vt:lpstr>175 - Holy God we praise Thy name</vt:lpstr>
      <vt:lpstr>PowerPoint Presentation</vt:lpstr>
      <vt:lpstr>PowerPoint Presentation</vt:lpstr>
      <vt:lpstr>176 - Holy Virgin, by God’s decree, </vt:lpstr>
      <vt:lpstr>PowerPoint Presentation</vt:lpstr>
      <vt:lpstr>PowerPoint Presentation</vt:lpstr>
      <vt:lpstr>PowerPoint Presentation</vt:lpstr>
      <vt:lpstr>177 - How I rejoiced when I heard them say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178 - How lovely is your dwelling place, O Lord! </vt:lpstr>
      <vt:lpstr>PowerPoint Presentation</vt:lpstr>
      <vt:lpstr>PowerPoint Presentation</vt:lpstr>
      <vt:lpstr>PowerPoint Presentation</vt:lpstr>
      <vt:lpstr>179 - Humbly we adore Thee, Christ, Redeemer, King </vt:lpstr>
      <vt:lpstr>PowerPoint Presentation</vt:lpstr>
      <vt:lpstr>180 -Humbly we come before your face, O Lord: </vt:lpstr>
      <vt:lpstr>PowerPoint Presentation</vt:lpstr>
      <vt:lpstr>PowerPoint Presentation</vt:lpstr>
      <vt:lpstr>181 - Hungry, thirsty, Lord, we came</vt:lpstr>
      <vt:lpstr>PowerPoint Presentation</vt:lpstr>
      <vt:lpstr>PowerPoint Presentation</vt:lpstr>
      <vt:lpstr>PowerPoint Presentation</vt:lpstr>
      <vt:lpstr>182 - I am the bread of life; </vt:lpstr>
      <vt:lpstr>PowerPoint Presentation</vt:lpstr>
      <vt:lpstr>PowerPoint Presentation</vt:lpstr>
      <vt:lpstr>PowerPoint Presentation</vt:lpstr>
      <vt:lpstr>PowerPoint Presentation</vt:lpstr>
      <vt:lpstr>183 - I am the light, bringing you out of darkness,</vt:lpstr>
      <vt:lpstr>PowerPoint Presentation</vt:lpstr>
      <vt:lpstr>PowerPoint Presentation</vt:lpstr>
      <vt:lpstr>PowerPoint Presentation</vt:lpstr>
      <vt:lpstr>PowerPoint Presentation</vt:lpstr>
      <vt:lpstr>184 - I call you from your brothers</vt:lpstr>
      <vt:lpstr>PowerPoint Presentation</vt:lpstr>
      <vt:lpstr>PowerPoint Presentation</vt:lpstr>
      <vt:lpstr>PowerPoint Presentation</vt:lpstr>
      <vt:lpstr>185 - I dare not sing of Jesus’ pain and anguish, </vt:lpstr>
      <vt:lpstr>PowerPoint Presentation</vt:lpstr>
      <vt:lpstr>186 - I fall on my knees to the Father of Jesus, </vt:lpstr>
      <vt:lpstr>PowerPoint Presentation</vt:lpstr>
      <vt:lpstr>PowerPoint Presentation</vt:lpstr>
      <vt:lpstr>187 - I give my hands to do your 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188 - I have decided to follow Jesus</vt:lpstr>
      <vt:lpstr>PowerPoint Presentation</vt:lpstr>
      <vt:lpstr>189 - I have loved you with an everlasting love, </vt:lpstr>
      <vt:lpstr>190 - I now no longer live</vt:lpstr>
      <vt:lpstr>PowerPoint Presentation</vt:lpstr>
      <vt:lpstr>191 - I rejoiced when I heard the people saying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192 - I sing a song to you</vt:lpstr>
      <vt:lpstr>PowerPoint Presentation</vt:lpstr>
      <vt:lpstr>PowerPoint Presentation</vt:lpstr>
      <vt:lpstr>PowerPoint Presentation</vt:lpstr>
      <vt:lpstr>193 - I want to sing</vt:lpstr>
      <vt:lpstr>PowerPoint Presentation</vt:lpstr>
      <vt:lpstr>PowerPoint Presentation</vt:lpstr>
      <vt:lpstr>194 - I will play before the Lord,</vt:lpstr>
      <vt:lpstr>PowerPoint Presentation</vt:lpstr>
      <vt:lpstr>PowerPoint Presentation</vt:lpstr>
      <vt:lpstr>195 - I will praise you, Lord, you have rescued me </vt:lpstr>
      <vt:lpstr>PowerPoint Presentation</vt:lpstr>
      <vt:lpstr>PowerPoint Presentation</vt:lpstr>
      <vt:lpstr>PowerPoint Presentation</vt:lpstr>
      <vt:lpstr>196 - I will sing of the mercies of the Lord,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197 - I will sing unto the Lord, </vt:lpstr>
      <vt:lpstr>PowerPoint Presentation</vt:lpstr>
      <vt:lpstr>PowerPoint Presentation</vt:lpstr>
      <vt:lpstr>PowerPoint Presentation</vt:lpstr>
      <vt:lpstr>PowerPoint Presentation</vt:lpstr>
      <vt:lpstr>198 - I’ll sing God’s praises </vt:lpstr>
      <vt:lpstr>PowerPoint Presentation</vt:lpstr>
      <vt:lpstr>PowerPoint Presentation</vt:lpstr>
      <vt:lpstr>199 - I’ll turn my steps to the altar of God</vt:lpstr>
      <vt:lpstr>PowerPoint Presentation</vt:lpstr>
      <vt:lpstr>PowerPoint Presentation</vt:lpstr>
      <vt:lpstr>PowerPoint Presentation</vt:lpstr>
      <vt:lpstr>PowerPoint Presentation</vt:lpstr>
      <vt:lpstr>200 - I’ve got a river of life flowing out of me</vt:lpstr>
      <vt:lpstr>PowerPoint Presentation</vt:lpstr>
      <vt:lpstr>PowerPoint Presentation</vt:lpstr>
      <vt:lpstr>PowerPoint Presentation</vt:lpstr>
      <vt:lpstr>201 - I’ve got the love of Jesus down in my heart, </vt:lpstr>
      <vt:lpstr>PowerPoint Presentation</vt:lpstr>
      <vt:lpstr>202 - If we live, it’s for the Lord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203 - If you wish to be my disciple,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204 - In bread we bring You, Lord, </vt:lpstr>
      <vt:lpstr>PowerPoint Presentation</vt:lpstr>
      <vt:lpstr>205 - In him we live and move and have our being</vt:lpstr>
      <vt:lpstr>PowerPoint Presentation</vt:lpstr>
      <vt:lpstr>206 - In His days peace and justice shall prevail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207 - In His time</vt:lpstr>
      <vt:lpstr>PowerPoint Presentation</vt:lpstr>
      <vt:lpstr>PowerPoint Presentation</vt:lpstr>
      <vt:lpstr>PowerPoint Presentation</vt:lpstr>
      <vt:lpstr>208 - In the Lord, is my hope,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209 - Into Thy presence we come, </vt:lpstr>
      <vt:lpstr>210 - Into Your hands I commend my spirit,  O Lord, </vt:lpstr>
      <vt:lpstr>PowerPoint Presentation</vt:lpstr>
      <vt:lpstr>PowerPoint Presentation</vt:lpstr>
      <vt:lpstr>PowerPoint Presentation</vt:lpstr>
      <vt:lpstr>211 - Into Your hands we commend our spirit, O Lord, </vt:lpstr>
      <vt:lpstr>PowerPoint Presentation</vt:lpstr>
      <vt:lpstr>PowerPoint Presentation</vt:lpstr>
      <vt:lpstr>PowerPoint Presentation</vt:lpstr>
      <vt:lpstr>PowerPoint Presentation</vt:lpstr>
      <vt:lpstr>212 - It came upon a midnight clear that glorious song of praise</vt:lpstr>
      <vt:lpstr>213 - It takes courage to answer a call,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214 - It was six days before the Passover</vt:lpstr>
      <vt:lpstr>PowerPoint Presentation</vt:lpstr>
      <vt:lpstr>PowerPoint Presentation</vt:lpstr>
      <vt:lpstr>PowerPoint Presentation</vt:lpstr>
      <vt:lpstr>215 - Jesus always loved His own and he showed it to the full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216 - Jesus Christ, living in 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217 - Jesus, come, Jesus, come, Jesus, come. </vt:lpstr>
      <vt:lpstr>PowerPoint Presentation</vt:lpstr>
      <vt:lpstr>217 - Jesus, come, Jesus, come, Jesus, come. </vt:lpstr>
      <vt:lpstr>PowerPoint Presentation</vt:lpstr>
      <vt:lpstr>217 - Jesus, come, Jesus, come, Jesus, come. </vt:lpstr>
      <vt:lpstr>PowerPoint Presentation</vt:lpstr>
      <vt:lpstr>217 - Jesus, come, Jesus, come, Jesus, come. </vt:lpstr>
      <vt:lpstr>218 - Jesus is coming, Jesus is coming,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219 - Jesus is my song of joy, He is my everything.</vt:lpstr>
      <vt:lpstr>220 - Jesus is the joy of living </vt:lpstr>
      <vt:lpstr>PowerPoint Presentation</vt:lpstr>
      <vt:lpstr>PowerPoint Presentation</vt:lpstr>
      <vt:lpstr>PowerPoint Presentation</vt:lpstr>
      <vt:lpstr>221 - Jesus my Lord, my God, my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222 - Jesus, you are my Salvation,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223 - Jesus, you are the sweetest name of all, </vt:lpstr>
      <vt:lpstr>PowerPoint Presentation</vt:lpstr>
      <vt:lpstr>PowerPoint Presentation</vt:lpstr>
      <vt:lpstr>224 - Joseph the just man and patron of workers</vt:lpstr>
      <vt:lpstr>PowerPoint Presentation</vt:lpstr>
      <vt:lpstr>PowerPoint Presentation</vt:lpstr>
      <vt:lpstr>PowerPoint Presentation</vt:lpstr>
      <vt:lpstr>225 - Joy is the flag flown high </vt:lpstr>
      <vt:lpstr>PowerPoint Presentation</vt:lpstr>
      <vt:lpstr>226 - Joy to the world, the Lord is come</vt:lpstr>
      <vt:lpstr>PowerPoint Presentation</vt:lpstr>
      <vt:lpstr>PowerPoint Presentation</vt:lpstr>
      <vt:lpstr>PowerPoint Presentation</vt:lpstr>
      <vt:lpstr>227 - Joy to the world today is born </vt:lpstr>
      <vt:lpstr>PowerPoint Presentation</vt:lpstr>
      <vt:lpstr>PowerPoint Presentation</vt:lpstr>
      <vt:lpstr>228 - Joy was in my heart, alleluia, when I heard them say</vt:lpstr>
      <vt:lpstr>PowerPoint Presentation</vt:lpstr>
      <vt:lpstr>PowerPoint Presentation</vt:lpstr>
      <vt:lpstr>229 - Joy was in my heart when I heard the people say: </vt:lpstr>
      <vt:lpstr>PowerPoint Presentation</vt:lpstr>
      <vt:lpstr>PowerPoint Presentation</vt:lpstr>
      <vt:lpstr>PowerPoint Presentation</vt:lpstr>
      <vt:lpstr>PowerPoint Presentation</vt:lpstr>
      <vt:lpstr>230 - Just like a child who trusts his father dear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231 - Just like a lamb he was led out to die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232 - Just to fix our eyes on Jesus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233 - Keep them we pray Thee dearest Lord, </vt:lpstr>
      <vt:lpstr>PowerPoint Presentation</vt:lpstr>
      <vt:lpstr>PowerPoint Presentation</vt:lpstr>
      <vt:lpstr>234 - Late, late have I loved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235 - Lay Your hands gently upon us. </vt:lpstr>
      <vt:lpstr>PowerPoint Presentation</vt:lpstr>
      <vt:lpstr>PowerPoint Presentation</vt:lpstr>
      <vt:lpstr>PowerPoint Presentation</vt:lpstr>
      <vt:lpstr>PowerPoint Presentation</vt:lpstr>
      <vt:lpstr>236 - Lead, kindly light, amid the encircling gloom</vt:lpstr>
      <vt:lpstr>PowerPoint Presentation</vt:lpstr>
      <vt:lpstr>237 - Leave your country and your people,</vt:lpstr>
      <vt:lpstr>PowerPoint Presentation</vt:lpstr>
      <vt:lpstr>PowerPoint Presentation</vt:lpstr>
      <vt:lpstr>PowerPoint Presentation</vt:lpstr>
      <vt:lpstr>PowerPoint Presentation</vt:lpstr>
      <vt:lpstr>238 - Let all mortal flesh keep silence, </vt:lpstr>
      <vt:lpstr>PowerPoint Presentation</vt:lpstr>
      <vt:lpstr>PowerPoint Presentation</vt:lpstr>
      <vt:lpstr>PowerPoint Presentation</vt:lpstr>
      <vt:lpstr>239 - Let me sing of Your law O my God</vt:lpstr>
      <vt:lpstr>PowerPoint Presentation</vt:lpstr>
      <vt:lpstr>PowerPoint Presentation</vt:lpstr>
      <vt:lpstr>PowerPoint Presentation</vt:lpstr>
      <vt:lpstr>240 - Let my soul proclaim your greatness for ever, O my God. </vt:lpstr>
      <vt:lpstr>PowerPoint Presentation</vt:lpstr>
      <vt:lpstr>PowerPoint Presentation</vt:lpstr>
      <vt:lpstr>241 - Let the Lord have his way </vt:lpstr>
      <vt:lpstr>PowerPoint Presentation</vt:lpstr>
      <vt:lpstr>242 -Let there be glory and honour &amp; praises, </vt:lpstr>
      <vt:lpstr>PowerPoint Presentation</vt:lpstr>
      <vt:lpstr>PowerPoint Presentation</vt:lpstr>
      <vt:lpstr>PowerPoint Presentation</vt:lpstr>
      <vt:lpstr>243 - Let there be love shared among us,</vt:lpstr>
      <vt:lpstr>PowerPoint Presentation</vt:lpstr>
      <vt:lpstr>244 - Let there be peace on earth &amp; let it begin with me.</vt:lpstr>
      <vt:lpstr>PowerPoint Presentation</vt:lpstr>
      <vt:lpstr>245 - Let us bow in adoration to this Sacrament so great. </vt:lpstr>
      <vt:lpstr>PowerPoint Presentation</vt:lpstr>
      <vt:lpstr>PowerPoint Presentation</vt:lpstr>
      <vt:lpstr>246 - Let’s go up to God’s holy hill </vt:lpstr>
      <vt:lpstr>PowerPoint Presentation</vt:lpstr>
      <vt:lpstr>PowerPoint Presentation</vt:lpstr>
      <vt:lpstr>PowerPoint Presentation</vt:lpstr>
      <vt:lpstr>PowerPoint Presentation</vt:lpstr>
      <vt:lpstr>247 - Let’s sing to our mother,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248 - Lift up your hands and offer to the Lord,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249 - Lightened by the word we’ve heard, to the world we all must go,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250 - Listen let your heart keep seeking,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251 - Listen, listen, listen every one: </vt:lpstr>
      <vt:lpstr>PowerPoint Presentation</vt:lpstr>
      <vt:lpstr>PowerPoint Presentation</vt:lpstr>
      <vt:lpstr>PowerPoint Presentation</vt:lpstr>
      <vt:lpstr>252 - Listen to your people, linked now hand in hand. </vt:lpstr>
      <vt:lpstr>PowerPoint Presentation</vt:lpstr>
      <vt:lpstr>PowerPoint Presentation</vt:lpstr>
      <vt:lpstr>253 - Long time ago in Bethlehem,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254 - Lord accept this bread and wine; </vt:lpstr>
      <vt:lpstr>PowerPoint Presentation</vt:lpstr>
      <vt:lpstr>255 - Lord Jesus Christ, to whom shall we go? </vt:lpstr>
      <vt:lpstr>PowerPoint Presentation</vt:lpstr>
      <vt:lpstr>PowerPoint Presentation</vt:lpstr>
      <vt:lpstr>256 - Lord, make me like you,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257 - Lord, we touch you to-day,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258 - Lord, you are my everything,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259 - Lord, you have touched my heart </vt:lpstr>
      <vt:lpstr>PowerPoint Presentation</vt:lpstr>
      <vt:lpstr>PowerPoint Presentation</vt:lpstr>
      <vt:lpstr>PowerPoint Presentation</vt:lpstr>
      <vt:lpstr>PowerPoint Presentation</vt:lpstr>
      <vt:lpstr>260 - Lose yourself in me and you will find yourself,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261 - Loving Father, God so faithful and true </vt:lpstr>
      <vt:lpstr>PowerPoint Presentation</vt:lpstr>
      <vt:lpstr>PowerPoint Presentation</vt:lpstr>
      <vt:lpstr>262 - Maiden mother, meek and mild, </vt:lpstr>
      <vt:lpstr>PowerPoint Presentation</vt:lpstr>
      <vt:lpstr>PowerPoint Presentation</vt:lpstr>
      <vt:lpstr>PowerPoint Presentation</vt:lpstr>
      <vt:lpstr>263 - Make me a channel of your peace,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264 - Make me a servant, humble and meek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265 - Make me an instrument of your peace </vt:lpstr>
      <vt:lpstr>PowerPoint Presentation</vt:lpstr>
      <vt:lpstr>PowerPoint Presentation</vt:lpstr>
      <vt:lpstr>266 - Make melody, melody, melody  unto the Lord. </vt:lpstr>
      <vt:lpstr>PowerPoint Presentation</vt:lpstr>
      <vt:lpstr>267 - Maranatha</vt:lpstr>
      <vt:lpstr>PowerPoint Presentation</vt:lpstr>
      <vt:lpstr>PowerPoint Presentation</vt:lpstr>
      <vt:lpstr>PowerPoint Presentation</vt:lpstr>
      <vt:lpstr>268 - Mary from thy sacred image, </vt:lpstr>
      <vt:lpstr>PowerPoint Presentation</vt:lpstr>
      <vt:lpstr>269 - May the God of Israel join you  in one </vt:lpstr>
      <vt:lpstr>PowerPoint Presentation</vt:lpstr>
      <vt:lpstr>PowerPoint Presentation</vt:lpstr>
      <vt:lpstr>PowerPoint Presentation</vt:lpstr>
      <vt:lpstr>270 - May the Lord bless &amp; keep us in his love</vt:lpstr>
      <vt:lpstr>PowerPoint Presentation</vt:lpstr>
      <vt:lpstr>271 - May the peace of the Lord be with you </vt:lpstr>
      <vt:lpstr>272 - Mercy Lord, we have sinned,  listen to our plea,</vt:lpstr>
      <vt:lpstr>PowerPoint Presentation</vt:lpstr>
      <vt:lpstr>PowerPoint Presentation</vt:lpstr>
      <vt:lpstr>PowerPoint Presentation</vt:lpstr>
      <vt:lpstr>PowerPoint Presentation</vt:lpstr>
      <vt:lpstr>273 - Morning has broken like the first morning, </vt:lpstr>
      <vt:lpstr>PowerPoint Presentation</vt:lpstr>
      <vt:lpstr>274 - Mother dear, O pray for me,</vt:lpstr>
      <vt:lpstr>PowerPoint Presentation</vt:lpstr>
      <vt:lpstr>PowerPoint Presentation</vt:lpstr>
      <vt:lpstr>PowerPoint Presentation</vt:lpstr>
      <vt:lpstr>275 - Mother dearest, mother fairest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276 - Mother of God, plead with your Son,</vt:lpstr>
      <vt:lpstr>PowerPoint Presentation</vt:lpstr>
      <vt:lpstr>PowerPoint Presentation</vt:lpstr>
      <vt:lpstr>PowerPoint Presentation</vt:lpstr>
      <vt:lpstr>PowerPoint Presentation</vt:lpstr>
      <vt:lpstr>277 - My beloved is mine and I am his,</vt:lpstr>
      <vt:lpstr>PowerPoint Presentation</vt:lpstr>
      <vt:lpstr>PowerPoint Presentation</vt:lpstr>
      <vt:lpstr>PowerPoint Presentation</vt:lpstr>
      <vt:lpstr>278 - My heart’s like a flute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279 - My peace I leave with you,  my peace I give,</vt:lpstr>
      <vt:lpstr>PowerPoint Presentation</vt:lpstr>
      <vt:lpstr>280 - My people what have I done to you?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281 - My people what have I done to you?</vt:lpstr>
      <vt:lpstr>PowerPoint Presentation</vt:lpstr>
      <vt:lpstr>PowerPoint Presentation</vt:lpstr>
      <vt:lpstr>282 - Nearer my God to thee, nearer to thee, </vt:lpstr>
      <vt:lpstr>PowerPoint Presentation</vt:lpstr>
      <vt:lpstr>283 - New life, new life, You came to bring us new life!</vt:lpstr>
      <vt:lpstr>PowerPoint Presentation</vt:lpstr>
      <vt:lpstr>PowerPoint Presentation</vt:lpstr>
      <vt:lpstr>PowerPoint Presentation</vt:lpstr>
      <vt:lpstr>PowerPoint Presentation</vt:lpstr>
      <vt:lpstr>284 - No one can give to me that peace</vt:lpstr>
      <vt:lpstr>PowerPoint Presentation</vt:lpstr>
      <vt:lpstr>PowerPoint Presentation</vt:lpstr>
      <vt:lpstr>PowerPoint Presentation</vt:lpstr>
      <vt:lpstr>285 - No one can live as an island,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286 - Noble Knight, leader of a brave array, </vt:lpstr>
      <vt:lpstr>PowerPoint Presentation</vt:lpstr>
      <vt:lpstr>PowerPoint Presentation</vt:lpstr>
      <vt:lpstr>PowerPoint Presentation</vt:lpstr>
      <vt:lpstr>287 - O come all ye faithful,</vt:lpstr>
      <vt:lpstr>PowerPoint Presentation</vt:lpstr>
      <vt:lpstr>PowerPoint Presentation</vt:lpstr>
      <vt:lpstr>288 - O come, O come Emmanuel,</vt:lpstr>
      <vt:lpstr>PowerPoint Presentation</vt:lpstr>
      <vt:lpstr>PowerPoint Presentation</vt:lpstr>
      <vt:lpstr>PowerPoint Presentation</vt:lpstr>
      <vt:lpstr>289 - O Cross, erected above the world, </vt:lpstr>
      <vt:lpstr>PowerPoint Presentation</vt:lpstr>
      <vt:lpstr>PowerPoint Presentation</vt:lpstr>
      <vt:lpstr>PowerPoint Presentation</vt:lpstr>
      <vt:lpstr>290 - O give thanks to the Lord, </vt:lpstr>
      <vt:lpstr>PowerPoint Presentation</vt:lpstr>
      <vt:lpstr>PowerPoint Presentation</vt:lpstr>
      <vt:lpstr>291 - O give thanks to the Lord, for he is good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292 - O God, my God, for you my soul is thirsting.</vt:lpstr>
      <vt:lpstr>PowerPoint Presentation</vt:lpstr>
      <vt:lpstr>PowerPoint Presentation</vt:lpstr>
      <vt:lpstr>293 - O holy night the stars are brightly shining</vt:lpstr>
      <vt:lpstr>PowerPoint Presentation</vt:lpstr>
      <vt:lpstr>294 - O, how good, how wonderful it is</vt:lpstr>
      <vt:lpstr>PowerPoint Presentation</vt:lpstr>
      <vt:lpstr>PowerPoint Presentation</vt:lpstr>
      <vt:lpstr>PowerPoint Presentation</vt:lpstr>
      <vt:lpstr>PowerPoint Presentation</vt:lpstr>
      <vt:lpstr>295 - O let the Son of God enfold you </vt:lpstr>
      <vt:lpstr>PowerPoint Presentation</vt:lpstr>
      <vt:lpstr>PowerPoint Presentation</vt:lpstr>
      <vt:lpstr>PowerPoint Presentation</vt:lpstr>
      <vt:lpstr>296 - O little town of Bethlehem,</vt:lpstr>
      <vt:lpstr>PowerPoint Presentation</vt:lpstr>
      <vt:lpstr>PowerPoint Presentation</vt:lpstr>
      <vt:lpstr>297 - O Lord, furnace of love,</vt:lpstr>
      <vt:lpstr>PowerPoint Presentation</vt:lpstr>
      <vt:lpstr>PowerPoint Presentation</vt:lpstr>
      <vt:lpstr>PowerPoint Presentation</vt:lpstr>
      <vt:lpstr>PowerPoint Presentation</vt:lpstr>
      <vt:lpstr>298 - O Lord, I’m not worthy,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299 - “O maiden will you be the mother of the Saviour?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300 - O Queen of the Holy Rosary, oh, bless us as we pray, </vt:lpstr>
      <vt:lpstr>PowerPoint Presentation</vt:lpstr>
      <vt:lpstr>301 - O sacrament most holy,</vt:lpstr>
      <vt:lpstr>302 - O sacred head surrounded by crown of piercing thorn! </vt:lpstr>
      <vt:lpstr>PowerPoint Presentation</vt:lpstr>
      <vt:lpstr>PowerPoint Presentation</vt:lpstr>
      <vt:lpstr>303 - O sing to the chief musician,</vt:lpstr>
      <vt:lpstr>PowerPoint Presentation</vt:lpstr>
      <vt:lpstr>PowerPoint Presentation</vt:lpstr>
      <vt:lpstr>PowerPoint Presentation</vt:lpstr>
      <vt:lpstr>304 - O Spirit, Source of Wisdom,</vt:lpstr>
      <vt:lpstr>PowerPoint Presentation</vt:lpstr>
      <vt:lpstr>PowerPoint Presentation</vt:lpstr>
      <vt:lpstr>PowerPoint Presentation</vt:lpstr>
      <vt:lpstr>305 - O with what joy we sing of Mary,</vt:lpstr>
      <vt:lpstr>306 - Oh, how good is the Lord, -3</vt:lpstr>
      <vt:lpstr>PowerPoint Presentation</vt:lpstr>
      <vt:lpstr>307 - Oh, Lord my God, when I, in awesome wonder,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308 - Oh, the love of my Lord is the essence</vt:lpstr>
      <vt:lpstr>PowerPoint Presentation</vt:lpstr>
      <vt:lpstr>PowerPoint Presentation</vt:lpstr>
      <vt:lpstr>309 - Oh the Word of my Lord,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310 - On a hill far away stood  an old rugged cross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311 - On the paten with the host</vt:lpstr>
      <vt:lpstr>PowerPoint Presentation</vt:lpstr>
      <vt:lpstr>PowerPoint Presentation</vt:lpstr>
      <vt:lpstr>312 - On this day O beautiful Mother,</vt:lpstr>
      <vt:lpstr>PowerPoint Presentation</vt:lpstr>
      <vt:lpstr>PowerPoint Presentation</vt:lpstr>
      <vt:lpstr>PowerPoint Presentation</vt:lpstr>
      <vt:lpstr>PowerPoint Presentation</vt:lpstr>
      <vt:lpstr>313 - On this day of joy, on this day of hope,</vt:lpstr>
      <vt:lpstr>PowerPoint Presentation</vt:lpstr>
      <vt:lpstr>PowerPoint Presentation</vt:lpstr>
      <vt:lpstr>PowerPoint Presentation</vt:lpstr>
      <vt:lpstr>PowerPoint Presentation</vt:lpstr>
      <vt:lpstr>314 - On this house your blessing, Lord,</vt:lpstr>
      <vt:lpstr>PowerPoint Presentation</vt:lpstr>
      <vt:lpstr>PowerPoint Presentation</vt:lpstr>
      <vt:lpstr>PowerPoint Presentation</vt:lpstr>
      <vt:lpstr>315 - On we go to Jerusalem, the city of the house of God.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316 - Once in Royal David’s city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317 - Open my eyes, Lord, help me to see your face</vt:lpstr>
      <vt:lpstr>PowerPoint Presentation</vt:lpstr>
      <vt:lpstr>PowerPoint Presentation</vt:lpstr>
      <vt:lpstr>318 - Open our eyes, Lord,  we want to see Jesus,</vt:lpstr>
      <vt:lpstr>PowerPoint Presentation</vt:lpstr>
      <vt:lpstr>319 - Our gifts of bread and wine,</vt:lpstr>
      <vt:lpstr>PowerPoint Presentation</vt:lpstr>
      <vt:lpstr>PowerPoint Presentation</vt:lpstr>
      <vt:lpstr>320 - Our hearts were made for you, Lord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321 - Our joy, O Lord, is in you,</vt:lpstr>
      <vt:lpstr>PowerPoint Presentation</vt:lpstr>
      <vt:lpstr>PowerPoint Presentation</vt:lpstr>
      <vt:lpstr>322 - Peace and joy be with you now and forever!</vt:lpstr>
      <vt:lpstr>323 - Peace I give to you, to all of you,  my friends,</vt:lpstr>
      <vt:lpstr>324 - Peace I leave with you, my friends,</vt:lpstr>
      <vt:lpstr>PowerPoint Presentation</vt:lpstr>
      <vt:lpstr>PowerPoint Presentation</vt:lpstr>
      <vt:lpstr>PowerPoint Presentation</vt:lpstr>
      <vt:lpstr>325 - Peace is flowing like a river, </vt:lpstr>
      <vt:lpstr>PowerPoint Presentation</vt:lpstr>
      <vt:lpstr>PowerPoint Presentation</vt:lpstr>
      <vt:lpstr>326 - Praise God, praise God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327 - Praise him, Praise him</vt:lpstr>
      <vt:lpstr>328 - Praise the Lord with music, alleluia</vt:lpstr>
      <vt:lpstr>PowerPoint Presentation</vt:lpstr>
      <vt:lpstr>PowerPoint Presentation</vt:lpstr>
      <vt:lpstr>PowerPoint Presentation</vt:lpstr>
      <vt:lpstr>329 - Praise the name of Jesus -2</vt:lpstr>
      <vt:lpstr>330 - Praise to the Lord, the Almighty, the King of all nations. </vt:lpstr>
      <vt:lpstr>PowerPoint Presentation</vt:lpstr>
      <vt:lpstr>PowerPoint Presentation</vt:lpstr>
      <vt:lpstr>331 - Prepare ye the way of the Lord,</vt:lpstr>
      <vt:lpstr>PowerPoint Presentation</vt:lpstr>
      <vt:lpstr>PowerPoint Presentation</vt:lpstr>
      <vt:lpstr>PowerPoint Presentation</vt:lpstr>
      <vt:lpstr>332 - Preserve me, O God, I take refuge in you</vt:lpstr>
      <vt:lpstr>PowerPoint Presentation</vt:lpstr>
      <vt:lpstr>333 - Put on the armour of Jesus Christ,</vt:lpstr>
      <vt:lpstr>PowerPoint Presentation</vt:lpstr>
      <vt:lpstr>PowerPoint Presentation</vt:lpstr>
      <vt:lpstr>334 - Queen of heaven, rejoice,  allelu, alleluia, </vt:lpstr>
      <vt:lpstr>PowerPoint Presentation</vt:lpstr>
      <vt:lpstr>PowerPoint Presentation</vt:lpstr>
      <vt:lpstr>PowerPoint Presentation</vt:lpstr>
      <vt:lpstr>335 - Rejoice evermore for this is the will of God,</vt:lpstr>
      <vt:lpstr>PowerPoint Presentation</vt:lpstr>
      <vt:lpstr>336 - Rejoice in the Lord always and again I say rejoice. </vt:lpstr>
      <vt:lpstr>337 - Rejoice, rejoice, and be glad:</vt:lpstr>
      <vt:lpstr>PowerPoint Presentation</vt:lpstr>
      <vt:lpstr>PowerPoint Presentation</vt:lpstr>
      <vt:lpstr>338 - Ring out your joy, give glory to God.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339 - Rise India thy millions lead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340 - Salvation belongs to Lord</vt:lpstr>
      <vt:lpstr>PowerPoint Presentation</vt:lpstr>
      <vt:lpstr>PowerPoint Presentation</vt:lpstr>
      <vt:lpstr>341 - Send forth your messengers, O Lord,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342 - Send forth your Spirit, O Lord,</vt:lpstr>
      <vt:lpstr>PowerPoint Presentation</vt:lpstr>
      <vt:lpstr>PowerPoint Presentation</vt:lpstr>
      <vt:lpstr>PowerPoint Presentation</vt:lpstr>
      <vt:lpstr>PowerPoint Presentation</vt:lpstr>
      <vt:lpstr>343 - Set my spirit free  that I might worship Thee,</vt:lpstr>
      <vt:lpstr>PowerPoint Presentation</vt:lpstr>
      <vt:lpstr>PowerPoint Presentation</vt:lpstr>
      <vt:lpstr>344 - Show me your ways, O Lord,</vt:lpstr>
      <vt:lpstr>PowerPoint Presentation</vt:lpstr>
      <vt:lpstr>PowerPoint Presentation</vt:lpstr>
      <vt:lpstr>345 - Show your goodness,  Lord and redeem us</vt:lpstr>
      <vt:lpstr>PowerPoint Presentation</vt:lpstr>
      <vt:lpstr>PowerPoint Presentation</vt:lpstr>
      <vt:lpstr>346 - Silent night, holy night! </vt:lpstr>
      <vt:lpstr>PowerPoint Presentation</vt:lpstr>
      <vt:lpstr>PowerPoint Presentation</vt:lpstr>
      <vt:lpstr>347 - Simple gifts we bring before the table of God,</vt:lpstr>
      <vt:lpstr>PowerPoint Presentation</vt:lpstr>
      <vt:lpstr>348 - Sing a new song unto the Lord;</vt:lpstr>
      <vt:lpstr>PowerPoint Presentation</vt:lpstr>
      <vt:lpstr>PowerPoint Presentation</vt:lpstr>
      <vt:lpstr>PowerPoint Presentation</vt:lpstr>
      <vt:lpstr>PowerPoint Presentation</vt:lpstr>
      <vt:lpstr>349 - Sing a song to the Lord, for he is good.</vt:lpstr>
      <vt:lpstr>PowerPoint Presentation</vt:lpstr>
      <vt:lpstr>PowerPoint Presentation</vt:lpstr>
      <vt:lpstr>PowerPoint Presentation</vt:lpstr>
      <vt:lpstr>350 - Sing and shout for joy</vt:lpstr>
      <vt:lpstr>PowerPoint Presentation</vt:lpstr>
      <vt:lpstr>PowerPoint Presentation</vt:lpstr>
      <vt:lpstr>PowerPoint Presentation</vt:lpstr>
      <vt:lpstr>351 - Sing life, sing love, sing Jesus,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352 - Sing my soul at the joy that I feel:</vt:lpstr>
      <vt:lpstr>PowerPoint Presentation</vt:lpstr>
      <vt:lpstr>PowerPoint Presentation</vt:lpstr>
      <vt:lpstr>PowerPoint Presentation</vt:lpstr>
      <vt:lpstr>353 - Sing my tongue, in exaltation of the body sacrificed </vt:lpstr>
      <vt:lpstr>PowerPoint Presentation</vt:lpstr>
      <vt:lpstr>354 - Sing out to God, shout to the Lord,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355 - Sing praises to the living God, glory Hallelujah!</vt:lpstr>
      <vt:lpstr>PowerPoint Presentation</vt:lpstr>
      <vt:lpstr>PowerPoint Presentation</vt:lpstr>
      <vt:lpstr>PowerPoint Presentation</vt:lpstr>
      <vt:lpstr>356 - Sing to the bride, sing to the groom,</vt:lpstr>
      <vt:lpstr>PowerPoint Presentation</vt:lpstr>
      <vt:lpstr>PowerPoint Presentation</vt:lpstr>
      <vt:lpstr>357 - Sing to the mountains, sing to the sea,</vt:lpstr>
      <vt:lpstr>PowerPoint Presentation</vt:lpstr>
      <vt:lpstr>PowerPoint Presentation</vt:lpstr>
      <vt:lpstr>PowerPoint Presentation</vt:lpstr>
      <vt:lpstr>PowerPoint Presentation</vt:lpstr>
      <vt:lpstr>358 - Sing unto the Lord a new song,</vt:lpstr>
      <vt:lpstr>PowerPoint Presentation</vt:lpstr>
      <vt:lpstr>PowerPoint Presentation</vt:lpstr>
      <vt:lpstr>359 - Sing we now in praise of Mary</vt:lpstr>
      <vt:lpstr>PowerPoint Presentation</vt:lpstr>
      <vt:lpstr>360 - Softly and tenderly Jesus is calling,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361 - Somewhere far from town and people in a stable poor,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362 - Spirit of God in the clear running water.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363 - Spirit of the living God,  fall afresh on me!</vt:lpstr>
      <vt:lpstr>PowerPoint Presentation</vt:lpstr>
      <vt:lpstr>PowerPoint Presentation</vt:lpstr>
      <vt:lpstr>PowerPoint Presentation</vt:lpstr>
      <vt:lpstr>364 - Star of the ocean &amp; gateway to heaven,</vt:lpstr>
      <vt:lpstr>PowerPoint Presentation</vt:lpstr>
      <vt:lpstr>PowerPoint Presentation</vt:lpstr>
      <vt:lpstr>365 - Stay awake, the Master is coming</vt:lpstr>
      <vt:lpstr>PowerPoint Presentation</vt:lpstr>
      <vt:lpstr>PowerPoint Presentation</vt:lpstr>
      <vt:lpstr>PowerPoint Presentation</vt:lpstr>
      <vt:lpstr>PowerPoint Presentation</vt:lpstr>
      <vt:lpstr>366 - Sweet sacrament divine, </vt:lpstr>
      <vt:lpstr>PowerPoint Presentation</vt:lpstr>
      <vt:lpstr>PowerPoint Presentation</vt:lpstr>
      <vt:lpstr>PowerPoint Presentation</vt:lpstr>
      <vt:lpstr>367 - Take and eat; this is my body. </vt:lpstr>
      <vt:lpstr>PowerPoint Presentation</vt:lpstr>
      <vt:lpstr>PowerPoint Presentation</vt:lpstr>
      <vt:lpstr>PowerPoint Presentation</vt:lpstr>
      <vt:lpstr>368 - Take and receive, O Lord, my liberty,</vt:lpstr>
      <vt:lpstr>PowerPoint Presentation</vt:lpstr>
      <vt:lpstr>PowerPoint Presentation</vt:lpstr>
      <vt:lpstr>PowerPoint Presentation</vt:lpstr>
      <vt:lpstr>369 - Take, eat, this is my body,  broken for you.</vt:lpstr>
      <vt:lpstr>PowerPoint Presentation</vt:lpstr>
      <vt:lpstr>PowerPoint Presentation</vt:lpstr>
      <vt:lpstr>PowerPoint Presentation</vt:lpstr>
      <vt:lpstr>PowerPoint Presentation</vt:lpstr>
      <vt:lpstr>370 - Take my life, O Lord, and ever let it stay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371 - Take Our Bread</vt:lpstr>
      <vt:lpstr>PowerPoint Presentation</vt:lpstr>
      <vt:lpstr>PowerPoint Presentation</vt:lpstr>
      <vt:lpstr>PowerPoint Presentation</vt:lpstr>
      <vt:lpstr>PowerPoint Presentation</vt:lpstr>
      <vt:lpstr>372 - Take this and eat it, for this is my body.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373 - Take thou the offering </vt:lpstr>
      <vt:lpstr>PowerPoint Presentation</vt:lpstr>
      <vt:lpstr>PowerPoint Presentation</vt:lpstr>
      <vt:lpstr>PowerPoint Presentation</vt:lpstr>
      <vt:lpstr>374 - Take up my cross, </vt:lpstr>
      <vt:lpstr>PowerPoint Presentation</vt:lpstr>
      <vt:lpstr>PowerPoint Presentation</vt:lpstr>
      <vt:lpstr>PowerPoint Presentation</vt:lpstr>
      <vt:lpstr>375 - Taste &amp; see how good our God can be,</vt:lpstr>
      <vt:lpstr>PowerPoint Presentation</vt:lpstr>
      <vt:lpstr>PowerPoint Presentation</vt:lpstr>
      <vt:lpstr>PowerPoint Presentation</vt:lpstr>
      <vt:lpstr>376 - Thank you for giving me the morning,</vt:lpstr>
      <vt:lpstr>PowerPoint Presentation</vt:lpstr>
      <vt:lpstr>PowerPoint Presentation</vt:lpstr>
      <vt:lpstr>PowerPoint Presentation</vt:lpstr>
      <vt:lpstr>377 - Thank you, Lord, for all you’ve done,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378 - Thank you, Lord, for giving us life, </vt:lpstr>
      <vt:lpstr>PowerPoint Presentation</vt:lpstr>
      <vt:lpstr>379 - Thank you, O Lord, your love is boundless.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380 - Thanks be to God,</vt:lpstr>
      <vt:lpstr>PowerPoint Presentation</vt:lpstr>
      <vt:lpstr>PowerPoint Presentation</vt:lpstr>
      <vt:lpstr>PowerPoint Presentation</vt:lpstr>
      <vt:lpstr>381 - That the world may believe,</vt:lpstr>
      <vt:lpstr>PowerPoint Presentation</vt:lpstr>
      <vt:lpstr>PowerPoint Presentation</vt:lpstr>
      <vt:lpstr>PowerPoint Presentation</vt:lpstr>
      <vt:lpstr>382 - The bells of the angelus calleth to pray</vt:lpstr>
      <vt:lpstr>PowerPoint Presentation</vt:lpstr>
      <vt:lpstr>PowerPoint Presentation</vt:lpstr>
      <vt:lpstr>383 - The cup of blessing that we raise,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384 - The first Noel the Angel did say,</vt:lpstr>
      <vt:lpstr>PowerPoint Presentation</vt:lpstr>
      <vt:lpstr>PowerPoint Presentation</vt:lpstr>
      <vt:lpstr>PowerPoint Presentation</vt:lpstr>
      <vt:lpstr>PowerPoint Presentation</vt:lpstr>
      <vt:lpstr>385 - The King of glory comes, the nation rejoices</vt:lpstr>
      <vt:lpstr>PowerPoint Presentation</vt:lpstr>
      <vt:lpstr>PowerPoint Presentation</vt:lpstr>
      <vt:lpstr>PowerPoint Presentation</vt:lpstr>
      <vt:lpstr>PowerPoint Presentation</vt:lpstr>
      <vt:lpstr>386 - The light of Christ has come into the world,</vt:lpstr>
      <vt:lpstr>PowerPoint Presentation</vt:lpstr>
      <vt:lpstr>PowerPoint Presentation</vt:lpstr>
      <vt:lpstr>387 - The Lord is my salvation, </vt:lpstr>
      <vt:lpstr>PowerPoint Presentation</vt:lpstr>
      <vt:lpstr>PowerPoint Presentation</vt:lpstr>
      <vt:lpstr>388 - The Lord is my shepherd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389 - The Lord is near to all who call on Him.</vt:lpstr>
      <vt:lpstr>PowerPoint Presentation</vt:lpstr>
      <vt:lpstr>389 - The Lord is near to all who call on Him.</vt:lpstr>
      <vt:lpstr>PowerPoint Presentation</vt:lpstr>
      <vt:lpstr>389 - The Lord is near to all who call on Him.</vt:lpstr>
      <vt:lpstr>PowerPoint Presentation</vt:lpstr>
      <vt:lpstr>389 - The Lord is near to all who call on Him.</vt:lpstr>
      <vt:lpstr>PowerPoint Presentation</vt:lpstr>
      <vt:lpstr>389 - The Lord is near to all who call on Him.</vt:lpstr>
      <vt:lpstr>390 - The mass is ended, all go in peace.</vt:lpstr>
      <vt:lpstr>PowerPoint Presentation</vt:lpstr>
      <vt:lpstr>PowerPoint Presentation</vt:lpstr>
      <vt:lpstr>391 - The more we hear of the Word of God,</vt:lpstr>
      <vt:lpstr>PowerPoint Presentation</vt:lpstr>
      <vt:lpstr>392 - The people of God who had fled </vt:lpstr>
      <vt:lpstr>PowerPoint Presentation</vt:lpstr>
      <vt:lpstr>PowerPoint Presentation</vt:lpstr>
      <vt:lpstr>PowerPoint Presentation</vt:lpstr>
      <vt:lpstr>393 - The Saviour is waiting to enter your heart, </vt:lpstr>
      <vt:lpstr>PowerPoint Presentation</vt:lpstr>
      <vt:lpstr>PowerPoint Presentation</vt:lpstr>
      <vt:lpstr>PowerPoint Presentation</vt:lpstr>
      <vt:lpstr>394 - The spotless robe of Christ was mine, </vt:lpstr>
      <vt:lpstr>PowerPoint Presentation</vt:lpstr>
      <vt:lpstr>PowerPoint Presentation</vt:lpstr>
      <vt:lpstr>PowerPoint Presentation</vt:lpstr>
      <vt:lpstr>395 - The steadfast love of the Lord never ceases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396 - The world stands in need of liberation, my Lord,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397 - There are numerous strings in your lute,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398 - Therefore the redeemed</vt:lpstr>
      <vt:lpstr>PowerPoint Presentation</vt:lpstr>
      <vt:lpstr>399 - Therefore we, before Him bending,</vt:lpstr>
      <vt:lpstr>PowerPoint Presentation</vt:lpstr>
      <vt:lpstr>400 - These forty days, O Lord, we spend,</vt:lpstr>
      <vt:lpstr>PowerPoint Presentation</vt:lpstr>
      <vt:lpstr>PowerPoint Presentation</vt:lpstr>
      <vt:lpstr>PowerPoint Presentation</vt:lpstr>
      <vt:lpstr>PowerPoint Presentation</vt:lpstr>
      <vt:lpstr>401 - This is my commandment: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402 - This is my prayer to thee, my Lord:</vt:lpstr>
      <vt:lpstr>PowerPoint Presentation</vt:lpstr>
      <vt:lpstr>PowerPoint Presentation</vt:lpstr>
      <vt:lpstr>403 - This is my will, my one command,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404 - This is the day, this is the day,</vt:lpstr>
      <vt:lpstr>PowerPoint Presentation</vt:lpstr>
      <vt:lpstr>PowerPoint Presentation</vt:lpstr>
      <vt:lpstr>405 - This is the day which the Lord has made,</vt:lpstr>
      <vt:lpstr>PowerPoint Presentation</vt:lpstr>
      <vt:lpstr>PowerPoint Presentation</vt:lpstr>
      <vt:lpstr>PowerPoint Presentation</vt:lpstr>
      <vt:lpstr>406 - This world you have made is a beautiful place;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407 - Those who weep as they sow</vt:lpstr>
      <vt:lpstr>PowerPoint Presentation</vt:lpstr>
      <vt:lpstr>PowerPoint Presentation</vt:lpstr>
      <vt:lpstr>PowerPoint Presentation</vt:lpstr>
      <vt:lpstr>PowerPoint Presentation</vt:lpstr>
      <vt:lpstr>408 - Though the mountains may fall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409 - Thy loving kindness is better than life,</vt:lpstr>
      <vt:lpstr>PowerPoint Presentation</vt:lpstr>
      <vt:lpstr>PowerPoint Presentation</vt:lpstr>
      <vt:lpstr>410 - Till the end of my days, </vt:lpstr>
      <vt:lpstr>PowerPoint Presentation</vt:lpstr>
      <vt:lpstr>PowerPoint Presentation</vt:lpstr>
      <vt:lpstr>PowerPoint Presentation</vt:lpstr>
      <vt:lpstr>PowerPoint Presentation</vt:lpstr>
      <vt:lpstr>411 - Time is too short, even though we have forever</vt:lpstr>
      <vt:lpstr>PowerPoint Presentation</vt:lpstr>
      <vt:lpstr>PowerPoint Presentation</vt:lpstr>
      <vt:lpstr>PowerPoint Presentation</vt:lpstr>
      <vt:lpstr>412 - To follow the Lord and find freedom,</vt:lpstr>
      <vt:lpstr>PowerPoint Presentation</vt:lpstr>
      <vt:lpstr>PowerPoint Presentation</vt:lpstr>
      <vt:lpstr>PowerPoint Presentation</vt:lpstr>
      <vt:lpstr>413 - To God in gladness sing,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414 - To Jesus’ heart all burning with fervent love for all, </vt:lpstr>
      <vt:lpstr>PowerPoint Presentation</vt:lpstr>
      <vt:lpstr>PowerPoint Presentation</vt:lpstr>
      <vt:lpstr>PowerPoint Presentation</vt:lpstr>
      <vt:lpstr>415 - To the King of all ages, immortal and invisible</vt:lpstr>
      <vt:lpstr>416 - United in one body with Jesus Christ, the Lord,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417 - Unto thee O Lord, do I lift up my soul</vt:lpstr>
      <vt:lpstr>PowerPoint Presentation</vt:lpstr>
      <vt:lpstr>PowerPoint Presentation</vt:lpstr>
      <vt:lpstr>PowerPoint Presentation</vt:lpstr>
      <vt:lpstr>418 - Wake up, O Christian, rise!</vt:lpstr>
      <vt:lpstr>PowerPoint Presentation</vt:lpstr>
      <vt:lpstr>PowerPoint Presentation</vt:lpstr>
      <vt:lpstr>PowerPoint Presentation</vt:lpstr>
      <vt:lpstr>419 - Wake up, O people, rise away with lesser things</vt:lpstr>
      <vt:lpstr>PowerPoint Presentation</vt:lpstr>
      <vt:lpstr>PowerPoint Presentation</vt:lpstr>
      <vt:lpstr>PowerPoint Presentation</vt:lpstr>
      <vt:lpstr>420 - Wake up, O people, the Lord is very near,</vt:lpstr>
      <vt:lpstr>PowerPoint Presentation</vt:lpstr>
      <vt:lpstr>PowerPoint Presentation</vt:lpstr>
      <vt:lpstr>PowerPoint Presentation</vt:lpstr>
      <vt:lpstr>PowerPoint Presentation</vt:lpstr>
      <vt:lpstr>421 - Wash me, Lord, wash me clean,</vt:lpstr>
      <vt:lpstr>PowerPoint Presentation</vt:lpstr>
      <vt:lpstr>422 - Water, water and the Spirit.</vt:lpstr>
      <vt:lpstr>PowerPoint Presentation</vt:lpstr>
      <vt:lpstr>PowerPoint Presentation</vt:lpstr>
      <vt:lpstr>423 - We are climbing up the mountain of the Lord</vt:lpstr>
      <vt:lpstr>PowerPoint Presentation</vt:lpstr>
      <vt:lpstr>PowerPoint Presentation</vt:lpstr>
      <vt:lpstr>PowerPoint Presentation</vt:lpstr>
      <vt:lpstr>424 - We are God’s people: </vt:lpstr>
      <vt:lpstr>PowerPoint Presentation</vt:lpstr>
      <vt:lpstr>PowerPoint Presentation</vt:lpstr>
      <vt:lpstr>425 - We are happy Christians all united in the Lord,</vt:lpstr>
      <vt:lpstr>PowerPoint Presentation</vt:lpstr>
      <vt:lpstr>PowerPoint Presentation</vt:lpstr>
      <vt:lpstr>PowerPoint Presentation</vt:lpstr>
      <vt:lpstr>426 - We are here to praise you</vt:lpstr>
      <vt:lpstr>427 - We are one in the spirit,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428 - We are the bearers of the light of Christ the King,</vt:lpstr>
      <vt:lpstr>PowerPoint Presentation</vt:lpstr>
      <vt:lpstr>PowerPoint Presentation</vt:lpstr>
      <vt:lpstr>429 - We could wish you joy and peace,</vt:lpstr>
      <vt:lpstr>PowerPoint Presentation</vt:lpstr>
      <vt:lpstr>PowerPoint Presentation</vt:lpstr>
      <vt:lpstr>430 - We glorify your cross and praise your resurrection </vt:lpstr>
      <vt:lpstr>PowerPoint Presentation</vt:lpstr>
      <vt:lpstr>PowerPoint Presentation</vt:lpstr>
      <vt:lpstr>431 - We hail thee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432 - We have come into his house</vt:lpstr>
      <vt:lpstr>PowerPoint Presentation</vt:lpstr>
      <vt:lpstr>PowerPoint Presentation</vt:lpstr>
      <vt:lpstr>433 - We offer you, O Lord divine,</vt:lpstr>
      <vt:lpstr>PowerPoint Presentation</vt:lpstr>
      <vt:lpstr>PowerPoint Presentation</vt:lpstr>
      <vt:lpstr>PowerPoint Presentation</vt:lpstr>
      <vt:lpstr>PowerPoint Presentation</vt:lpstr>
      <vt:lpstr>434 - We see Christ with eyes of the heart,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435 - We see the troubles in our lives,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436 - We seek thee Lord Jesus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437 - We shall sing your praise, O Lord</vt:lpstr>
      <vt:lpstr>PowerPoint Presentation</vt:lpstr>
      <vt:lpstr>PowerPoint Presentation</vt:lpstr>
      <vt:lpstr>PowerPoint Presentation</vt:lpstr>
      <vt:lpstr>438 - We stand for God and for His glory;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439 - We thank our God for you</vt:lpstr>
      <vt:lpstr>PowerPoint Presentation</vt:lpstr>
      <vt:lpstr>PowerPoint Presentation</vt:lpstr>
      <vt:lpstr>PowerPoint Presentation</vt:lpstr>
      <vt:lpstr>440 - We three kings of Orient are;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441 - We walk by faith and not by sight:</vt:lpstr>
      <vt:lpstr>PowerPoint Presentation</vt:lpstr>
      <vt:lpstr>442 - We want to give you thanks, Lord, </vt:lpstr>
      <vt:lpstr>PowerPoint Presentation</vt:lpstr>
      <vt:lpstr>PowerPoint Presentation</vt:lpstr>
      <vt:lpstr>443 - Were you there when they crucified my Lord?</vt:lpstr>
      <vt:lpstr>PowerPoint Presentation</vt:lpstr>
      <vt:lpstr>PowerPoint Presentation</vt:lpstr>
      <vt:lpstr>PowerPoint Presentation</vt:lpstr>
      <vt:lpstr>PowerPoint Presentation</vt:lpstr>
      <vt:lpstr>444 - What a friend we have in Jesus,</vt:lpstr>
      <vt:lpstr>PowerPoint Presentation</vt:lpstr>
      <vt:lpstr>445 - What a joy, what a joy for us to say</vt:lpstr>
      <vt:lpstr>PowerPoint Presentation</vt:lpstr>
      <vt:lpstr>PowerPoint Presentation</vt:lpstr>
      <vt:lpstr>PowerPoint Presentation</vt:lpstr>
      <vt:lpstr>446 - What child is this, who, laid to rest,</vt:lpstr>
      <vt:lpstr>PowerPoint Presentation</vt:lpstr>
      <vt:lpstr>PowerPoint Presentation</vt:lpstr>
      <vt:lpstr>447 - What does it profit a man</vt:lpstr>
      <vt:lpstr>PowerPoint Presentation</vt:lpstr>
      <vt:lpstr>PowerPoint Presentation</vt:lpstr>
      <vt:lpstr>PowerPoint Presentation</vt:lpstr>
      <vt:lpstr>PowerPoint Presentation</vt:lpstr>
      <vt:lpstr>448 - What have I done to you, my chosen people?</vt:lpstr>
      <vt:lpstr>PowerPoint Presentation</vt:lpstr>
      <vt:lpstr>PowerPoint Presentation</vt:lpstr>
      <vt:lpstr>449 - What thanks, O Lord, can I render Thee,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450 - Whatsoever you do to set your brother free,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451 - Whatsoever you do to the least of my people,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452 - When I look at the sky which you have made,</vt:lpstr>
      <vt:lpstr>PowerPoint Presentation</vt:lpstr>
      <vt:lpstr>PowerPoint Presentation</vt:lpstr>
      <vt:lpstr>453 - When I look into your holiness</vt:lpstr>
      <vt:lpstr>PowerPoint Presentation</vt:lpstr>
      <vt:lpstr>PowerPoint Presentation</vt:lpstr>
      <vt:lpstr>PowerPoint Presentation</vt:lpstr>
      <vt:lpstr>454 - When I was hungry you gave me to eat,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455 - When the kindness of our God</vt:lpstr>
      <vt:lpstr>PowerPoint Presentation</vt:lpstr>
      <vt:lpstr>PowerPoint Presentation</vt:lpstr>
      <vt:lpstr>PowerPoint Presentation</vt:lpstr>
      <vt:lpstr>456 - When the sun has set &amp; the night is on,</vt:lpstr>
      <vt:lpstr>PowerPoint Presentation</vt:lpstr>
      <vt:lpstr>PowerPoint Presentation</vt:lpstr>
      <vt:lpstr>PowerPoint Presentation</vt:lpstr>
      <vt:lpstr>457 - Where love and charity are found, God there abides.</vt:lpstr>
      <vt:lpstr>PowerPoint Presentation</vt:lpstr>
      <vt:lpstr>PowerPoint Presentation</vt:lpstr>
      <vt:lpstr>458 - Where two or three are gathered in my name,</vt:lpstr>
      <vt:lpstr>PowerPoint Presentation</vt:lpstr>
      <vt:lpstr>PowerPoint Presentation</vt:lpstr>
      <vt:lpstr>PowerPoint Presentation</vt:lpstr>
      <vt:lpstr>459 - Wherever two or three are gathered in my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460 - Wherever you go, I shall go,</vt:lpstr>
      <vt:lpstr>PowerPoint Presentation</vt:lpstr>
      <vt:lpstr>461 - While shepherds watched their flocks by night,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462 - Who shall separate us from the love of Christ?</vt:lpstr>
      <vt:lpstr>PowerPoint Presentation</vt:lpstr>
      <vt:lpstr>PowerPoint Presentation</vt:lpstr>
      <vt:lpstr>PowerPoint Presentation</vt:lpstr>
      <vt:lpstr>463 - Who shall separate us from the love of Christ?</vt:lpstr>
      <vt:lpstr>PowerPoint Presentation</vt:lpstr>
      <vt:lpstr>PowerPoint Presentation</vt:lpstr>
      <vt:lpstr>PowerPoint Presentation</vt:lpstr>
      <vt:lpstr>464 - Who shall tarry in his tent? </vt:lpstr>
      <vt:lpstr>PowerPoint Presentation</vt:lpstr>
      <vt:lpstr>PowerPoint Presentation</vt:lpstr>
      <vt:lpstr>PowerPoint Presentation</vt:lpstr>
      <vt:lpstr>465 - With a song in our hearts we shall go on our way</vt:lpstr>
      <vt:lpstr>PowerPoint Presentation</vt:lpstr>
      <vt:lpstr>466 - Without Him I can do nothing</vt:lpstr>
      <vt:lpstr>PowerPoint Presentation</vt:lpstr>
      <vt:lpstr>467 - Without seeing you, we love you; </vt:lpstr>
      <vt:lpstr>PowerPoint Presentation</vt:lpstr>
      <vt:lpstr>PowerPoint Presentation</vt:lpstr>
      <vt:lpstr>PowerPoint Presentation</vt:lpstr>
      <vt:lpstr>PowerPoint Presentation</vt:lpstr>
      <vt:lpstr>468 - Worship, glory, praise and honour, </vt:lpstr>
      <vt:lpstr>PowerPoint Presentation</vt:lpstr>
      <vt:lpstr>PowerPoint Presentation</vt:lpstr>
      <vt:lpstr>PowerPoint Presentation</vt:lpstr>
      <vt:lpstr>PowerPoint Presentation</vt:lpstr>
      <vt:lpstr>469 - Yes, I shall arise and return to my Father, </vt:lpstr>
      <vt:lpstr>PowerPoint Presentation</vt:lpstr>
      <vt:lpstr>PowerPoint Presentation</vt:lpstr>
      <vt:lpstr>PowerPoint Presentation</vt:lpstr>
      <vt:lpstr>470 - Yes, I shall arise and return to my Father!</vt:lpstr>
      <vt:lpstr>PowerPoint Presentation</vt:lpstr>
      <vt:lpstr>PowerPoint Presentation</vt:lpstr>
      <vt:lpstr>PowerPoint Presentation</vt:lpstr>
      <vt:lpstr>PowerPoint Presentation</vt:lpstr>
      <vt:lpstr>471 - Yes, we praise you Lord! We praise you, Lord:</vt:lpstr>
      <vt:lpstr>PowerPoint Presentation</vt:lpstr>
      <vt:lpstr>472 - You are a chosen generation,</vt:lpstr>
      <vt:lpstr>PowerPoint Presentation</vt:lpstr>
      <vt:lpstr>PowerPoint Presentation</vt:lpstr>
      <vt:lpstr>473 - You are the honour of our people,</vt:lpstr>
      <vt:lpstr>PowerPoint Presentation</vt:lpstr>
      <vt:lpstr>PowerPoint Presentation</vt:lpstr>
      <vt:lpstr>474 - You have everything when you have Christ,</vt:lpstr>
      <vt:lpstr>PowerPoint Presentation</vt:lpstr>
      <vt:lpstr>PowerPoint Presentation</vt:lpstr>
      <vt:lpstr>PowerPoint Presentation</vt:lpstr>
      <vt:lpstr>PowerPoint Presentation</vt:lpstr>
      <vt:lpstr>475 - You invite us to your feast, Lord,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476 - You satisfy the hungry heart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477 - You shall go out with joy </vt:lpstr>
      <vt:lpstr>PowerPoint Presentation</vt:lpstr>
      <vt:lpstr>PowerPoint Presentation</vt:lpstr>
      <vt:lpstr>PowerPoint Presentation</vt:lpstr>
      <vt:lpstr>PowerPoint Presentation</vt:lpstr>
      <vt:lpstr>478 - You who are burdened, toil and sweat,</vt:lpstr>
      <vt:lpstr>PowerPoint Presentation</vt:lpstr>
      <vt:lpstr>PowerPoint Presentation</vt:lpstr>
      <vt:lpstr>PowerPoint Presentation</vt:lpstr>
      <vt:lpstr>PowerPoint Presentation</vt:lpstr>
      <vt:lpstr>479 - You who dwell in the shelter of the Lord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480 - You who pass by the way, look and see;</vt:lpstr>
      <vt:lpstr>PowerPoint Presentation</vt:lpstr>
      <vt:lpstr>PowerPoint Presentation</vt:lpstr>
      <vt:lpstr>PowerPoint Presentation</vt:lpstr>
      <vt:lpstr>PowerPoint Presentation</vt:lpstr>
      <vt:lpstr>481 - Zither strings, praises sing, cymbals ring</vt:lpstr>
      <vt:lpstr>PowerPoint Presentation</vt:lpstr>
      <vt:lpstr>PowerPoint Presentation</vt:lpstr>
      <vt:lpstr>PowerPoint Presentation</vt:lpstr>
      <vt:lpstr>PowerPoint Presentation</vt:lpstr>
      <vt:lpstr>482 - Adeste fideles, Laeti, triumphantes:</vt:lpstr>
      <vt:lpstr>PowerPoint Presentation</vt:lpstr>
      <vt:lpstr>PowerPoint Presentation</vt:lpstr>
      <vt:lpstr>483 - Adoremus in aeternum</vt:lpstr>
      <vt:lpstr>PowerPoint Presentation</vt:lpstr>
      <vt:lpstr>PowerPoint Presentation</vt:lpstr>
      <vt:lpstr>484 - Alma redemtoris mater, </vt:lpstr>
      <vt:lpstr>PowerPoint Presentation</vt:lpstr>
      <vt:lpstr>485 - Attende Domine,</vt:lpstr>
      <vt:lpstr>PowerPoint Presentation</vt:lpstr>
      <vt:lpstr>PowerPoint Presentation</vt:lpstr>
      <vt:lpstr>PowerPoint Presentation</vt:lpstr>
      <vt:lpstr>486 - Ave maria, Gratia plena, Dominus tecum, benedicta tu, </vt:lpstr>
      <vt:lpstr>PowerPoint Presentation</vt:lpstr>
      <vt:lpstr>487 - Ave maris stella, Dei Mater alma, </vt:lpstr>
      <vt:lpstr>PowerPoint Presentation</vt:lpstr>
      <vt:lpstr>PowerPoint Presentation</vt:lpstr>
      <vt:lpstr>PowerPoint Presentation</vt:lpstr>
      <vt:lpstr>488 - Ave regina caelorum, </vt:lpstr>
      <vt:lpstr>489 - Ave verum</vt:lpstr>
      <vt:lpstr>490 - Christus vincit</vt:lpstr>
      <vt:lpstr>491 - Concordi laetitia, Propulsa maestitia, </vt:lpstr>
      <vt:lpstr>PowerPoint Presentation</vt:lpstr>
      <vt:lpstr>PowerPoint Presentation</vt:lpstr>
      <vt:lpstr>PowerPoint Presentation</vt:lpstr>
      <vt:lpstr>PowerPoint Presentation</vt:lpstr>
      <vt:lpstr>492 - Cor arca legem continens Non servitutis veteris</vt:lpstr>
      <vt:lpstr>PowerPoint Presentation</vt:lpstr>
      <vt:lpstr>PowerPoint Presentation</vt:lpstr>
      <vt:lpstr>493 - Cor Jesu,</vt:lpstr>
      <vt:lpstr>PowerPoint Presentation</vt:lpstr>
      <vt:lpstr>PowerPoint Presentation</vt:lpstr>
      <vt:lpstr>494 - Inviolata, Integra et casta es Maria</vt:lpstr>
      <vt:lpstr>PowerPoint Presentation</vt:lpstr>
      <vt:lpstr>495 - Isti sunt agni novelli</vt:lpstr>
      <vt:lpstr>PowerPoint Presentation</vt:lpstr>
      <vt:lpstr>PowerPoint Presentation</vt:lpstr>
      <vt:lpstr>496 - Jezu rex admirabilis, Et triumphator nobilis</vt:lpstr>
      <vt:lpstr>PowerPoint Presentation</vt:lpstr>
      <vt:lpstr>PowerPoint Presentation</vt:lpstr>
      <vt:lpstr>497 - Lauda sion, Salvatorem, </vt:lpstr>
      <vt:lpstr>PowerPoint Presentation</vt:lpstr>
      <vt:lpstr>PowerPoint Presentation</vt:lpstr>
      <vt:lpstr>PowerPoint Presentation</vt:lpstr>
      <vt:lpstr>498 - Magnificat Anima mea Dominum</vt:lpstr>
      <vt:lpstr>PowerPoint Presentation</vt:lpstr>
      <vt:lpstr>PowerPoint Presentation</vt:lpstr>
      <vt:lpstr>PowerPoint Presentation</vt:lpstr>
      <vt:lpstr>PowerPoint Presentation</vt:lpstr>
      <vt:lpstr>499 - Misericordias domini In aeternum cantabo.</vt:lpstr>
      <vt:lpstr>PowerPoint Presentation</vt:lpstr>
      <vt:lpstr>500 - O sacrum convivium! </vt:lpstr>
      <vt:lpstr>501 - O salutaris hostia, </vt:lpstr>
      <vt:lpstr>PowerPoint Presentation</vt:lpstr>
      <vt:lpstr>502 - Oremus pro pontifice nostro N (Benedicto)</vt:lpstr>
      <vt:lpstr>PowerPoint Presentation</vt:lpstr>
      <vt:lpstr>PowerPoint Presentation</vt:lpstr>
      <vt:lpstr>503 - Panis angelicus Fit panis hominum; </vt:lpstr>
      <vt:lpstr>PowerPoint Presentation</vt:lpstr>
      <vt:lpstr>504 - Parce domine Parce populo tuo</vt:lpstr>
      <vt:lpstr>505 - Regina caeli Laetare. Alleluia</vt:lpstr>
      <vt:lpstr>506 - Rorate caeli de super, Et nubes pluant iustum.</vt:lpstr>
      <vt:lpstr>507 - Salve festa dies, toto venerabilis aevo</vt:lpstr>
      <vt:lpstr>PowerPoint Presentation</vt:lpstr>
      <vt:lpstr>PowerPoint Presentation</vt:lpstr>
      <vt:lpstr>508 - Salve mater misericordiae, Mater Dei, et mater veniae</vt:lpstr>
      <vt:lpstr>PowerPoint Presentation</vt:lpstr>
      <vt:lpstr>509 - Salve Regina, Mater misericordiae</vt:lpstr>
      <vt:lpstr>PowerPoint Presentation</vt:lpstr>
      <vt:lpstr>510 - Stabat mater Dolorosa </vt:lpstr>
      <vt:lpstr>PowerPoint Presentation</vt:lpstr>
      <vt:lpstr>PowerPoint Presentation</vt:lpstr>
      <vt:lpstr>511 - Tantum ergo, Sacramentum Veneremur cernui</vt:lpstr>
      <vt:lpstr>PowerPoint Presentation</vt:lpstr>
      <vt:lpstr>PowerPoint Presentation</vt:lpstr>
      <vt:lpstr>PowerPoint Presentation</vt:lpstr>
      <vt:lpstr>512 - Tota pulchra es, o maria, Tota pulchra es </vt:lpstr>
      <vt:lpstr>PowerPoint Presentation</vt:lpstr>
      <vt:lpstr>PowerPoint Presentation</vt:lpstr>
      <vt:lpstr>513 - Tu es pastor ovium Princeps Apostolorum</vt:lpstr>
      <vt:lpstr>514 - Tu es petrus, </vt:lpstr>
      <vt:lpstr>515 - Ubi caritas et amor Deus ibi est.</vt:lpstr>
      <vt:lpstr>PowerPoint Presentation</vt:lpstr>
      <vt:lpstr>PowerPoint Presentation</vt:lpstr>
      <vt:lpstr>516 - Veni creator spiritus, Mentes tuorum visita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517 - Virgo Dei Genitrix,</vt:lpstr>
      <vt:lpstr>PowerPoint Presentation</vt:lpstr>
      <vt:lpstr>PowerPoint Presentation</vt:lpstr>
      <vt:lpstr>PowerPoint Presentation</vt:lpstr>
      <vt:lpstr>PowerPoint Presentation</vt:lpstr>
      <vt:lpstr>518 - Celtic: Hallelujah</vt:lpstr>
      <vt:lpstr>PowerPoint Presentation</vt:lpstr>
      <vt:lpstr>519 - Chinese: Hallelujah, hallelu</vt:lpstr>
      <vt:lpstr>520 - Classic: Hallelujah</vt:lpstr>
      <vt:lpstr>521 - Come and See</vt:lpstr>
      <vt:lpstr>PowerPoint Presentation</vt:lpstr>
      <vt:lpstr>PowerPoint Presentation</vt:lpstr>
      <vt:lpstr>PowerPoint Presentation</vt:lpstr>
      <vt:lpstr>522 - East Indian: </vt:lpstr>
      <vt:lpstr>PowerPoint Presentation</vt:lpstr>
      <vt:lpstr>PowerPoint Presentation</vt:lpstr>
      <vt:lpstr>PowerPoint Presentation</vt:lpstr>
      <vt:lpstr>PowerPoint Presentation</vt:lpstr>
      <vt:lpstr>523  - Easter vigil Alleluia Psalm</vt:lpstr>
      <vt:lpstr>PowerPoint Presentation</vt:lpstr>
      <vt:lpstr>PowerPoint Presentation</vt:lpstr>
      <vt:lpstr>PowerPoint Presentation</vt:lpstr>
      <vt:lpstr>524 - God Has Spoken: </vt:lpstr>
      <vt:lpstr>525 - Gregorian:</vt:lpstr>
      <vt:lpstr>526 - Hear The Word:</vt:lpstr>
      <vt:lpstr>PowerPoint Presentation</vt:lpstr>
      <vt:lpstr>527 - Jesus The Word:</vt:lpstr>
      <vt:lpstr>PowerPoint Presentation</vt:lpstr>
      <vt:lpstr>528 - Like The Deer</vt:lpstr>
      <vt:lpstr>529 - Lord, Open My Eyes:</vt:lpstr>
      <vt:lpstr>530 - Melchizedek: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531 - Not Your Hearts:</vt:lpstr>
      <vt:lpstr>PowerPoint Presentation</vt:lpstr>
      <vt:lpstr>PowerPoint Presentation</vt:lpstr>
      <vt:lpstr>532 - Open Our Hearts</vt:lpstr>
      <vt:lpstr>533 - Open Wide: </vt:lpstr>
      <vt:lpstr>534 - Praise The Lord: </vt:lpstr>
      <vt:lpstr>PowerPoint Presentation</vt:lpstr>
      <vt:lpstr>535 - Seek Ye First</vt:lpstr>
      <vt:lpstr>PowerPoint Presentation</vt:lpstr>
      <vt:lpstr>536 - Show Me Your Way:</vt:lpstr>
      <vt:lpstr>PowerPoint Presentation</vt:lpstr>
      <vt:lpstr>PowerPoint Presentation</vt:lpstr>
      <vt:lpstr>537 - Show Me, Lord: </vt:lpstr>
      <vt:lpstr>538 - Speak, O Lord: </vt:lpstr>
      <vt:lpstr>539 - Spirit of God: </vt:lpstr>
      <vt:lpstr>PowerPoint Presentation</vt:lpstr>
      <vt:lpstr>540 - Spirit of God : (For Weddings)</vt:lpstr>
      <vt:lpstr>541 - Teach Me: </vt:lpstr>
      <vt:lpstr>542 - Your Word Stands Firm:</vt:lpstr>
      <vt:lpstr>PowerPoint Presentation</vt:lpstr>
      <vt:lpstr>PowerPoint Presentation</vt:lpstr>
      <vt:lpstr>543 - Glory and praise to you, </vt:lpstr>
      <vt:lpstr>544 - Glory to you, </vt:lpstr>
      <vt:lpstr>545 - Praise and honour to you</vt:lpstr>
      <vt:lpstr>546 - Praise to you,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Joel Devassy</dc:creator>
  <cp:lastModifiedBy>Admin</cp:lastModifiedBy>
  <cp:revision>295</cp:revision>
  <dcterms:created xsi:type="dcterms:W3CDTF">2024-08-13T11:09:05Z</dcterms:created>
  <dcterms:modified xsi:type="dcterms:W3CDTF">2026-07-15T16:49:33Z</dcterms:modified>
  <cp:contentStatus/>
</cp:coreProperties>
</file>